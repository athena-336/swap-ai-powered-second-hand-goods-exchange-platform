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Hammersmith One"/>
      <p:regular r:id="rId47"/>
    </p:embeddedFont>
    <p:embeddedFont>
      <p:font typeface="Teko"/>
      <p:regular r:id="rId48"/>
      <p:bold r:id="rId49"/>
    </p:embeddedFont>
    <p:embeddedFont>
      <p:font typeface="Poppins"/>
      <p:regular r:id="rId50"/>
      <p:bold r:id="rId51"/>
      <p:italic r:id="rId52"/>
      <p:boldItalic r:id="rId53"/>
    </p:embeddedFont>
    <p:embeddedFont>
      <p:font typeface="Bebas Neue"/>
      <p:regular r:id="rId54"/>
    </p:embeddedFont>
    <p:embeddedFont>
      <p:font typeface="Hind"/>
      <p:regular r:id="rId55"/>
      <p:bold r:id="rId56"/>
    </p:embeddedFont>
    <p:embeddedFont>
      <p:font typeface="Quicksand"/>
      <p:regular r:id="rId57"/>
      <p:bold r:id="rId58"/>
    </p:embeddedFont>
    <p:embeddedFont>
      <p:font typeface="Electrolize"/>
      <p:regular r:id="rId59"/>
    </p:embeddedFont>
    <p:embeddedFont>
      <p:font typeface="Quicksand Medium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F39CEB-9F46-4767-A4F0-62042E4EE628}">
  <a:tblStyle styleId="{D6F39CEB-9F46-4767-A4F0-62042E4EE6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Teko-regular.fntdata"/><Relationship Id="rId47" Type="http://schemas.openxmlformats.org/officeDocument/2006/relationships/font" Target="fonts/HammersmithOne-regular.fntdata"/><Relationship Id="rId49" Type="http://schemas.openxmlformats.org/officeDocument/2006/relationships/font" Target="fonts/Tek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QuicksandMedium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QuicksandMedium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5.xml"/><Relationship Id="rId55" Type="http://schemas.openxmlformats.org/officeDocument/2006/relationships/font" Target="fonts/Hind-regular.fntdata"/><Relationship Id="rId10" Type="http://schemas.openxmlformats.org/officeDocument/2006/relationships/slide" Target="slides/slide4.xml"/><Relationship Id="rId54" Type="http://schemas.openxmlformats.org/officeDocument/2006/relationships/font" Target="fonts/BebasNeue-regular.fntdata"/><Relationship Id="rId13" Type="http://schemas.openxmlformats.org/officeDocument/2006/relationships/slide" Target="slides/slide7.xml"/><Relationship Id="rId57" Type="http://schemas.openxmlformats.org/officeDocument/2006/relationships/font" Target="fonts/Quicksand-regular.fntdata"/><Relationship Id="rId12" Type="http://schemas.openxmlformats.org/officeDocument/2006/relationships/slide" Target="slides/slide6.xml"/><Relationship Id="rId56" Type="http://schemas.openxmlformats.org/officeDocument/2006/relationships/font" Target="fonts/Hind-bold.fntdata"/><Relationship Id="rId15" Type="http://schemas.openxmlformats.org/officeDocument/2006/relationships/slide" Target="slides/slide9.xml"/><Relationship Id="rId59" Type="http://schemas.openxmlformats.org/officeDocument/2006/relationships/font" Target="fonts/Electrolize-regular.fntdata"/><Relationship Id="rId14" Type="http://schemas.openxmlformats.org/officeDocument/2006/relationships/slide" Target="slides/slide8.xml"/><Relationship Id="rId58" Type="http://schemas.openxmlformats.org/officeDocument/2006/relationships/font" Target="fonts/Quicksan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評審同學大家好 我們是第8A組 Swap一拍即合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我是黃任謙 我的組員分別是巧臻、鵑慈、慧如、和筠茜。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聖誕節-&gt;交換禮物-&gt;不太喜歡-&gt;丟掉浪費又用不到-&gt;沒關係!先讓我們介紹swap一拍即合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221ab9606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221ab9606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先讓我簡單介紹一下swap swap是...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接下來 就來看一張照片是如何帶來這個物品配對的旅程吧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221ab9606b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221ab9606b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首先，為什麼我們要做swap呢?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221ab9606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221ab9606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相信大家都在哪裡看過這張圖 - 廢衣山 - 量 - 快時尚 - 責任消費 - 處理廢衣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處理廢衣 -&gt; 空氣汙染跟地下水汙染影響周遭國家 ，已經是全球性的問題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1221ab9606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1221ab9606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可以知道廢棄物已經是全球性的議題，需要大家的重視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8e3817bda6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8e3817bda6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62d087d34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62d087d34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分成技術面與應用面來做討論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技術面: 技術核心是AI圖像辨識 我們的操作流程是使用者在...    如此達到一拍即上架的便利效果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應用面: 我們認為swap是一款高實用性的app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r>
              <a:rPr lang="en"/>
              <a:t>目前在校園推動 </a:t>
            </a:r>
            <a:r>
              <a:rPr lang="en"/>
              <a:t>所以針對的</a:t>
            </a:r>
            <a:r>
              <a:rPr lang="en"/>
              <a:t>目標是學生族群/ </a:t>
            </a:r>
            <a:r>
              <a:rPr lang="en"/>
              <a:t>此外，我們</a:t>
            </a:r>
            <a:r>
              <a:rPr lang="en">
                <a:solidFill>
                  <a:schemeClr val="dk1"/>
                </a:solidFill>
              </a:rPr>
              <a:t>希望swap是外籍生友善 所以搭載英文介面來做輔助 希望藉此提高swap能夠觸及的人數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-&gt; 總結以上，我們期待swap能夠成為一款推動循環理念，達到以物會友效果的軟體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那麼介紹完這些特色，接下來就讓我們讓一段情境demo影片來展示swap是如何運作的吧!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5e49363087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5e49363087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 0:59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95409570c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5409570c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5e49363087_2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5e49363087_2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點擊畫面下方的照相機會開啟手機相機 拍照完照片後 系統辨識照片中的物品 辨識完畢畫面跳轉至上架頁面 辨識結果做為預設呈現於上架頁面 幫助使用者快速上架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9f275114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9f275114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1:15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5e49363087_2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5e49363087_2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首先針對衣服、包包兩類進行更深入的分類辨識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8e3817bda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8e3817bda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0:36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8e3817bda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8e3817bda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向用戶收取使用費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62cde0d6d4_9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62cde0d6d4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5e49363087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5e49363087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62cde0d6d4_2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262cde0d6d4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可以知道廢棄物已經是全球性的議題，需要大家的重視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62cde0d6d4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62cde0d6d4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8e3817bd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8e3817bd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8e3817bda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8e3817bda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25e49363087_2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5e49363087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1221ab9606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1221ab9606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62d087d34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62d087d34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262cde0d6d4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62cde0d6d4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262c3cddb9b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262c3cddb9b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政大學生 安全性 反覆確認是真人 非詐騙 2. 外籍生 短期使用 期待安全又簡單 搭配英文介面輔助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262c3cddb9b_1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262c3cddb9b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政大學生 安全性 反覆確認是真人 非詐騙 2. 外籍生 短期使用 期待安全又簡單 搭配英文介面輔助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62c3cddb9b_1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62c3cddb9b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政大學生 安全性 反覆確認是真人 非詐騙 2. 外籍生 短期使用 期待安全又簡單 搭配英文介面輔助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g262c3cddb9b_1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5" name="Google Shape;1795;g262c3cddb9b_1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政大學生 安全性 反覆確認是真人 非詐騙 2. 外籍生 短期使用 期待安全又簡單 搭配英文介面輔助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262c3cddb9b_1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262c3cddb9b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政大學生 安全性 反覆確認是真人 非詐騙 2. 外籍生 短期使用 期待安全又簡單 搭配英文介面輔助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2a1abb7650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2a1abb7650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政大學生 安全性 反覆確認是真人 非詐騙 2. 外籍生 短期使用 期待安全又簡單 搭配英文介面輔助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262d623d45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262d623d45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25e4936308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25e4936308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r>
              <a:rPr lang="en"/>
              <a:t>有沒有價值? 有人在期待嗎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13c639c5e6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13c639c5e6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政大學生 安全性 反覆確認是真人 非詐騙 2. 外籍生 短期使用 期待安全又簡單 搭配英文介面輔助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g28e3817bda6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1" name="Google Shape;2051;g28e3817bda6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使用者最在乎的是流程簡化，再來是交易安全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28e3817bda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28e3817bda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13c639c5e6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13c639c5e6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28e3817bda6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28e3817bda6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1:36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28e3817bda6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28e3817bda6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262cde0d6d4_9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262cde0d6d4_9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295409570c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295409570c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跳脫單純買賣 添加以物易物的趣味性 / 推動循環利用的理念 2. 採用很多的滑動取代點擊 提升使用者在手機操作上的流暢度 5. 希望swap是外籍生友善 希望本地生和國際生都可以使用 6. 目前在校園推動 目標是學生族群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79600" y="1410550"/>
            <a:ext cx="5962200" cy="20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79600" y="3266550"/>
            <a:ext cx="5918400" cy="40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 rot="8100000">
            <a:off x="-192229" y="-17447"/>
            <a:ext cx="853142" cy="1104889"/>
            <a:chOff x="2833850" y="2350550"/>
            <a:chExt cx="853150" cy="1104900"/>
          </a:xfrm>
        </p:grpSpPr>
        <p:sp>
          <p:nvSpPr>
            <p:cNvPr id="13" name="Google Shape;13;p2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 rot="8697874">
            <a:off x="826879" y="-244003"/>
            <a:ext cx="804944" cy="1182558"/>
            <a:chOff x="9601332" y="3570186"/>
            <a:chExt cx="1128185" cy="1562191"/>
          </a:xfrm>
        </p:grpSpPr>
        <p:sp>
          <p:nvSpPr>
            <p:cNvPr id="16" name="Google Shape;16;p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 rot="-1506053">
            <a:off x="7352653" y="3850784"/>
            <a:ext cx="1021051" cy="1629906"/>
            <a:chOff x="8529317" y="3813271"/>
            <a:chExt cx="934909" cy="1492397"/>
          </a:xfrm>
        </p:grpSpPr>
        <p:sp>
          <p:nvSpPr>
            <p:cNvPr id="25" name="Google Shape;25;p2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 rot="-1506053">
            <a:off x="8166512" y="3503552"/>
            <a:ext cx="1232135" cy="1706130"/>
            <a:chOff x="9601332" y="3570186"/>
            <a:chExt cx="1128185" cy="1562191"/>
          </a:xfrm>
        </p:grpSpPr>
        <p:sp>
          <p:nvSpPr>
            <p:cNvPr id="28" name="Google Shape;28;p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 rot="-8100000">
            <a:off x="7581850" y="-532081"/>
            <a:ext cx="1016742" cy="1623027"/>
            <a:chOff x="8529317" y="3813271"/>
            <a:chExt cx="934909" cy="1492397"/>
          </a:xfrm>
        </p:grpSpPr>
        <p:sp>
          <p:nvSpPr>
            <p:cNvPr id="37" name="Google Shape;37;p2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rot="-6600067">
            <a:off x="8121577" y="-50117"/>
            <a:ext cx="1441567" cy="1680320"/>
            <a:chOff x="6332867" y="4307670"/>
            <a:chExt cx="1325460" cy="1544983"/>
          </a:xfrm>
        </p:grpSpPr>
        <p:sp>
          <p:nvSpPr>
            <p:cNvPr id="40" name="Google Shape;40;p2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3"/>
          <p:cNvSpPr txBox="1"/>
          <p:nvPr>
            <p:ph hasCustomPrompt="1"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" name="Google Shape;46;p3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" name="Google Shape;47;p3"/>
          <p:cNvGrpSpPr/>
          <p:nvPr/>
        </p:nvGrpSpPr>
        <p:grpSpPr>
          <a:xfrm flipH="1" rot="-8697874">
            <a:off x="7612598" y="-244003"/>
            <a:ext cx="804944" cy="1182558"/>
            <a:chOff x="9601332" y="3570186"/>
            <a:chExt cx="1128185" cy="1562191"/>
          </a:xfrm>
        </p:grpSpPr>
        <p:sp>
          <p:nvSpPr>
            <p:cNvPr id="48" name="Google Shape;48;p3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 flipH="1" rot="1506053">
            <a:off x="870718" y="3850784"/>
            <a:ext cx="1021051" cy="1629906"/>
            <a:chOff x="8529317" y="3813271"/>
            <a:chExt cx="934909" cy="1492397"/>
          </a:xfrm>
        </p:grpSpPr>
        <p:sp>
          <p:nvSpPr>
            <p:cNvPr id="57" name="Google Shape;57;p3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3"/>
          <p:cNvGrpSpPr/>
          <p:nvPr/>
        </p:nvGrpSpPr>
        <p:grpSpPr>
          <a:xfrm flipH="1" rot="1506053">
            <a:off x="-154225" y="3503552"/>
            <a:ext cx="1232135" cy="1706130"/>
            <a:chOff x="9601332" y="3570186"/>
            <a:chExt cx="1128185" cy="1562191"/>
          </a:xfrm>
        </p:grpSpPr>
        <p:sp>
          <p:nvSpPr>
            <p:cNvPr id="60" name="Google Shape;60;p3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3"/>
          <p:cNvGrpSpPr/>
          <p:nvPr/>
        </p:nvGrpSpPr>
        <p:grpSpPr>
          <a:xfrm flipH="1" rot="-8100000">
            <a:off x="8583509" y="-17447"/>
            <a:ext cx="853142" cy="1104889"/>
            <a:chOff x="2833850" y="2350550"/>
            <a:chExt cx="853150" cy="1104900"/>
          </a:xfrm>
        </p:grpSpPr>
        <p:sp>
          <p:nvSpPr>
            <p:cNvPr id="69" name="Google Shape;69;p3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720000" y="1152475"/>
            <a:ext cx="77040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75" name="Google Shape;75;p4"/>
          <p:cNvGrpSpPr/>
          <p:nvPr/>
        </p:nvGrpSpPr>
        <p:grpSpPr>
          <a:xfrm rot="-1611584">
            <a:off x="8304434" y="3790229"/>
            <a:ext cx="981258" cy="1444850"/>
            <a:chOff x="3922000" y="2234050"/>
            <a:chExt cx="981275" cy="1444875"/>
          </a:xfrm>
        </p:grpSpPr>
        <p:sp>
          <p:nvSpPr>
            <p:cNvPr id="76" name="Google Shape;76;p4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" name="Google Shape;78;p4"/>
          <p:cNvGrpSpPr/>
          <p:nvPr/>
        </p:nvGrpSpPr>
        <p:grpSpPr>
          <a:xfrm flipH="1" rot="709740">
            <a:off x="7259798" y="4372648"/>
            <a:ext cx="940696" cy="1056617"/>
            <a:chOff x="1603825" y="2277075"/>
            <a:chExt cx="1062450" cy="1193375"/>
          </a:xfrm>
        </p:grpSpPr>
        <p:sp>
          <p:nvSpPr>
            <p:cNvPr id="79" name="Google Shape;79;p4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4"/>
          <p:cNvGrpSpPr/>
          <p:nvPr/>
        </p:nvGrpSpPr>
        <p:grpSpPr>
          <a:xfrm rot="9066473">
            <a:off x="-181832" y="-323621"/>
            <a:ext cx="668053" cy="1401960"/>
            <a:chOff x="3912125" y="621725"/>
            <a:chExt cx="668000" cy="1401850"/>
          </a:xfrm>
        </p:grpSpPr>
        <p:sp>
          <p:nvSpPr>
            <p:cNvPr id="82" name="Google Shape;82;p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idx="1" type="subTitle"/>
          </p:nvPr>
        </p:nvSpPr>
        <p:spPr>
          <a:xfrm>
            <a:off x="4700000" y="2876550"/>
            <a:ext cx="34266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3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5"/>
          <p:cNvSpPr txBox="1"/>
          <p:nvPr>
            <p:ph idx="2" type="subTitle"/>
          </p:nvPr>
        </p:nvSpPr>
        <p:spPr>
          <a:xfrm>
            <a:off x="4700000" y="1549125"/>
            <a:ext cx="34266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3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5"/>
          <p:cNvSpPr txBox="1"/>
          <p:nvPr>
            <p:ph idx="3" type="subTitle"/>
          </p:nvPr>
        </p:nvSpPr>
        <p:spPr>
          <a:xfrm>
            <a:off x="4577532" y="3332575"/>
            <a:ext cx="342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5"/>
          <p:cNvSpPr txBox="1"/>
          <p:nvPr>
            <p:ph idx="4" type="subTitle"/>
          </p:nvPr>
        </p:nvSpPr>
        <p:spPr>
          <a:xfrm>
            <a:off x="4577532" y="2005150"/>
            <a:ext cx="342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1" name="Google Shape;91;p5"/>
          <p:cNvGrpSpPr/>
          <p:nvPr/>
        </p:nvGrpSpPr>
        <p:grpSpPr>
          <a:xfrm rot="-1611584">
            <a:off x="8339834" y="3327354"/>
            <a:ext cx="981258" cy="1444850"/>
            <a:chOff x="3922000" y="2234050"/>
            <a:chExt cx="981275" cy="1444875"/>
          </a:xfrm>
        </p:grpSpPr>
        <p:sp>
          <p:nvSpPr>
            <p:cNvPr id="92" name="Google Shape;92;p5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5"/>
          <p:cNvGrpSpPr/>
          <p:nvPr/>
        </p:nvGrpSpPr>
        <p:grpSpPr>
          <a:xfrm flipH="1" rot="709740">
            <a:off x="7303473" y="4093173"/>
            <a:ext cx="940696" cy="1056617"/>
            <a:chOff x="1603825" y="2277075"/>
            <a:chExt cx="1062450" cy="1193375"/>
          </a:xfrm>
        </p:grpSpPr>
        <p:sp>
          <p:nvSpPr>
            <p:cNvPr id="95" name="Google Shape;95;p5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5"/>
          <p:cNvGrpSpPr/>
          <p:nvPr/>
        </p:nvGrpSpPr>
        <p:grpSpPr>
          <a:xfrm rot="9066473">
            <a:off x="534318" y="-552671"/>
            <a:ext cx="668053" cy="1401960"/>
            <a:chOff x="3912125" y="621725"/>
            <a:chExt cx="668000" cy="1401850"/>
          </a:xfrm>
        </p:grpSpPr>
        <p:sp>
          <p:nvSpPr>
            <p:cNvPr id="98" name="Google Shape;98;p5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3" name="Google Shape;103;p6"/>
          <p:cNvGrpSpPr/>
          <p:nvPr/>
        </p:nvGrpSpPr>
        <p:grpSpPr>
          <a:xfrm rot="8697874">
            <a:off x="-38671" y="-191778"/>
            <a:ext cx="804944" cy="1182558"/>
            <a:chOff x="9601332" y="3570186"/>
            <a:chExt cx="1128185" cy="1562191"/>
          </a:xfrm>
        </p:grpSpPr>
        <p:sp>
          <p:nvSpPr>
            <p:cNvPr id="104" name="Google Shape;104;p6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6"/>
          <p:cNvGrpSpPr/>
          <p:nvPr/>
        </p:nvGrpSpPr>
        <p:grpSpPr>
          <a:xfrm rot="-1506053">
            <a:off x="-146722" y="3868384"/>
            <a:ext cx="1021051" cy="1629906"/>
            <a:chOff x="8529317" y="3813271"/>
            <a:chExt cx="934909" cy="1492397"/>
          </a:xfrm>
        </p:grpSpPr>
        <p:sp>
          <p:nvSpPr>
            <p:cNvPr id="113" name="Google Shape;113;p6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6"/>
          <p:cNvGrpSpPr/>
          <p:nvPr/>
        </p:nvGrpSpPr>
        <p:grpSpPr>
          <a:xfrm rot="-6599768">
            <a:off x="8072505" y="-355468"/>
            <a:ext cx="1295395" cy="1509938"/>
            <a:chOff x="6332867" y="4307670"/>
            <a:chExt cx="1325460" cy="1544983"/>
          </a:xfrm>
        </p:grpSpPr>
        <p:sp>
          <p:nvSpPr>
            <p:cNvPr id="116" name="Google Shape;116;p6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693800" y="1794600"/>
            <a:ext cx="372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693932" y="2522725"/>
            <a:ext cx="3724500" cy="8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22" name="Google Shape;122;p7"/>
          <p:cNvGrpSpPr/>
          <p:nvPr/>
        </p:nvGrpSpPr>
        <p:grpSpPr>
          <a:xfrm rot="8520626">
            <a:off x="-257053" y="61227"/>
            <a:ext cx="981246" cy="1444833"/>
            <a:chOff x="3922000" y="2234050"/>
            <a:chExt cx="981275" cy="1444875"/>
          </a:xfrm>
        </p:grpSpPr>
        <p:sp>
          <p:nvSpPr>
            <p:cNvPr id="123" name="Google Shape;123;p7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7"/>
          <p:cNvGrpSpPr/>
          <p:nvPr/>
        </p:nvGrpSpPr>
        <p:grpSpPr>
          <a:xfrm flipH="1" rot="9413182">
            <a:off x="920808" y="-322109"/>
            <a:ext cx="940777" cy="1056709"/>
            <a:chOff x="1603825" y="2277075"/>
            <a:chExt cx="1062450" cy="1193375"/>
          </a:xfrm>
        </p:grpSpPr>
        <p:sp>
          <p:nvSpPr>
            <p:cNvPr id="126" name="Google Shape;126;p7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7"/>
          <p:cNvGrpSpPr/>
          <p:nvPr/>
        </p:nvGrpSpPr>
        <p:grpSpPr>
          <a:xfrm flipH="1" rot="-2885086">
            <a:off x="7990251" y="4169319"/>
            <a:ext cx="591248" cy="1451209"/>
            <a:chOff x="2978125" y="596500"/>
            <a:chExt cx="591275" cy="1451275"/>
          </a:xfrm>
        </p:grpSpPr>
        <p:sp>
          <p:nvSpPr>
            <p:cNvPr id="129" name="Google Shape;129;p7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7"/>
          <p:cNvGrpSpPr/>
          <p:nvPr/>
        </p:nvGrpSpPr>
        <p:grpSpPr>
          <a:xfrm flipH="1" rot="-1800122">
            <a:off x="8415631" y="3739707"/>
            <a:ext cx="808128" cy="1189926"/>
            <a:chOff x="3922000" y="2234050"/>
            <a:chExt cx="981275" cy="1444875"/>
          </a:xfrm>
        </p:grpSpPr>
        <p:sp>
          <p:nvSpPr>
            <p:cNvPr id="132" name="Google Shape;132;p7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7"/>
          <p:cNvGrpSpPr/>
          <p:nvPr/>
        </p:nvGrpSpPr>
        <p:grpSpPr>
          <a:xfrm flipH="1" rot="2760288">
            <a:off x="596786" y="4162751"/>
            <a:ext cx="668002" cy="1401854"/>
            <a:chOff x="3912125" y="621725"/>
            <a:chExt cx="668000" cy="1401850"/>
          </a:xfrm>
        </p:grpSpPr>
        <p:sp>
          <p:nvSpPr>
            <p:cNvPr id="135" name="Google Shape;135;p7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7"/>
          <p:cNvGrpSpPr/>
          <p:nvPr/>
        </p:nvGrpSpPr>
        <p:grpSpPr>
          <a:xfrm flipH="1" rot="-7151584">
            <a:off x="8351970" y="196657"/>
            <a:ext cx="935448" cy="1312765"/>
            <a:chOff x="4841950" y="633750"/>
            <a:chExt cx="1039100" cy="1458225"/>
          </a:xfrm>
        </p:grpSpPr>
        <p:sp>
          <p:nvSpPr>
            <p:cNvPr id="138" name="Google Shape;138;p7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7"/>
          <p:cNvGrpSpPr/>
          <p:nvPr/>
        </p:nvGrpSpPr>
        <p:grpSpPr>
          <a:xfrm flipH="1" rot="1676785">
            <a:off x="-17131" y="3730394"/>
            <a:ext cx="591217" cy="1451133"/>
            <a:chOff x="2978125" y="596500"/>
            <a:chExt cx="591275" cy="1451275"/>
          </a:xfrm>
        </p:grpSpPr>
        <p:sp>
          <p:nvSpPr>
            <p:cNvPr id="147" name="Google Shape;147;p7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7"/>
          <p:cNvGrpSpPr/>
          <p:nvPr/>
        </p:nvGrpSpPr>
        <p:grpSpPr>
          <a:xfrm flipH="1" rot="-7655812">
            <a:off x="7796588" y="-298837"/>
            <a:ext cx="780013" cy="1010181"/>
            <a:chOff x="2833850" y="2350550"/>
            <a:chExt cx="853150" cy="1104900"/>
          </a:xfrm>
        </p:grpSpPr>
        <p:sp>
          <p:nvSpPr>
            <p:cNvPr id="150" name="Google Shape;150;p7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1007575" y="1552200"/>
            <a:ext cx="4784700" cy="20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" name="Google Shape;155;p8"/>
          <p:cNvGrpSpPr/>
          <p:nvPr/>
        </p:nvGrpSpPr>
        <p:grpSpPr>
          <a:xfrm rot="927986">
            <a:off x="788009" y="4152371"/>
            <a:ext cx="571876" cy="1200127"/>
            <a:chOff x="3912125" y="621725"/>
            <a:chExt cx="668000" cy="1401850"/>
          </a:xfrm>
        </p:grpSpPr>
        <p:sp>
          <p:nvSpPr>
            <p:cNvPr id="156" name="Google Shape;156;p8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8"/>
          <p:cNvGrpSpPr/>
          <p:nvPr/>
        </p:nvGrpSpPr>
        <p:grpSpPr>
          <a:xfrm rot="2016828">
            <a:off x="-158030" y="3547788"/>
            <a:ext cx="981289" cy="1444896"/>
            <a:chOff x="3922000" y="2234050"/>
            <a:chExt cx="981275" cy="1444875"/>
          </a:xfrm>
        </p:grpSpPr>
        <p:sp>
          <p:nvSpPr>
            <p:cNvPr id="159" name="Google Shape;159;p8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8"/>
          <p:cNvGrpSpPr/>
          <p:nvPr/>
        </p:nvGrpSpPr>
        <p:grpSpPr>
          <a:xfrm rot="-8949721">
            <a:off x="7625263" y="-367211"/>
            <a:ext cx="1039075" cy="1458191"/>
            <a:chOff x="4841950" y="633750"/>
            <a:chExt cx="1039100" cy="1458225"/>
          </a:xfrm>
        </p:grpSpPr>
        <p:sp>
          <p:nvSpPr>
            <p:cNvPr id="162" name="Google Shape;162;p8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p8"/>
          <p:cNvGrpSpPr/>
          <p:nvPr/>
        </p:nvGrpSpPr>
        <p:grpSpPr>
          <a:xfrm rot="8647558">
            <a:off x="-41990" y="105736"/>
            <a:ext cx="667994" cy="1401837"/>
            <a:chOff x="3912125" y="621725"/>
            <a:chExt cx="668000" cy="1401850"/>
          </a:xfrm>
        </p:grpSpPr>
        <p:sp>
          <p:nvSpPr>
            <p:cNvPr id="171" name="Google Shape;171;p8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8"/>
          <p:cNvGrpSpPr/>
          <p:nvPr/>
        </p:nvGrpSpPr>
        <p:grpSpPr>
          <a:xfrm rot="7655855">
            <a:off x="451004" y="-390561"/>
            <a:ext cx="853133" cy="1104879"/>
            <a:chOff x="2833850" y="2350550"/>
            <a:chExt cx="853150" cy="1104900"/>
          </a:xfrm>
        </p:grpSpPr>
        <p:sp>
          <p:nvSpPr>
            <p:cNvPr id="174" name="Google Shape;174;p8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8"/>
          <p:cNvGrpSpPr/>
          <p:nvPr/>
        </p:nvGrpSpPr>
        <p:grpSpPr>
          <a:xfrm rot="-8100000">
            <a:off x="8351955" y="600457"/>
            <a:ext cx="919399" cy="988141"/>
            <a:chOff x="1603825" y="2277075"/>
            <a:chExt cx="1062450" cy="1193375"/>
          </a:xfrm>
        </p:grpSpPr>
        <p:sp>
          <p:nvSpPr>
            <p:cNvPr id="177" name="Google Shape;177;p8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3795700" y="1768325"/>
            <a:ext cx="4628700" cy="7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2" name="Google Shape;182;p9"/>
          <p:cNvSpPr txBox="1"/>
          <p:nvPr>
            <p:ph idx="1" type="subTitle"/>
          </p:nvPr>
        </p:nvSpPr>
        <p:spPr>
          <a:xfrm>
            <a:off x="3795372" y="2567950"/>
            <a:ext cx="4628700" cy="11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3" name="Google Shape;183;p9"/>
          <p:cNvGrpSpPr/>
          <p:nvPr/>
        </p:nvGrpSpPr>
        <p:grpSpPr>
          <a:xfrm rot="2943526">
            <a:off x="-291093" y="4013908"/>
            <a:ext cx="1063375" cy="1383983"/>
            <a:chOff x="1636075" y="629625"/>
            <a:chExt cx="1063350" cy="1383950"/>
          </a:xfrm>
        </p:grpSpPr>
        <p:sp>
          <p:nvSpPr>
            <p:cNvPr id="184" name="Google Shape;184;p9"/>
            <p:cNvSpPr/>
            <p:nvPr/>
          </p:nvSpPr>
          <p:spPr>
            <a:xfrm>
              <a:off x="1636075" y="629625"/>
              <a:ext cx="1063350" cy="1152900"/>
            </a:xfrm>
            <a:custGeom>
              <a:rect b="b" l="l" r="r" t="t"/>
              <a:pathLst>
                <a:path extrusionOk="0" h="46116" w="42534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1894850" y="903600"/>
              <a:ext cx="586275" cy="1109975"/>
            </a:xfrm>
            <a:custGeom>
              <a:rect b="b" l="l" r="r" t="t"/>
              <a:pathLst>
                <a:path extrusionOk="0" h="44399" w="23451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9"/>
          <p:cNvGrpSpPr/>
          <p:nvPr/>
        </p:nvGrpSpPr>
        <p:grpSpPr>
          <a:xfrm flipH="1" rot="1506053">
            <a:off x="838137" y="4031602"/>
            <a:ext cx="1232135" cy="1706130"/>
            <a:chOff x="9601332" y="3570186"/>
            <a:chExt cx="1128185" cy="1562191"/>
          </a:xfrm>
        </p:grpSpPr>
        <p:sp>
          <p:nvSpPr>
            <p:cNvPr id="187" name="Google Shape;187;p9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9"/>
          <p:cNvGrpSpPr/>
          <p:nvPr/>
        </p:nvGrpSpPr>
        <p:grpSpPr>
          <a:xfrm flipH="1" rot="8100000">
            <a:off x="118100" y="-769306"/>
            <a:ext cx="1016742" cy="1623027"/>
            <a:chOff x="8529317" y="3813271"/>
            <a:chExt cx="934909" cy="1492397"/>
          </a:xfrm>
        </p:grpSpPr>
        <p:sp>
          <p:nvSpPr>
            <p:cNvPr id="196" name="Google Shape;196;p9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9"/>
          <p:cNvGrpSpPr/>
          <p:nvPr/>
        </p:nvGrpSpPr>
        <p:grpSpPr>
          <a:xfrm rot="8697874">
            <a:off x="-363996" y="4422"/>
            <a:ext cx="804944" cy="1182558"/>
            <a:chOff x="9601332" y="3570186"/>
            <a:chExt cx="1128185" cy="1562191"/>
          </a:xfrm>
        </p:grpSpPr>
        <p:sp>
          <p:nvSpPr>
            <p:cNvPr id="199" name="Google Shape;199;p9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9"/>
          <p:cNvGrpSpPr/>
          <p:nvPr/>
        </p:nvGrpSpPr>
        <p:grpSpPr>
          <a:xfrm rot="-8999956">
            <a:off x="8253817" y="-179128"/>
            <a:ext cx="853131" cy="1104876"/>
            <a:chOff x="2833850" y="2350550"/>
            <a:chExt cx="853150" cy="1104900"/>
          </a:xfrm>
        </p:grpSpPr>
        <p:sp>
          <p:nvSpPr>
            <p:cNvPr id="208" name="Google Shape;208;p9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type="title"/>
          </p:nvPr>
        </p:nvSpPr>
        <p:spPr>
          <a:xfrm>
            <a:off x="3626275" y="2870450"/>
            <a:ext cx="4802700" cy="12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3" name="Google Shape;21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hasCustomPrompt="1" type="title"/>
          </p:nvPr>
        </p:nvSpPr>
        <p:spPr>
          <a:xfrm>
            <a:off x="1688400" y="1578425"/>
            <a:ext cx="57672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6" name="Google Shape;216;p11"/>
          <p:cNvSpPr txBox="1"/>
          <p:nvPr>
            <p:ph idx="1" type="subTitle"/>
          </p:nvPr>
        </p:nvSpPr>
        <p:spPr>
          <a:xfrm>
            <a:off x="1688400" y="3089575"/>
            <a:ext cx="5767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7" name="Google Shape;217;p11"/>
          <p:cNvGrpSpPr/>
          <p:nvPr/>
        </p:nvGrpSpPr>
        <p:grpSpPr>
          <a:xfrm flipH="1" rot="9872014">
            <a:off x="788009" y="-475932"/>
            <a:ext cx="571876" cy="1200127"/>
            <a:chOff x="3912125" y="621725"/>
            <a:chExt cx="668000" cy="1401850"/>
          </a:xfrm>
        </p:grpSpPr>
        <p:sp>
          <p:nvSpPr>
            <p:cNvPr id="218" name="Google Shape;218;p1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11"/>
          <p:cNvGrpSpPr/>
          <p:nvPr/>
        </p:nvGrpSpPr>
        <p:grpSpPr>
          <a:xfrm flipH="1" rot="-2700000">
            <a:off x="8351955" y="3287969"/>
            <a:ext cx="919399" cy="988141"/>
            <a:chOff x="1603825" y="2277075"/>
            <a:chExt cx="1062450" cy="1193375"/>
          </a:xfrm>
        </p:grpSpPr>
        <p:sp>
          <p:nvSpPr>
            <p:cNvPr id="221" name="Google Shape;221;p11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" name="Google Shape;223;p11"/>
          <p:cNvGrpSpPr/>
          <p:nvPr/>
        </p:nvGrpSpPr>
        <p:grpSpPr>
          <a:xfrm flipH="1" rot="2152442">
            <a:off x="-41990" y="3368993"/>
            <a:ext cx="667994" cy="1401837"/>
            <a:chOff x="3912125" y="621725"/>
            <a:chExt cx="668000" cy="1401850"/>
          </a:xfrm>
        </p:grpSpPr>
        <p:sp>
          <p:nvSpPr>
            <p:cNvPr id="224" name="Google Shape;224;p1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11"/>
          <p:cNvGrpSpPr/>
          <p:nvPr/>
        </p:nvGrpSpPr>
        <p:grpSpPr>
          <a:xfrm flipH="1" rot="3144145">
            <a:off x="451004" y="4162249"/>
            <a:ext cx="853133" cy="1104879"/>
            <a:chOff x="2833850" y="2350550"/>
            <a:chExt cx="853150" cy="1104900"/>
          </a:xfrm>
        </p:grpSpPr>
        <p:sp>
          <p:nvSpPr>
            <p:cNvPr id="227" name="Google Shape;227;p11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" name="Google Shape;229;p11"/>
          <p:cNvGrpSpPr/>
          <p:nvPr/>
        </p:nvGrpSpPr>
        <p:grpSpPr>
          <a:xfrm rot="-7799162">
            <a:off x="7933553" y="-358578"/>
            <a:ext cx="667999" cy="1401848"/>
            <a:chOff x="3912125" y="621725"/>
            <a:chExt cx="668000" cy="1401850"/>
          </a:xfrm>
        </p:grpSpPr>
        <p:sp>
          <p:nvSpPr>
            <p:cNvPr id="230" name="Google Shape;230;p1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p11"/>
          <p:cNvGrpSpPr/>
          <p:nvPr/>
        </p:nvGrpSpPr>
        <p:grpSpPr>
          <a:xfrm rot="-7799162">
            <a:off x="8302277" y="572057"/>
            <a:ext cx="853149" cy="1104898"/>
            <a:chOff x="2833850" y="2350550"/>
            <a:chExt cx="853150" cy="1104900"/>
          </a:xfrm>
        </p:grpSpPr>
        <p:sp>
          <p:nvSpPr>
            <p:cNvPr id="233" name="Google Shape;233;p11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11"/>
          <p:cNvGrpSpPr/>
          <p:nvPr/>
        </p:nvGrpSpPr>
        <p:grpSpPr>
          <a:xfrm flipH="1" rot="8783172">
            <a:off x="-158030" y="-116117"/>
            <a:ext cx="981289" cy="1444896"/>
            <a:chOff x="3922000" y="2234050"/>
            <a:chExt cx="981275" cy="1444875"/>
          </a:xfrm>
        </p:grpSpPr>
        <p:sp>
          <p:nvSpPr>
            <p:cNvPr id="236" name="Google Shape;236;p11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hasCustomPrompt="1" type="title"/>
          </p:nvPr>
        </p:nvSpPr>
        <p:spPr>
          <a:xfrm>
            <a:off x="1083900" y="1669166"/>
            <a:ext cx="1086000" cy="7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/>
          <p:nvPr>
            <p:ph idx="1" type="subTitle"/>
          </p:nvPr>
        </p:nvSpPr>
        <p:spPr>
          <a:xfrm>
            <a:off x="2319248" y="1959150"/>
            <a:ext cx="2265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3"/>
          <p:cNvSpPr txBox="1"/>
          <p:nvPr>
            <p:ph hasCustomPrompt="1" idx="2" type="title"/>
          </p:nvPr>
        </p:nvSpPr>
        <p:spPr>
          <a:xfrm>
            <a:off x="4646650" y="1669166"/>
            <a:ext cx="1086000" cy="7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/>
          <p:nvPr>
            <p:ph idx="3" type="subTitle"/>
          </p:nvPr>
        </p:nvSpPr>
        <p:spPr>
          <a:xfrm>
            <a:off x="5794188" y="1959150"/>
            <a:ext cx="2265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hasCustomPrompt="1" idx="4" type="title"/>
          </p:nvPr>
        </p:nvSpPr>
        <p:spPr>
          <a:xfrm>
            <a:off x="1083900" y="3077566"/>
            <a:ext cx="1086000" cy="7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/>
          <p:nvPr>
            <p:ph idx="5" type="subTitle"/>
          </p:nvPr>
        </p:nvSpPr>
        <p:spPr>
          <a:xfrm>
            <a:off x="2319248" y="3372074"/>
            <a:ext cx="2265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3"/>
          <p:cNvSpPr txBox="1"/>
          <p:nvPr>
            <p:ph hasCustomPrompt="1" idx="6" type="title"/>
          </p:nvPr>
        </p:nvSpPr>
        <p:spPr>
          <a:xfrm>
            <a:off x="4646650" y="3077566"/>
            <a:ext cx="1086000" cy="7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/>
          <p:nvPr>
            <p:ph idx="7" type="subTitle"/>
          </p:nvPr>
        </p:nvSpPr>
        <p:spPr>
          <a:xfrm>
            <a:off x="5794188" y="3372074"/>
            <a:ext cx="2265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1" name="Google Shape;251;p13"/>
          <p:cNvSpPr txBox="1"/>
          <p:nvPr>
            <p:ph idx="9" type="subTitle"/>
          </p:nvPr>
        </p:nvSpPr>
        <p:spPr>
          <a:xfrm>
            <a:off x="2313287" y="1624000"/>
            <a:ext cx="2265900" cy="41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2" name="Google Shape;252;p13"/>
          <p:cNvSpPr txBox="1"/>
          <p:nvPr>
            <p:ph idx="13" type="subTitle"/>
          </p:nvPr>
        </p:nvSpPr>
        <p:spPr>
          <a:xfrm>
            <a:off x="5794200" y="1624000"/>
            <a:ext cx="2265900" cy="41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3" name="Google Shape;253;p13"/>
          <p:cNvSpPr txBox="1"/>
          <p:nvPr>
            <p:ph idx="14" type="subTitle"/>
          </p:nvPr>
        </p:nvSpPr>
        <p:spPr>
          <a:xfrm>
            <a:off x="2313287" y="3033276"/>
            <a:ext cx="2265900" cy="41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4" name="Google Shape;254;p13"/>
          <p:cNvSpPr txBox="1"/>
          <p:nvPr>
            <p:ph idx="15" type="subTitle"/>
          </p:nvPr>
        </p:nvSpPr>
        <p:spPr>
          <a:xfrm>
            <a:off x="5794200" y="3033276"/>
            <a:ext cx="2265900" cy="41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55" name="Google Shape;255;p13"/>
          <p:cNvGrpSpPr/>
          <p:nvPr/>
        </p:nvGrpSpPr>
        <p:grpSpPr>
          <a:xfrm rot="8100000">
            <a:off x="-111539" y="87865"/>
            <a:ext cx="853142" cy="1104889"/>
            <a:chOff x="2833850" y="2350550"/>
            <a:chExt cx="853150" cy="1104900"/>
          </a:xfrm>
        </p:grpSpPr>
        <p:sp>
          <p:nvSpPr>
            <p:cNvPr id="256" name="Google Shape;256;p13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13"/>
          <p:cNvGrpSpPr/>
          <p:nvPr/>
        </p:nvGrpSpPr>
        <p:grpSpPr>
          <a:xfrm rot="8697874">
            <a:off x="907569" y="-138690"/>
            <a:ext cx="804944" cy="1182558"/>
            <a:chOff x="9601332" y="3570186"/>
            <a:chExt cx="1128185" cy="1562191"/>
          </a:xfrm>
        </p:grpSpPr>
        <p:sp>
          <p:nvSpPr>
            <p:cNvPr id="259" name="Google Shape;259;p13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13"/>
          <p:cNvGrpSpPr/>
          <p:nvPr/>
        </p:nvGrpSpPr>
        <p:grpSpPr>
          <a:xfrm rot="-7962588">
            <a:off x="7925248" y="-327356"/>
            <a:ext cx="534274" cy="1121215"/>
            <a:chOff x="3912125" y="621725"/>
            <a:chExt cx="668000" cy="1401850"/>
          </a:xfrm>
        </p:grpSpPr>
        <p:sp>
          <p:nvSpPr>
            <p:cNvPr id="268" name="Google Shape;268;p13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" name="Google Shape;270;p13"/>
          <p:cNvGrpSpPr/>
          <p:nvPr/>
        </p:nvGrpSpPr>
        <p:grpSpPr>
          <a:xfrm rot="-7525031">
            <a:off x="8343491" y="158626"/>
            <a:ext cx="829856" cy="1221801"/>
            <a:chOff x="2943425" y="3566975"/>
            <a:chExt cx="981275" cy="1444875"/>
          </a:xfrm>
        </p:grpSpPr>
        <p:sp>
          <p:nvSpPr>
            <p:cNvPr id="271" name="Google Shape;271;p13"/>
            <p:cNvSpPr/>
            <p:nvPr/>
          </p:nvSpPr>
          <p:spPr>
            <a:xfrm>
              <a:off x="2943425" y="3566975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3062825" y="3709950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13"/>
          <p:cNvGrpSpPr/>
          <p:nvPr/>
        </p:nvGrpSpPr>
        <p:grpSpPr>
          <a:xfrm rot="-2014825">
            <a:off x="8390463" y="3916099"/>
            <a:ext cx="591268" cy="1451257"/>
            <a:chOff x="2978125" y="596500"/>
            <a:chExt cx="591275" cy="1451275"/>
          </a:xfrm>
        </p:grpSpPr>
        <p:sp>
          <p:nvSpPr>
            <p:cNvPr id="274" name="Google Shape;274;p13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>
            <p:ph type="title"/>
          </p:nvPr>
        </p:nvSpPr>
        <p:spPr>
          <a:xfrm>
            <a:off x="2290025" y="3027988"/>
            <a:ext cx="456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9" name="Google Shape;279;p14"/>
          <p:cNvSpPr txBox="1"/>
          <p:nvPr>
            <p:ph idx="1" type="subTitle"/>
          </p:nvPr>
        </p:nvSpPr>
        <p:spPr>
          <a:xfrm>
            <a:off x="1279300" y="1583613"/>
            <a:ext cx="6585300" cy="14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280" name="Google Shape;280;p14"/>
          <p:cNvGrpSpPr/>
          <p:nvPr/>
        </p:nvGrpSpPr>
        <p:grpSpPr>
          <a:xfrm rot="-1506053">
            <a:off x="7352653" y="3850784"/>
            <a:ext cx="1021051" cy="1629906"/>
            <a:chOff x="8529317" y="3813271"/>
            <a:chExt cx="934909" cy="1492397"/>
          </a:xfrm>
        </p:grpSpPr>
        <p:sp>
          <p:nvSpPr>
            <p:cNvPr id="281" name="Google Shape;281;p14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14"/>
          <p:cNvGrpSpPr/>
          <p:nvPr/>
        </p:nvGrpSpPr>
        <p:grpSpPr>
          <a:xfrm rot="-1506053">
            <a:off x="8166512" y="3503552"/>
            <a:ext cx="1232135" cy="1706130"/>
            <a:chOff x="9601332" y="3570186"/>
            <a:chExt cx="1128185" cy="1562191"/>
          </a:xfrm>
        </p:grpSpPr>
        <p:sp>
          <p:nvSpPr>
            <p:cNvPr id="284" name="Google Shape;284;p14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p14"/>
          <p:cNvGrpSpPr/>
          <p:nvPr/>
        </p:nvGrpSpPr>
        <p:grpSpPr>
          <a:xfrm rot="1837954">
            <a:off x="-70898" y="4003625"/>
            <a:ext cx="1178946" cy="1324227"/>
            <a:chOff x="625250" y="3610000"/>
            <a:chExt cx="1062450" cy="1193375"/>
          </a:xfrm>
        </p:grpSpPr>
        <p:sp>
          <p:nvSpPr>
            <p:cNvPr id="293" name="Google Shape;293;p14"/>
            <p:cNvSpPr/>
            <p:nvPr/>
          </p:nvSpPr>
          <p:spPr>
            <a:xfrm>
              <a:off x="625250" y="3610000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786200" y="3812475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" name="Google Shape;295;p14"/>
          <p:cNvGrpSpPr/>
          <p:nvPr/>
        </p:nvGrpSpPr>
        <p:grpSpPr>
          <a:xfrm rot="-7879032">
            <a:off x="7849397" y="-433626"/>
            <a:ext cx="894437" cy="1317010"/>
            <a:chOff x="2943425" y="3566975"/>
            <a:chExt cx="981275" cy="1444875"/>
          </a:xfrm>
        </p:grpSpPr>
        <p:sp>
          <p:nvSpPr>
            <p:cNvPr id="296" name="Google Shape;296;p14"/>
            <p:cNvSpPr/>
            <p:nvPr/>
          </p:nvSpPr>
          <p:spPr>
            <a:xfrm>
              <a:off x="2943425" y="3566975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3062825" y="3709950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14"/>
          <p:cNvGrpSpPr/>
          <p:nvPr/>
        </p:nvGrpSpPr>
        <p:grpSpPr>
          <a:xfrm rot="-8100000">
            <a:off x="8370494" y="90272"/>
            <a:ext cx="1021105" cy="1629992"/>
            <a:chOff x="8529317" y="3813271"/>
            <a:chExt cx="934909" cy="1492397"/>
          </a:xfrm>
        </p:grpSpPr>
        <p:sp>
          <p:nvSpPr>
            <p:cNvPr id="299" name="Google Shape;299;p14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4"/>
          <p:cNvGrpSpPr/>
          <p:nvPr/>
        </p:nvGrpSpPr>
        <p:grpSpPr>
          <a:xfrm rot="8100000">
            <a:off x="-192229" y="146203"/>
            <a:ext cx="853142" cy="1104889"/>
            <a:chOff x="2833850" y="2350550"/>
            <a:chExt cx="853150" cy="1104900"/>
          </a:xfrm>
        </p:grpSpPr>
        <p:sp>
          <p:nvSpPr>
            <p:cNvPr id="302" name="Google Shape;302;p1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" name="Google Shape;304;p14"/>
          <p:cNvGrpSpPr/>
          <p:nvPr/>
        </p:nvGrpSpPr>
        <p:grpSpPr>
          <a:xfrm rot="8697874">
            <a:off x="826879" y="-244003"/>
            <a:ext cx="804944" cy="1182558"/>
            <a:chOff x="9601332" y="3570186"/>
            <a:chExt cx="1128185" cy="1562191"/>
          </a:xfrm>
        </p:grpSpPr>
        <p:sp>
          <p:nvSpPr>
            <p:cNvPr id="305" name="Google Shape;305;p14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16" name="Google Shape;316;p15"/>
          <p:cNvGrpSpPr/>
          <p:nvPr/>
        </p:nvGrpSpPr>
        <p:grpSpPr>
          <a:xfrm rot="3600019">
            <a:off x="14334" y="4086508"/>
            <a:ext cx="1011470" cy="1419450"/>
            <a:chOff x="4841950" y="633750"/>
            <a:chExt cx="1039100" cy="1458225"/>
          </a:xfrm>
        </p:grpSpPr>
        <p:sp>
          <p:nvSpPr>
            <p:cNvPr id="317" name="Google Shape;317;p15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15"/>
          <p:cNvGrpSpPr/>
          <p:nvPr/>
        </p:nvGrpSpPr>
        <p:grpSpPr>
          <a:xfrm flipH="1" rot="-8100000">
            <a:off x="8288483" y="-216793"/>
            <a:ext cx="940735" cy="1056661"/>
            <a:chOff x="1603825" y="2277075"/>
            <a:chExt cx="1062450" cy="1193375"/>
          </a:xfrm>
        </p:grpSpPr>
        <p:sp>
          <p:nvSpPr>
            <p:cNvPr id="326" name="Google Shape;326;p15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8" name="Google Shape;32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"/>
          <p:cNvSpPr txBox="1"/>
          <p:nvPr>
            <p:ph idx="1" type="subTitle"/>
          </p:nvPr>
        </p:nvSpPr>
        <p:spPr>
          <a:xfrm>
            <a:off x="4675775" y="2994913"/>
            <a:ext cx="364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type="title"/>
          </p:nvPr>
        </p:nvSpPr>
        <p:spPr>
          <a:xfrm>
            <a:off x="4675775" y="1283688"/>
            <a:ext cx="3644700" cy="163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32" name="Google Shape;332;p16"/>
          <p:cNvGrpSpPr/>
          <p:nvPr/>
        </p:nvGrpSpPr>
        <p:grpSpPr>
          <a:xfrm rot="-7434548">
            <a:off x="7859941" y="-385355"/>
            <a:ext cx="767392" cy="993836"/>
            <a:chOff x="2833850" y="2350550"/>
            <a:chExt cx="853150" cy="1104900"/>
          </a:xfrm>
        </p:grpSpPr>
        <p:sp>
          <p:nvSpPr>
            <p:cNvPr id="333" name="Google Shape;333;p16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16"/>
          <p:cNvGrpSpPr/>
          <p:nvPr/>
        </p:nvGrpSpPr>
        <p:grpSpPr>
          <a:xfrm rot="990298">
            <a:off x="-143447" y="3833239"/>
            <a:ext cx="1039105" cy="1458232"/>
            <a:chOff x="4841950" y="633750"/>
            <a:chExt cx="1039100" cy="1458225"/>
          </a:xfrm>
        </p:grpSpPr>
        <p:sp>
          <p:nvSpPr>
            <p:cNvPr id="336" name="Google Shape;336;p16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16"/>
          <p:cNvGrpSpPr/>
          <p:nvPr/>
        </p:nvGrpSpPr>
        <p:grpSpPr>
          <a:xfrm>
            <a:off x="814926" y="4421294"/>
            <a:ext cx="913176" cy="1025825"/>
            <a:chOff x="1603825" y="2277075"/>
            <a:chExt cx="1062450" cy="1193375"/>
          </a:xfrm>
        </p:grpSpPr>
        <p:sp>
          <p:nvSpPr>
            <p:cNvPr id="345" name="Google Shape;345;p16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16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348" name="Google Shape;348;p16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" name="Google Shape;350;p16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351" name="Google Shape;351;p16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16"/>
          <p:cNvGrpSpPr/>
          <p:nvPr/>
        </p:nvGrpSpPr>
        <p:grpSpPr>
          <a:xfrm rot="-10067064">
            <a:off x="8569648" y="-98103"/>
            <a:ext cx="668028" cy="1401910"/>
            <a:chOff x="3912125" y="621725"/>
            <a:chExt cx="668000" cy="1401850"/>
          </a:xfrm>
        </p:grpSpPr>
        <p:sp>
          <p:nvSpPr>
            <p:cNvPr id="354" name="Google Shape;354;p16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9" name="Google Shape;359;p17"/>
          <p:cNvSpPr txBox="1"/>
          <p:nvPr>
            <p:ph idx="1" type="subTitle"/>
          </p:nvPr>
        </p:nvSpPr>
        <p:spPr>
          <a:xfrm>
            <a:off x="720000" y="1156475"/>
            <a:ext cx="7704000" cy="11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9pPr>
          </a:lstStyle>
          <a:p/>
        </p:txBody>
      </p:sp>
      <p:grpSp>
        <p:nvGrpSpPr>
          <p:cNvPr id="360" name="Google Shape;360;p17"/>
          <p:cNvGrpSpPr/>
          <p:nvPr/>
        </p:nvGrpSpPr>
        <p:grpSpPr>
          <a:xfrm rot="-7914914">
            <a:off x="7990251" y="-449212"/>
            <a:ext cx="591248" cy="1451209"/>
            <a:chOff x="2978125" y="596500"/>
            <a:chExt cx="591275" cy="1451275"/>
          </a:xfrm>
        </p:grpSpPr>
        <p:sp>
          <p:nvSpPr>
            <p:cNvPr id="361" name="Google Shape;361;p17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3" name="Google Shape;363;p17"/>
          <p:cNvGrpSpPr/>
          <p:nvPr/>
        </p:nvGrpSpPr>
        <p:grpSpPr>
          <a:xfrm rot="-8999878">
            <a:off x="8415631" y="241683"/>
            <a:ext cx="808128" cy="1189926"/>
            <a:chOff x="3922000" y="2234050"/>
            <a:chExt cx="981275" cy="1444875"/>
          </a:xfrm>
        </p:grpSpPr>
        <p:sp>
          <p:nvSpPr>
            <p:cNvPr id="364" name="Google Shape;364;p17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17"/>
          <p:cNvGrpSpPr/>
          <p:nvPr/>
        </p:nvGrpSpPr>
        <p:grpSpPr>
          <a:xfrm flipH="1" rot="8100000">
            <a:off x="-81824" y="-56700"/>
            <a:ext cx="919399" cy="988141"/>
            <a:chOff x="1603825" y="2277075"/>
            <a:chExt cx="1062450" cy="1193375"/>
          </a:xfrm>
        </p:grpSpPr>
        <p:sp>
          <p:nvSpPr>
            <p:cNvPr id="367" name="Google Shape;367;p17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7"/>
          <p:cNvGrpSpPr/>
          <p:nvPr/>
        </p:nvGrpSpPr>
        <p:grpSpPr>
          <a:xfrm flipH="1" rot="2876396">
            <a:off x="-216115" y="3701843"/>
            <a:ext cx="935472" cy="1312798"/>
            <a:chOff x="4841950" y="633750"/>
            <a:chExt cx="1039100" cy="1458225"/>
          </a:xfrm>
        </p:grpSpPr>
        <p:sp>
          <p:nvSpPr>
            <p:cNvPr id="370" name="Google Shape;370;p17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7"/>
          <p:cNvGrpSpPr/>
          <p:nvPr/>
        </p:nvGrpSpPr>
        <p:grpSpPr>
          <a:xfrm flipH="1" rot="2026789">
            <a:off x="676062" y="4368743"/>
            <a:ext cx="827790" cy="889649"/>
            <a:chOff x="1603825" y="2277075"/>
            <a:chExt cx="1062450" cy="1193375"/>
          </a:xfrm>
        </p:grpSpPr>
        <p:sp>
          <p:nvSpPr>
            <p:cNvPr id="379" name="Google Shape;379;p17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" name="Google Shape;381;p17"/>
          <p:cNvGrpSpPr/>
          <p:nvPr/>
        </p:nvGrpSpPr>
        <p:grpSpPr>
          <a:xfrm flipH="1" rot="-2700000">
            <a:off x="8372731" y="4135268"/>
            <a:ext cx="571918" cy="1200215"/>
            <a:chOff x="3912125" y="621725"/>
            <a:chExt cx="668000" cy="1401850"/>
          </a:xfrm>
        </p:grpSpPr>
        <p:sp>
          <p:nvSpPr>
            <p:cNvPr id="382" name="Google Shape;382;p17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 txBox="1"/>
          <p:nvPr>
            <p:ph idx="1" type="subTitle"/>
          </p:nvPr>
        </p:nvSpPr>
        <p:spPr>
          <a:xfrm>
            <a:off x="720000" y="2499111"/>
            <a:ext cx="2336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2" type="subTitle"/>
          </p:nvPr>
        </p:nvSpPr>
        <p:spPr>
          <a:xfrm>
            <a:off x="720000" y="2834324"/>
            <a:ext cx="23364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8"/>
          <p:cNvSpPr txBox="1"/>
          <p:nvPr>
            <p:ph idx="3" type="subTitle"/>
          </p:nvPr>
        </p:nvSpPr>
        <p:spPr>
          <a:xfrm>
            <a:off x="3403800" y="2834324"/>
            <a:ext cx="23364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18"/>
          <p:cNvSpPr txBox="1"/>
          <p:nvPr>
            <p:ph idx="4" type="subTitle"/>
          </p:nvPr>
        </p:nvSpPr>
        <p:spPr>
          <a:xfrm>
            <a:off x="6087600" y="2834324"/>
            <a:ext cx="23364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1" name="Google Shape;391;p18"/>
          <p:cNvSpPr txBox="1"/>
          <p:nvPr>
            <p:ph idx="5" type="subTitle"/>
          </p:nvPr>
        </p:nvSpPr>
        <p:spPr>
          <a:xfrm>
            <a:off x="3403800" y="2499111"/>
            <a:ext cx="2336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6" type="subTitle"/>
          </p:nvPr>
        </p:nvSpPr>
        <p:spPr>
          <a:xfrm>
            <a:off x="6087600" y="2499111"/>
            <a:ext cx="2336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93" name="Google Shape;393;p18"/>
          <p:cNvGrpSpPr/>
          <p:nvPr/>
        </p:nvGrpSpPr>
        <p:grpSpPr>
          <a:xfrm flipH="1" rot="2876396">
            <a:off x="-216115" y="3701843"/>
            <a:ext cx="935472" cy="1312798"/>
            <a:chOff x="4841950" y="633750"/>
            <a:chExt cx="1039100" cy="1458225"/>
          </a:xfrm>
        </p:grpSpPr>
        <p:sp>
          <p:nvSpPr>
            <p:cNvPr id="394" name="Google Shape;394;p18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18"/>
          <p:cNvGrpSpPr/>
          <p:nvPr/>
        </p:nvGrpSpPr>
        <p:grpSpPr>
          <a:xfrm flipH="1" rot="2026789">
            <a:off x="676062" y="4368743"/>
            <a:ext cx="827790" cy="889649"/>
            <a:chOff x="1603825" y="2277075"/>
            <a:chExt cx="1062450" cy="1193375"/>
          </a:xfrm>
        </p:grpSpPr>
        <p:sp>
          <p:nvSpPr>
            <p:cNvPr id="403" name="Google Shape;403;p18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p18"/>
          <p:cNvGrpSpPr/>
          <p:nvPr/>
        </p:nvGrpSpPr>
        <p:grpSpPr>
          <a:xfrm rot="-7914914">
            <a:off x="7990251" y="-449212"/>
            <a:ext cx="591248" cy="1451209"/>
            <a:chOff x="2978125" y="596500"/>
            <a:chExt cx="591275" cy="1451275"/>
          </a:xfrm>
        </p:grpSpPr>
        <p:sp>
          <p:nvSpPr>
            <p:cNvPr id="406" name="Google Shape;406;p18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" name="Google Shape;408;p18"/>
          <p:cNvGrpSpPr/>
          <p:nvPr/>
        </p:nvGrpSpPr>
        <p:grpSpPr>
          <a:xfrm rot="-8999878">
            <a:off x="8415631" y="241683"/>
            <a:ext cx="808128" cy="1189926"/>
            <a:chOff x="3922000" y="2234050"/>
            <a:chExt cx="981275" cy="1444875"/>
          </a:xfrm>
        </p:grpSpPr>
        <p:sp>
          <p:nvSpPr>
            <p:cNvPr id="409" name="Google Shape;409;p18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" name="Google Shape;411;p18"/>
          <p:cNvGrpSpPr/>
          <p:nvPr/>
        </p:nvGrpSpPr>
        <p:grpSpPr>
          <a:xfrm flipH="1" rot="-2700000">
            <a:off x="8372731" y="4135268"/>
            <a:ext cx="571918" cy="1200215"/>
            <a:chOff x="3912125" y="621725"/>
            <a:chExt cx="668000" cy="1401850"/>
          </a:xfrm>
        </p:grpSpPr>
        <p:sp>
          <p:nvSpPr>
            <p:cNvPr id="412" name="Google Shape;412;p18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" name="Google Shape;414;p18"/>
          <p:cNvGrpSpPr/>
          <p:nvPr/>
        </p:nvGrpSpPr>
        <p:grpSpPr>
          <a:xfrm flipH="1" rot="8100000">
            <a:off x="-81824" y="-56700"/>
            <a:ext cx="919399" cy="988141"/>
            <a:chOff x="1603825" y="2277075"/>
            <a:chExt cx="1062450" cy="1193375"/>
          </a:xfrm>
        </p:grpSpPr>
        <p:sp>
          <p:nvSpPr>
            <p:cNvPr id="415" name="Google Shape;415;p18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"/>
          <p:cNvSpPr txBox="1"/>
          <p:nvPr>
            <p:ph idx="1" type="subTitle"/>
          </p:nvPr>
        </p:nvSpPr>
        <p:spPr>
          <a:xfrm>
            <a:off x="2823445" y="1936975"/>
            <a:ext cx="23463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0" name="Google Shape;420;p19"/>
          <p:cNvSpPr txBox="1"/>
          <p:nvPr>
            <p:ph idx="2" type="subTitle"/>
          </p:nvPr>
        </p:nvSpPr>
        <p:spPr>
          <a:xfrm>
            <a:off x="2823435" y="2274975"/>
            <a:ext cx="2346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9"/>
          <p:cNvSpPr txBox="1"/>
          <p:nvPr>
            <p:ph idx="3" type="subTitle"/>
          </p:nvPr>
        </p:nvSpPr>
        <p:spPr>
          <a:xfrm>
            <a:off x="5316959" y="2274975"/>
            <a:ext cx="2346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19"/>
          <p:cNvSpPr txBox="1"/>
          <p:nvPr>
            <p:ph idx="4" type="subTitle"/>
          </p:nvPr>
        </p:nvSpPr>
        <p:spPr>
          <a:xfrm>
            <a:off x="2823435" y="4066108"/>
            <a:ext cx="2346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19"/>
          <p:cNvSpPr txBox="1"/>
          <p:nvPr>
            <p:ph idx="5" type="subTitle"/>
          </p:nvPr>
        </p:nvSpPr>
        <p:spPr>
          <a:xfrm>
            <a:off x="5316959" y="4066108"/>
            <a:ext cx="2346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5" name="Google Shape;425;p19"/>
          <p:cNvSpPr txBox="1"/>
          <p:nvPr>
            <p:ph idx="6" type="subTitle"/>
          </p:nvPr>
        </p:nvSpPr>
        <p:spPr>
          <a:xfrm>
            <a:off x="2823445" y="3728108"/>
            <a:ext cx="23463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6" name="Google Shape;426;p19"/>
          <p:cNvSpPr txBox="1"/>
          <p:nvPr>
            <p:ph idx="7" type="subTitle"/>
          </p:nvPr>
        </p:nvSpPr>
        <p:spPr>
          <a:xfrm>
            <a:off x="5316965" y="1936975"/>
            <a:ext cx="23463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7" name="Google Shape;427;p19"/>
          <p:cNvSpPr txBox="1"/>
          <p:nvPr>
            <p:ph idx="8" type="subTitle"/>
          </p:nvPr>
        </p:nvSpPr>
        <p:spPr>
          <a:xfrm>
            <a:off x="5316965" y="3728108"/>
            <a:ext cx="23463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28" name="Google Shape;428;p19"/>
          <p:cNvGrpSpPr/>
          <p:nvPr/>
        </p:nvGrpSpPr>
        <p:grpSpPr>
          <a:xfrm rot="-9872014">
            <a:off x="7650256" y="-475932"/>
            <a:ext cx="571876" cy="1200127"/>
            <a:chOff x="3912125" y="621725"/>
            <a:chExt cx="668000" cy="1401850"/>
          </a:xfrm>
        </p:grpSpPr>
        <p:sp>
          <p:nvSpPr>
            <p:cNvPr id="429" name="Google Shape;429;p19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19"/>
          <p:cNvGrpSpPr/>
          <p:nvPr/>
        </p:nvGrpSpPr>
        <p:grpSpPr>
          <a:xfrm rot="-8783172">
            <a:off x="8186883" y="-116117"/>
            <a:ext cx="981289" cy="1444896"/>
            <a:chOff x="3922000" y="2234050"/>
            <a:chExt cx="981275" cy="1444875"/>
          </a:xfrm>
        </p:grpSpPr>
        <p:sp>
          <p:nvSpPr>
            <p:cNvPr id="432" name="Google Shape;432;p19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" name="Google Shape;434;p19"/>
          <p:cNvGrpSpPr/>
          <p:nvPr/>
        </p:nvGrpSpPr>
        <p:grpSpPr>
          <a:xfrm rot="1850279">
            <a:off x="345803" y="3785588"/>
            <a:ext cx="1039075" cy="1458191"/>
            <a:chOff x="4841950" y="633750"/>
            <a:chExt cx="1039100" cy="1458225"/>
          </a:xfrm>
        </p:grpSpPr>
        <p:sp>
          <p:nvSpPr>
            <p:cNvPr id="435" name="Google Shape;435;p19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9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19"/>
          <p:cNvGrpSpPr/>
          <p:nvPr/>
        </p:nvGrpSpPr>
        <p:grpSpPr>
          <a:xfrm rot="-2152442">
            <a:off x="8384138" y="3368993"/>
            <a:ext cx="667994" cy="1401837"/>
            <a:chOff x="3912125" y="621725"/>
            <a:chExt cx="668000" cy="1401850"/>
          </a:xfrm>
        </p:grpSpPr>
        <p:sp>
          <p:nvSpPr>
            <p:cNvPr id="444" name="Google Shape;444;p19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19"/>
          <p:cNvGrpSpPr/>
          <p:nvPr/>
        </p:nvGrpSpPr>
        <p:grpSpPr>
          <a:xfrm rot="-3144145">
            <a:off x="7706005" y="4162249"/>
            <a:ext cx="853133" cy="1104879"/>
            <a:chOff x="2833850" y="2350550"/>
            <a:chExt cx="853150" cy="1104900"/>
          </a:xfrm>
        </p:grpSpPr>
        <p:sp>
          <p:nvSpPr>
            <p:cNvPr id="447" name="Google Shape;447;p19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19"/>
          <p:cNvGrpSpPr/>
          <p:nvPr/>
        </p:nvGrpSpPr>
        <p:grpSpPr>
          <a:xfrm rot="2700000">
            <a:off x="-261212" y="3287969"/>
            <a:ext cx="919399" cy="988141"/>
            <a:chOff x="1603825" y="2277075"/>
            <a:chExt cx="1062450" cy="1193375"/>
          </a:xfrm>
        </p:grpSpPr>
        <p:sp>
          <p:nvSpPr>
            <p:cNvPr id="450" name="Google Shape;450;p19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5" name="Google Shape;455;p20"/>
          <p:cNvSpPr txBox="1"/>
          <p:nvPr>
            <p:ph idx="1" type="subTitle"/>
          </p:nvPr>
        </p:nvSpPr>
        <p:spPr>
          <a:xfrm>
            <a:off x="937523" y="2230087"/>
            <a:ext cx="2204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20"/>
          <p:cNvSpPr txBox="1"/>
          <p:nvPr>
            <p:ph idx="2" type="subTitle"/>
          </p:nvPr>
        </p:nvSpPr>
        <p:spPr>
          <a:xfrm>
            <a:off x="3469769" y="2230087"/>
            <a:ext cx="2204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20"/>
          <p:cNvSpPr txBox="1"/>
          <p:nvPr>
            <p:ph idx="3" type="subTitle"/>
          </p:nvPr>
        </p:nvSpPr>
        <p:spPr>
          <a:xfrm>
            <a:off x="6002014" y="2230087"/>
            <a:ext cx="2204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20"/>
          <p:cNvSpPr txBox="1"/>
          <p:nvPr>
            <p:ph idx="4" type="subTitle"/>
          </p:nvPr>
        </p:nvSpPr>
        <p:spPr>
          <a:xfrm>
            <a:off x="937523" y="3715501"/>
            <a:ext cx="2204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20"/>
          <p:cNvSpPr txBox="1"/>
          <p:nvPr>
            <p:ph idx="5" type="subTitle"/>
          </p:nvPr>
        </p:nvSpPr>
        <p:spPr>
          <a:xfrm>
            <a:off x="3469769" y="3715501"/>
            <a:ext cx="2204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20"/>
          <p:cNvSpPr txBox="1"/>
          <p:nvPr>
            <p:ph idx="6" type="subTitle"/>
          </p:nvPr>
        </p:nvSpPr>
        <p:spPr>
          <a:xfrm>
            <a:off x="6002014" y="3715501"/>
            <a:ext cx="2204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20"/>
          <p:cNvSpPr txBox="1"/>
          <p:nvPr>
            <p:ph idx="7" type="subTitle"/>
          </p:nvPr>
        </p:nvSpPr>
        <p:spPr>
          <a:xfrm>
            <a:off x="932900" y="1835491"/>
            <a:ext cx="2204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2" name="Google Shape;462;p20"/>
          <p:cNvSpPr txBox="1"/>
          <p:nvPr>
            <p:ph idx="8" type="subTitle"/>
          </p:nvPr>
        </p:nvSpPr>
        <p:spPr>
          <a:xfrm>
            <a:off x="3469769" y="1835491"/>
            <a:ext cx="2204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3" name="Google Shape;463;p20"/>
          <p:cNvSpPr txBox="1"/>
          <p:nvPr>
            <p:ph idx="9" type="subTitle"/>
          </p:nvPr>
        </p:nvSpPr>
        <p:spPr>
          <a:xfrm>
            <a:off x="6006637" y="1835491"/>
            <a:ext cx="2204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4" name="Google Shape;464;p20"/>
          <p:cNvSpPr txBox="1"/>
          <p:nvPr>
            <p:ph idx="13" type="subTitle"/>
          </p:nvPr>
        </p:nvSpPr>
        <p:spPr>
          <a:xfrm>
            <a:off x="932900" y="3333164"/>
            <a:ext cx="2204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5" name="Google Shape;465;p20"/>
          <p:cNvSpPr txBox="1"/>
          <p:nvPr>
            <p:ph idx="14" type="subTitle"/>
          </p:nvPr>
        </p:nvSpPr>
        <p:spPr>
          <a:xfrm>
            <a:off x="3469769" y="3333164"/>
            <a:ext cx="2204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6" name="Google Shape;466;p20"/>
          <p:cNvSpPr txBox="1"/>
          <p:nvPr>
            <p:ph idx="15" type="subTitle"/>
          </p:nvPr>
        </p:nvSpPr>
        <p:spPr>
          <a:xfrm>
            <a:off x="6006637" y="3333164"/>
            <a:ext cx="2204400" cy="41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67" name="Google Shape;467;p20"/>
          <p:cNvGrpSpPr/>
          <p:nvPr/>
        </p:nvGrpSpPr>
        <p:grpSpPr>
          <a:xfrm rot="-8100000">
            <a:off x="8499349" y="145324"/>
            <a:ext cx="667994" cy="1401837"/>
            <a:chOff x="3912125" y="621725"/>
            <a:chExt cx="668000" cy="1401850"/>
          </a:xfrm>
        </p:grpSpPr>
        <p:sp>
          <p:nvSpPr>
            <p:cNvPr id="468" name="Google Shape;468;p20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20"/>
          <p:cNvGrpSpPr/>
          <p:nvPr/>
        </p:nvGrpSpPr>
        <p:grpSpPr>
          <a:xfrm rot="2195099">
            <a:off x="-71377" y="4003324"/>
            <a:ext cx="764910" cy="859169"/>
            <a:chOff x="1603825" y="2277075"/>
            <a:chExt cx="1062450" cy="1193375"/>
          </a:xfrm>
        </p:grpSpPr>
        <p:sp>
          <p:nvSpPr>
            <p:cNvPr id="471" name="Google Shape;471;p20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0"/>
          <p:cNvGrpSpPr/>
          <p:nvPr/>
        </p:nvGrpSpPr>
        <p:grpSpPr>
          <a:xfrm rot="388111">
            <a:off x="626939" y="4350682"/>
            <a:ext cx="706403" cy="1040141"/>
            <a:chOff x="3922000" y="2234050"/>
            <a:chExt cx="981275" cy="1444875"/>
          </a:xfrm>
        </p:grpSpPr>
        <p:sp>
          <p:nvSpPr>
            <p:cNvPr id="474" name="Google Shape;474;p20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20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477" name="Google Shape;477;p20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20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480" name="Google Shape;480;p20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" name="Google Shape;482;p20"/>
          <p:cNvGrpSpPr/>
          <p:nvPr/>
        </p:nvGrpSpPr>
        <p:grpSpPr>
          <a:xfrm rot="-1611584">
            <a:off x="8339834" y="3404468"/>
            <a:ext cx="981258" cy="1444850"/>
            <a:chOff x="3922000" y="2234050"/>
            <a:chExt cx="981275" cy="1444875"/>
          </a:xfrm>
        </p:grpSpPr>
        <p:sp>
          <p:nvSpPr>
            <p:cNvPr id="483" name="Google Shape;483;p20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20"/>
          <p:cNvGrpSpPr/>
          <p:nvPr/>
        </p:nvGrpSpPr>
        <p:grpSpPr>
          <a:xfrm flipH="1" rot="709829">
            <a:off x="7365448" y="4220602"/>
            <a:ext cx="878393" cy="986637"/>
            <a:chOff x="1603825" y="2277075"/>
            <a:chExt cx="1062450" cy="1193375"/>
          </a:xfrm>
        </p:grpSpPr>
        <p:sp>
          <p:nvSpPr>
            <p:cNvPr id="486" name="Google Shape;486;p20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20"/>
          <p:cNvGrpSpPr/>
          <p:nvPr/>
        </p:nvGrpSpPr>
        <p:grpSpPr>
          <a:xfrm rot="-8100000">
            <a:off x="7721912" y="-384257"/>
            <a:ext cx="880089" cy="1235076"/>
            <a:chOff x="4841950" y="633750"/>
            <a:chExt cx="1039100" cy="1458225"/>
          </a:xfrm>
        </p:grpSpPr>
        <p:sp>
          <p:nvSpPr>
            <p:cNvPr id="489" name="Google Shape;489;p20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1"/>
          <p:cNvSpPr txBox="1"/>
          <p:nvPr>
            <p:ph hasCustomPrompt="1" type="title"/>
          </p:nvPr>
        </p:nvSpPr>
        <p:spPr>
          <a:xfrm>
            <a:off x="1932075" y="580415"/>
            <a:ext cx="5280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0" name="Google Shape;500;p21"/>
          <p:cNvSpPr txBox="1"/>
          <p:nvPr>
            <p:ph idx="1" type="subTitle"/>
          </p:nvPr>
        </p:nvSpPr>
        <p:spPr>
          <a:xfrm>
            <a:off x="1932075" y="1246027"/>
            <a:ext cx="5280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21"/>
          <p:cNvSpPr txBox="1"/>
          <p:nvPr>
            <p:ph hasCustomPrompt="1" idx="2" type="title"/>
          </p:nvPr>
        </p:nvSpPr>
        <p:spPr>
          <a:xfrm>
            <a:off x="1932075" y="2036557"/>
            <a:ext cx="5280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2" name="Google Shape;502;p21"/>
          <p:cNvSpPr txBox="1"/>
          <p:nvPr>
            <p:ph idx="3" type="subTitle"/>
          </p:nvPr>
        </p:nvSpPr>
        <p:spPr>
          <a:xfrm>
            <a:off x="1932075" y="2702169"/>
            <a:ext cx="5280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21"/>
          <p:cNvSpPr txBox="1"/>
          <p:nvPr>
            <p:ph hasCustomPrompt="1" idx="4" type="title"/>
          </p:nvPr>
        </p:nvSpPr>
        <p:spPr>
          <a:xfrm>
            <a:off x="1932075" y="3492712"/>
            <a:ext cx="5280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4" name="Google Shape;504;p21"/>
          <p:cNvSpPr txBox="1"/>
          <p:nvPr>
            <p:ph idx="5" type="subTitle"/>
          </p:nvPr>
        </p:nvSpPr>
        <p:spPr>
          <a:xfrm>
            <a:off x="1932075" y="4158324"/>
            <a:ext cx="5280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5" name="Google Shape;505;p21"/>
          <p:cNvGrpSpPr/>
          <p:nvPr/>
        </p:nvGrpSpPr>
        <p:grpSpPr>
          <a:xfrm flipH="1" rot="-927986">
            <a:off x="7650256" y="4135065"/>
            <a:ext cx="571876" cy="1200127"/>
            <a:chOff x="3912125" y="621725"/>
            <a:chExt cx="668000" cy="1401850"/>
          </a:xfrm>
        </p:grpSpPr>
        <p:sp>
          <p:nvSpPr>
            <p:cNvPr id="506" name="Google Shape;506;p2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21"/>
          <p:cNvGrpSpPr/>
          <p:nvPr/>
        </p:nvGrpSpPr>
        <p:grpSpPr>
          <a:xfrm flipH="1" rot="-2016828">
            <a:off x="8209333" y="3530482"/>
            <a:ext cx="981289" cy="1444896"/>
            <a:chOff x="3922000" y="2234050"/>
            <a:chExt cx="981275" cy="1444875"/>
          </a:xfrm>
        </p:grpSpPr>
        <p:sp>
          <p:nvSpPr>
            <p:cNvPr id="509" name="Google Shape;509;p21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21"/>
          <p:cNvGrpSpPr/>
          <p:nvPr/>
        </p:nvGrpSpPr>
        <p:grpSpPr>
          <a:xfrm flipH="1" rot="8100000">
            <a:off x="716501" y="-116925"/>
            <a:ext cx="919399" cy="988141"/>
            <a:chOff x="1603825" y="2277075"/>
            <a:chExt cx="1062450" cy="1193375"/>
          </a:xfrm>
        </p:grpSpPr>
        <p:sp>
          <p:nvSpPr>
            <p:cNvPr id="512" name="Google Shape;512;p21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" name="Google Shape;514;p21"/>
          <p:cNvGrpSpPr/>
          <p:nvPr/>
        </p:nvGrpSpPr>
        <p:grpSpPr>
          <a:xfrm flipH="1" rot="-8647558">
            <a:off x="8406588" y="88430"/>
            <a:ext cx="667994" cy="1401837"/>
            <a:chOff x="3912125" y="621725"/>
            <a:chExt cx="668000" cy="1401850"/>
          </a:xfrm>
        </p:grpSpPr>
        <p:sp>
          <p:nvSpPr>
            <p:cNvPr id="515" name="Google Shape;515;p2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7" name="Google Shape;517;p21"/>
          <p:cNvGrpSpPr/>
          <p:nvPr/>
        </p:nvGrpSpPr>
        <p:grpSpPr>
          <a:xfrm flipH="1" rot="-7655812">
            <a:off x="7781188" y="-419950"/>
            <a:ext cx="780013" cy="1010181"/>
            <a:chOff x="2833850" y="2350550"/>
            <a:chExt cx="853150" cy="1104900"/>
          </a:xfrm>
        </p:grpSpPr>
        <p:sp>
          <p:nvSpPr>
            <p:cNvPr id="518" name="Google Shape;518;p21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" name="Google Shape;520;p21"/>
          <p:cNvGrpSpPr/>
          <p:nvPr/>
        </p:nvGrpSpPr>
        <p:grpSpPr>
          <a:xfrm rot="2700000">
            <a:off x="559041" y="4267831"/>
            <a:ext cx="645699" cy="1355049"/>
            <a:chOff x="3912125" y="621725"/>
            <a:chExt cx="668000" cy="1401850"/>
          </a:xfrm>
        </p:grpSpPr>
        <p:sp>
          <p:nvSpPr>
            <p:cNvPr id="521" name="Google Shape;521;p21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3" name="Google Shape;523;p21"/>
          <p:cNvGrpSpPr/>
          <p:nvPr/>
        </p:nvGrpSpPr>
        <p:grpSpPr>
          <a:xfrm rot="8449432">
            <a:off x="-329063" y="60250"/>
            <a:ext cx="1039090" cy="1458210"/>
            <a:chOff x="4841950" y="633750"/>
            <a:chExt cx="1039100" cy="1458225"/>
          </a:xfrm>
        </p:grpSpPr>
        <p:sp>
          <p:nvSpPr>
            <p:cNvPr id="524" name="Google Shape;524;p21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1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1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1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21"/>
          <p:cNvGrpSpPr/>
          <p:nvPr/>
        </p:nvGrpSpPr>
        <p:grpSpPr>
          <a:xfrm rot="2014410">
            <a:off x="-267167" y="4190598"/>
            <a:ext cx="709510" cy="918875"/>
            <a:chOff x="2833850" y="2350550"/>
            <a:chExt cx="853150" cy="1104900"/>
          </a:xfrm>
        </p:grpSpPr>
        <p:sp>
          <p:nvSpPr>
            <p:cNvPr id="533" name="Google Shape;533;p21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1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5" name="Google Shape;53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2"/>
          <p:cNvSpPr txBox="1"/>
          <p:nvPr>
            <p:ph type="ctrTitle"/>
          </p:nvPr>
        </p:nvSpPr>
        <p:spPr>
          <a:xfrm>
            <a:off x="2863200" y="669825"/>
            <a:ext cx="34176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8" name="Google Shape;538;p22"/>
          <p:cNvSpPr txBox="1"/>
          <p:nvPr>
            <p:ph idx="1" type="subTitle"/>
          </p:nvPr>
        </p:nvSpPr>
        <p:spPr>
          <a:xfrm>
            <a:off x="2758925" y="1704550"/>
            <a:ext cx="36261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39" name="Google Shape;539;p22"/>
          <p:cNvGrpSpPr/>
          <p:nvPr/>
        </p:nvGrpSpPr>
        <p:grpSpPr>
          <a:xfrm flipH="1" rot="-8520626">
            <a:off x="8267663" y="130627"/>
            <a:ext cx="981246" cy="1444833"/>
            <a:chOff x="3922000" y="2234050"/>
            <a:chExt cx="981275" cy="1444875"/>
          </a:xfrm>
        </p:grpSpPr>
        <p:sp>
          <p:nvSpPr>
            <p:cNvPr id="540" name="Google Shape;540;p22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2" name="Google Shape;542;p22"/>
          <p:cNvGrpSpPr/>
          <p:nvPr/>
        </p:nvGrpSpPr>
        <p:grpSpPr>
          <a:xfrm rot="-9413182">
            <a:off x="7380046" y="-268684"/>
            <a:ext cx="940777" cy="1056709"/>
            <a:chOff x="1603825" y="2277075"/>
            <a:chExt cx="1062450" cy="1193375"/>
          </a:xfrm>
        </p:grpSpPr>
        <p:sp>
          <p:nvSpPr>
            <p:cNvPr id="543" name="Google Shape;543;p22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5" name="Google Shape;545;p22"/>
          <p:cNvGrpSpPr/>
          <p:nvPr/>
        </p:nvGrpSpPr>
        <p:grpSpPr>
          <a:xfrm rot="2885086">
            <a:off x="566457" y="4169319"/>
            <a:ext cx="591248" cy="1451209"/>
            <a:chOff x="2978125" y="596500"/>
            <a:chExt cx="591275" cy="1451275"/>
          </a:xfrm>
        </p:grpSpPr>
        <p:sp>
          <p:nvSpPr>
            <p:cNvPr id="546" name="Google Shape;546;p22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22"/>
          <p:cNvGrpSpPr/>
          <p:nvPr/>
        </p:nvGrpSpPr>
        <p:grpSpPr>
          <a:xfrm rot="-2760288">
            <a:off x="7883168" y="4162751"/>
            <a:ext cx="668002" cy="1401854"/>
            <a:chOff x="3912125" y="621725"/>
            <a:chExt cx="668000" cy="1401850"/>
          </a:xfrm>
        </p:grpSpPr>
        <p:sp>
          <p:nvSpPr>
            <p:cNvPr id="549" name="Google Shape;549;p22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22"/>
          <p:cNvGrpSpPr/>
          <p:nvPr/>
        </p:nvGrpSpPr>
        <p:grpSpPr>
          <a:xfrm rot="7151584">
            <a:off x="-139462" y="196657"/>
            <a:ext cx="935448" cy="1312765"/>
            <a:chOff x="4841950" y="633750"/>
            <a:chExt cx="1039100" cy="1458225"/>
          </a:xfrm>
        </p:grpSpPr>
        <p:sp>
          <p:nvSpPr>
            <p:cNvPr id="552" name="Google Shape;552;p22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0" name="Google Shape;560;p22"/>
          <p:cNvGrpSpPr/>
          <p:nvPr/>
        </p:nvGrpSpPr>
        <p:grpSpPr>
          <a:xfrm rot="7655812">
            <a:off x="571356" y="-298837"/>
            <a:ext cx="780013" cy="1010181"/>
            <a:chOff x="2833850" y="2350550"/>
            <a:chExt cx="853150" cy="1104900"/>
          </a:xfrm>
        </p:grpSpPr>
        <p:sp>
          <p:nvSpPr>
            <p:cNvPr id="561" name="Google Shape;561;p22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3" name="Google Shape;563;p22"/>
          <p:cNvGrpSpPr/>
          <p:nvPr/>
        </p:nvGrpSpPr>
        <p:grpSpPr>
          <a:xfrm rot="-1676785">
            <a:off x="8573870" y="3730394"/>
            <a:ext cx="591217" cy="1451133"/>
            <a:chOff x="2978125" y="596500"/>
            <a:chExt cx="591275" cy="1451275"/>
          </a:xfrm>
        </p:grpSpPr>
        <p:sp>
          <p:nvSpPr>
            <p:cNvPr id="564" name="Google Shape;564;p22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6" name="Google Shape;566;p22"/>
          <p:cNvGrpSpPr/>
          <p:nvPr/>
        </p:nvGrpSpPr>
        <p:grpSpPr>
          <a:xfrm rot="1800122">
            <a:off x="-75804" y="3739707"/>
            <a:ext cx="808128" cy="1189926"/>
            <a:chOff x="3922000" y="2234050"/>
            <a:chExt cx="981275" cy="1444875"/>
          </a:xfrm>
        </p:grpSpPr>
        <p:sp>
          <p:nvSpPr>
            <p:cNvPr id="567" name="Google Shape;567;p22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22"/>
          <p:cNvSpPr txBox="1"/>
          <p:nvPr/>
        </p:nvSpPr>
        <p:spPr>
          <a:xfrm>
            <a:off x="2071325" y="3492400"/>
            <a:ext cx="50013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CREDITS: This presentation template was created by </a:t>
            </a:r>
            <a:r>
              <a:rPr b="1" lang="en" sz="1200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" sz="1200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including icons by </a:t>
            </a:r>
            <a:r>
              <a:rPr b="1" lang="en" sz="1200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and infographics &amp; images by</a:t>
            </a:r>
            <a:r>
              <a:rPr lang="en" sz="1200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en" sz="1200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70" name="Google Shape;57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23"/>
          <p:cNvGrpSpPr/>
          <p:nvPr/>
        </p:nvGrpSpPr>
        <p:grpSpPr>
          <a:xfrm rot="-7434548">
            <a:off x="7859941" y="-385355"/>
            <a:ext cx="767392" cy="993836"/>
            <a:chOff x="2833850" y="2350550"/>
            <a:chExt cx="853150" cy="1104900"/>
          </a:xfrm>
        </p:grpSpPr>
        <p:sp>
          <p:nvSpPr>
            <p:cNvPr id="573" name="Google Shape;573;p23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5" name="Google Shape;575;p23"/>
          <p:cNvGrpSpPr/>
          <p:nvPr/>
        </p:nvGrpSpPr>
        <p:grpSpPr>
          <a:xfrm rot="990298">
            <a:off x="-143447" y="3833239"/>
            <a:ext cx="1039105" cy="1458232"/>
            <a:chOff x="4841950" y="633750"/>
            <a:chExt cx="1039100" cy="1458225"/>
          </a:xfrm>
        </p:grpSpPr>
        <p:sp>
          <p:nvSpPr>
            <p:cNvPr id="576" name="Google Shape;576;p23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3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3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4" name="Google Shape;584;p23"/>
          <p:cNvGrpSpPr/>
          <p:nvPr/>
        </p:nvGrpSpPr>
        <p:grpSpPr>
          <a:xfrm>
            <a:off x="814926" y="4421294"/>
            <a:ext cx="913176" cy="1025825"/>
            <a:chOff x="1603825" y="2277075"/>
            <a:chExt cx="1062450" cy="1193375"/>
          </a:xfrm>
        </p:grpSpPr>
        <p:sp>
          <p:nvSpPr>
            <p:cNvPr id="585" name="Google Shape;585;p23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7" name="Google Shape;587;p23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588" name="Google Shape;588;p23"/>
            <p:cNvSpPr/>
            <p:nvPr/>
          </p:nvSpPr>
          <p:spPr>
            <a:xfrm>
              <a:off x="5213900" y="2291150"/>
              <a:ext cx="619625" cy="1079225"/>
            </a:xfrm>
            <a:custGeom>
              <a:rect b="b" l="l" r="r" t="t"/>
              <a:pathLst>
                <a:path extrusionOk="0" h="43169" w="24785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5333975" y="2434475"/>
              <a:ext cx="258550" cy="1178175"/>
            </a:xfrm>
            <a:custGeom>
              <a:rect b="b" l="l" r="r" t="t"/>
              <a:pathLst>
                <a:path extrusionOk="0" h="47127" w="10342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0" name="Google Shape;590;p23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591" name="Google Shape;591;p23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23"/>
          <p:cNvGrpSpPr/>
          <p:nvPr/>
        </p:nvGrpSpPr>
        <p:grpSpPr>
          <a:xfrm rot="-10067064">
            <a:off x="8569648" y="-98103"/>
            <a:ext cx="668028" cy="1401910"/>
            <a:chOff x="3912125" y="621725"/>
            <a:chExt cx="668000" cy="1401850"/>
          </a:xfrm>
        </p:grpSpPr>
        <p:sp>
          <p:nvSpPr>
            <p:cNvPr id="594" name="Google Shape;594;p23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6" name="Google Shape;59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24"/>
          <p:cNvGrpSpPr/>
          <p:nvPr/>
        </p:nvGrpSpPr>
        <p:grpSpPr>
          <a:xfrm rot="8520626">
            <a:off x="-257053" y="61227"/>
            <a:ext cx="981246" cy="1444833"/>
            <a:chOff x="3922000" y="2234050"/>
            <a:chExt cx="981275" cy="1444875"/>
          </a:xfrm>
        </p:grpSpPr>
        <p:sp>
          <p:nvSpPr>
            <p:cNvPr id="599" name="Google Shape;599;p24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4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24"/>
          <p:cNvGrpSpPr/>
          <p:nvPr/>
        </p:nvGrpSpPr>
        <p:grpSpPr>
          <a:xfrm flipH="1" rot="9413182">
            <a:off x="920808" y="-322109"/>
            <a:ext cx="940777" cy="1056709"/>
            <a:chOff x="1603825" y="2277075"/>
            <a:chExt cx="1062450" cy="1193375"/>
          </a:xfrm>
        </p:grpSpPr>
        <p:sp>
          <p:nvSpPr>
            <p:cNvPr id="602" name="Google Shape;602;p24"/>
            <p:cNvSpPr/>
            <p:nvPr/>
          </p:nvSpPr>
          <p:spPr>
            <a:xfrm>
              <a:off x="1603825" y="2277075"/>
              <a:ext cx="1062450" cy="1039100"/>
            </a:xfrm>
            <a:custGeom>
              <a:rect b="b" l="l" r="r" t="t"/>
              <a:pathLst>
                <a:path extrusionOk="0" h="41564" w="42498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4"/>
            <p:cNvSpPr/>
            <p:nvPr/>
          </p:nvSpPr>
          <p:spPr>
            <a:xfrm>
              <a:off x="1764775" y="2479550"/>
              <a:ext cx="628800" cy="990900"/>
            </a:xfrm>
            <a:custGeom>
              <a:rect b="b" l="l" r="r" t="t"/>
              <a:pathLst>
                <a:path extrusionOk="0" h="39636" w="25152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24"/>
          <p:cNvGrpSpPr/>
          <p:nvPr/>
        </p:nvGrpSpPr>
        <p:grpSpPr>
          <a:xfrm flipH="1" rot="-2885086">
            <a:off x="7990251" y="4169319"/>
            <a:ext cx="591248" cy="1451209"/>
            <a:chOff x="2978125" y="596500"/>
            <a:chExt cx="591275" cy="1451275"/>
          </a:xfrm>
        </p:grpSpPr>
        <p:sp>
          <p:nvSpPr>
            <p:cNvPr id="605" name="Google Shape;605;p24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24"/>
          <p:cNvGrpSpPr/>
          <p:nvPr/>
        </p:nvGrpSpPr>
        <p:grpSpPr>
          <a:xfrm flipH="1" rot="-1800122">
            <a:off x="8415631" y="3739707"/>
            <a:ext cx="808128" cy="1189926"/>
            <a:chOff x="3922000" y="2234050"/>
            <a:chExt cx="981275" cy="1444875"/>
          </a:xfrm>
        </p:grpSpPr>
        <p:sp>
          <p:nvSpPr>
            <p:cNvPr id="608" name="Google Shape;608;p24"/>
            <p:cNvSpPr/>
            <p:nvPr/>
          </p:nvSpPr>
          <p:spPr>
            <a:xfrm>
              <a:off x="3922000" y="2234050"/>
              <a:ext cx="981275" cy="1221975"/>
            </a:xfrm>
            <a:custGeom>
              <a:rect b="b" l="l" r="r" t="t"/>
              <a:pathLst>
                <a:path extrusionOk="0" h="48879" w="39251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4041400" y="2377025"/>
              <a:ext cx="722200" cy="1301900"/>
            </a:xfrm>
            <a:custGeom>
              <a:rect b="b" l="l" r="r" t="t"/>
              <a:pathLst>
                <a:path extrusionOk="0" h="52076" w="28888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24"/>
          <p:cNvGrpSpPr/>
          <p:nvPr/>
        </p:nvGrpSpPr>
        <p:grpSpPr>
          <a:xfrm flipH="1" rot="2760288">
            <a:off x="596786" y="4162751"/>
            <a:ext cx="668002" cy="1401854"/>
            <a:chOff x="3912125" y="621725"/>
            <a:chExt cx="668000" cy="1401850"/>
          </a:xfrm>
        </p:grpSpPr>
        <p:sp>
          <p:nvSpPr>
            <p:cNvPr id="611" name="Google Shape;611;p24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24"/>
          <p:cNvGrpSpPr/>
          <p:nvPr/>
        </p:nvGrpSpPr>
        <p:grpSpPr>
          <a:xfrm flipH="1" rot="-7151584">
            <a:off x="8351970" y="196657"/>
            <a:ext cx="935448" cy="1312765"/>
            <a:chOff x="4841950" y="633750"/>
            <a:chExt cx="1039100" cy="1458225"/>
          </a:xfrm>
        </p:grpSpPr>
        <p:sp>
          <p:nvSpPr>
            <p:cNvPr id="614" name="Google Shape;614;p24"/>
            <p:cNvSpPr/>
            <p:nvPr/>
          </p:nvSpPr>
          <p:spPr>
            <a:xfrm>
              <a:off x="5362325" y="633750"/>
              <a:ext cx="201850" cy="558400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5051275" y="893575"/>
              <a:ext cx="274400" cy="495375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5506600" y="945150"/>
              <a:ext cx="361125" cy="404625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5431550" y="1347125"/>
              <a:ext cx="449500" cy="32537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5393200" y="1664125"/>
              <a:ext cx="451175" cy="247325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4878650" y="1156550"/>
              <a:ext cx="356125" cy="474250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4841950" y="1565725"/>
              <a:ext cx="308600" cy="314425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4970375" y="971975"/>
              <a:ext cx="723875" cy="1120000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Google Shape;622;p24"/>
          <p:cNvGrpSpPr/>
          <p:nvPr/>
        </p:nvGrpSpPr>
        <p:grpSpPr>
          <a:xfrm flipH="1" rot="1676785">
            <a:off x="-17131" y="3730394"/>
            <a:ext cx="591217" cy="1451133"/>
            <a:chOff x="2978125" y="596500"/>
            <a:chExt cx="591275" cy="1451275"/>
          </a:xfrm>
        </p:grpSpPr>
        <p:sp>
          <p:nvSpPr>
            <p:cNvPr id="623" name="Google Shape;623;p24"/>
            <p:cNvSpPr/>
            <p:nvPr/>
          </p:nvSpPr>
          <p:spPr>
            <a:xfrm>
              <a:off x="2978125" y="596500"/>
              <a:ext cx="591275" cy="1200000"/>
            </a:xfrm>
            <a:custGeom>
              <a:rect b="b" l="l" r="r" t="t"/>
              <a:pathLst>
                <a:path extrusionOk="0" h="48000" w="23651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3250825" y="727625"/>
              <a:ext cx="65900" cy="1320150"/>
            </a:xfrm>
            <a:custGeom>
              <a:rect b="b" l="l" r="r" t="t"/>
              <a:pathLst>
                <a:path extrusionOk="0" h="52806" w="2636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24"/>
          <p:cNvGrpSpPr/>
          <p:nvPr/>
        </p:nvGrpSpPr>
        <p:grpSpPr>
          <a:xfrm flipH="1" rot="-7655812">
            <a:off x="7796588" y="-298837"/>
            <a:ext cx="780013" cy="1010181"/>
            <a:chOff x="2833850" y="2350550"/>
            <a:chExt cx="853150" cy="1104900"/>
          </a:xfrm>
        </p:grpSpPr>
        <p:sp>
          <p:nvSpPr>
            <p:cNvPr id="626" name="Google Shape;626;p24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24"/>
          <p:cNvGrpSpPr/>
          <p:nvPr/>
        </p:nvGrpSpPr>
        <p:grpSpPr>
          <a:xfrm>
            <a:off x="6557744" y="581271"/>
            <a:ext cx="1667255" cy="1504197"/>
            <a:chOff x="540900" y="3060200"/>
            <a:chExt cx="2141350" cy="1931925"/>
          </a:xfrm>
        </p:grpSpPr>
        <p:sp>
          <p:nvSpPr>
            <p:cNvPr id="629" name="Google Shape;629;p24"/>
            <p:cNvSpPr/>
            <p:nvPr/>
          </p:nvSpPr>
          <p:spPr>
            <a:xfrm>
              <a:off x="540900" y="3060200"/>
              <a:ext cx="2141350" cy="1931925"/>
            </a:xfrm>
            <a:custGeom>
              <a:rect b="b" l="l" r="r" t="t"/>
              <a:pathLst>
                <a:path extrusionOk="0" h="77277" w="85654">
                  <a:moveTo>
                    <a:pt x="43942" y="0"/>
                  </a:moveTo>
                  <a:cubicBezTo>
                    <a:pt x="40087" y="0"/>
                    <a:pt x="37157" y="1896"/>
                    <a:pt x="34305" y="5113"/>
                  </a:cubicBezTo>
                  <a:lnTo>
                    <a:pt x="34305" y="5041"/>
                  </a:lnTo>
                  <a:lnTo>
                    <a:pt x="34305" y="4997"/>
                  </a:lnTo>
                  <a:cubicBezTo>
                    <a:pt x="34305" y="4867"/>
                    <a:pt x="34305" y="4736"/>
                    <a:pt x="34291" y="4606"/>
                  </a:cubicBezTo>
                  <a:lnTo>
                    <a:pt x="34291" y="4577"/>
                  </a:lnTo>
                  <a:cubicBezTo>
                    <a:pt x="34276" y="4446"/>
                    <a:pt x="34233" y="4316"/>
                    <a:pt x="34204" y="4200"/>
                  </a:cubicBezTo>
                  <a:cubicBezTo>
                    <a:pt x="34204" y="4156"/>
                    <a:pt x="34175" y="4142"/>
                    <a:pt x="34160" y="4098"/>
                  </a:cubicBezTo>
                  <a:cubicBezTo>
                    <a:pt x="34146" y="4069"/>
                    <a:pt x="34146" y="4025"/>
                    <a:pt x="34131" y="4011"/>
                  </a:cubicBezTo>
                  <a:cubicBezTo>
                    <a:pt x="34088" y="3924"/>
                    <a:pt x="34059" y="3837"/>
                    <a:pt x="34001" y="3735"/>
                  </a:cubicBezTo>
                  <a:lnTo>
                    <a:pt x="33986" y="3721"/>
                  </a:lnTo>
                  <a:cubicBezTo>
                    <a:pt x="33928" y="3590"/>
                    <a:pt x="33856" y="3489"/>
                    <a:pt x="33769" y="3373"/>
                  </a:cubicBezTo>
                  <a:cubicBezTo>
                    <a:pt x="33740" y="3358"/>
                    <a:pt x="33740" y="3344"/>
                    <a:pt x="33725" y="3344"/>
                  </a:cubicBezTo>
                  <a:cubicBezTo>
                    <a:pt x="33638" y="3228"/>
                    <a:pt x="33565" y="3141"/>
                    <a:pt x="33449" y="3039"/>
                  </a:cubicBezTo>
                  <a:cubicBezTo>
                    <a:pt x="33435" y="3010"/>
                    <a:pt x="33420" y="2996"/>
                    <a:pt x="33406" y="2996"/>
                  </a:cubicBezTo>
                  <a:cubicBezTo>
                    <a:pt x="33304" y="2909"/>
                    <a:pt x="33203" y="2822"/>
                    <a:pt x="33087" y="2749"/>
                  </a:cubicBezTo>
                  <a:lnTo>
                    <a:pt x="33072" y="2749"/>
                  </a:lnTo>
                  <a:cubicBezTo>
                    <a:pt x="32971" y="2677"/>
                    <a:pt x="32855" y="2604"/>
                    <a:pt x="32724" y="2546"/>
                  </a:cubicBezTo>
                  <a:cubicBezTo>
                    <a:pt x="32710" y="2546"/>
                    <a:pt x="32695" y="2531"/>
                    <a:pt x="32681" y="2531"/>
                  </a:cubicBezTo>
                  <a:cubicBezTo>
                    <a:pt x="32550" y="2473"/>
                    <a:pt x="32434" y="2415"/>
                    <a:pt x="32318" y="2386"/>
                  </a:cubicBezTo>
                  <a:cubicBezTo>
                    <a:pt x="32289" y="2386"/>
                    <a:pt x="32275" y="2357"/>
                    <a:pt x="32260" y="2357"/>
                  </a:cubicBezTo>
                  <a:cubicBezTo>
                    <a:pt x="31984" y="2285"/>
                    <a:pt x="31709" y="2256"/>
                    <a:pt x="31448" y="2256"/>
                  </a:cubicBezTo>
                  <a:lnTo>
                    <a:pt x="31404" y="2256"/>
                  </a:lnTo>
                  <a:cubicBezTo>
                    <a:pt x="31259" y="2256"/>
                    <a:pt x="31129" y="2270"/>
                    <a:pt x="30984" y="2314"/>
                  </a:cubicBezTo>
                  <a:lnTo>
                    <a:pt x="30955" y="2314"/>
                  </a:lnTo>
                  <a:cubicBezTo>
                    <a:pt x="14143" y="5737"/>
                    <a:pt x="11764" y="11539"/>
                    <a:pt x="13128" y="21722"/>
                  </a:cubicBezTo>
                  <a:cubicBezTo>
                    <a:pt x="13171" y="22012"/>
                    <a:pt x="13200" y="22302"/>
                    <a:pt x="13244" y="22577"/>
                  </a:cubicBezTo>
                  <a:cubicBezTo>
                    <a:pt x="13200" y="22519"/>
                    <a:pt x="13171" y="22447"/>
                    <a:pt x="13128" y="22403"/>
                  </a:cubicBezTo>
                  <a:cubicBezTo>
                    <a:pt x="13113" y="22374"/>
                    <a:pt x="13113" y="22360"/>
                    <a:pt x="13099" y="22345"/>
                  </a:cubicBezTo>
                  <a:cubicBezTo>
                    <a:pt x="13026" y="22229"/>
                    <a:pt x="12925" y="22142"/>
                    <a:pt x="12838" y="22041"/>
                  </a:cubicBezTo>
                  <a:lnTo>
                    <a:pt x="12809" y="21997"/>
                  </a:lnTo>
                  <a:cubicBezTo>
                    <a:pt x="12707" y="21910"/>
                    <a:pt x="12620" y="21823"/>
                    <a:pt x="12519" y="21751"/>
                  </a:cubicBezTo>
                  <a:cubicBezTo>
                    <a:pt x="12490" y="21751"/>
                    <a:pt x="12490" y="21722"/>
                    <a:pt x="12475" y="21722"/>
                  </a:cubicBezTo>
                  <a:cubicBezTo>
                    <a:pt x="12374" y="21649"/>
                    <a:pt x="12258" y="21577"/>
                    <a:pt x="12156" y="21533"/>
                  </a:cubicBezTo>
                  <a:cubicBezTo>
                    <a:pt x="12127" y="21504"/>
                    <a:pt x="12098" y="21490"/>
                    <a:pt x="12083" y="21490"/>
                  </a:cubicBezTo>
                  <a:cubicBezTo>
                    <a:pt x="12040" y="21475"/>
                    <a:pt x="12025" y="21461"/>
                    <a:pt x="11982" y="21432"/>
                  </a:cubicBezTo>
                  <a:cubicBezTo>
                    <a:pt x="11895" y="21403"/>
                    <a:pt x="11808" y="21359"/>
                    <a:pt x="11692" y="21330"/>
                  </a:cubicBezTo>
                  <a:lnTo>
                    <a:pt x="11677" y="21330"/>
                  </a:lnTo>
                  <a:cubicBezTo>
                    <a:pt x="11547" y="21287"/>
                    <a:pt x="11431" y="21258"/>
                    <a:pt x="11300" y="21243"/>
                  </a:cubicBezTo>
                  <a:cubicBezTo>
                    <a:pt x="11286" y="21243"/>
                    <a:pt x="11257" y="21243"/>
                    <a:pt x="11242" y="21214"/>
                  </a:cubicBezTo>
                  <a:cubicBezTo>
                    <a:pt x="11112" y="21200"/>
                    <a:pt x="10967" y="21200"/>
                    <a:pt x="10851" y="21200"/>
                  </a:cubicBezTo>
                  <a:lnTo>
                    <a:pt x="10778" y="21200"/>
                  </a:lnTo>
                  <a:cubicBezTo>
                    <a:pt x="10647" y="21200"/>
                    <a:pt x="10517" y="21214"/>
                    <a:pt x="10386" y="21243"/>
                  </a:cubicBezTo>
                  <a:lnTo>
                    <a:pt x="10357" y="21243"/>
                  </a:lnTo>
                  <a:cubicBezTo>
                    <a:pt x="10241" y="21258"/>
                    <a:pt x="10125" y="21287"/>
                    <a:pt x="10009" y="21330"/>
                  </a:cubicBezTo>
                  <a:cubicBezTo>
                    <a:pt x="9995" y="21330"/>
                    <a:pt x="9951" y="21345"/>
                    <a:pt x="9937" y="21345"/>
                  </a:cubicBezTo>
                  <a:cubicBezTo>
                    <a:pt x="9835" y="21388"/>
                    <a:pt x="9705" y="21432"/>
                    <a:pt x="9589" y="21490"/>
                  </a:cubicBezTo>
                  <a:cubicBezTo>
                    <a:pt x="9574" y="21504"/>
                    <a:pt x="9545" y="21533"/>
                    <a:pt x="9516" y="21533"/>
                  </a:cubicBezTo>
                  <a:cubicBezTo>
                    <a:pt x="9415" y="21577"/>
                    <a:pt x="9298" y="21649"/>
                    <a:pt x="9197" y="21751"/>
                  </a:cubicBezTo>
                  <a:lnTo>
                    <a:pt x="9182" y="21765"/>
                  </a:lnTo>
                  <a:cubicBezTo>
                    <a:pt x="9066" y="21838"/>
                    <a:pt x="8979" y="21925"/>
                    <a:pt x="8892" y="22012"/>
                  </a:cubicBezTo>
                  <a:lnTo>
                    <a:pt x="8849" y="22055"/>
                  </a:lnTo>
                  <a:cubicBezTo>
                    <a:pt x="8762" y="22142"/>
                    <a:pt x="8675" y="22258"/>
                    <a:pt x="8602" y="22374"/>
                  </a:cubicBezTo>
                  <a:lnTo>
                    <a:pt x="8573" y="22403"/>
                  </a:lnTo>
                  <a:cubicBezTo>
                    <a:pt x="1" y="35385"/>
                    <a:pt x="1176" y="41347"/>
                    <a:pt x="7587" y="47004"/>
                  </a:cubicBezTo>
                  <a:lnTo>
                    <a:pt x="7471" y="47004"/>
                  </a:lnTo>
                  <a:cubicBezTo>
                    <a:pt x="7340" y="47004"/>
                    <a:pt x="7224" y="47004"/>
                    <a:pt x="7094" y="47019"/>
                  </a:cubicBezTo>
                  <a:lnTo>
                    <a:pt x="7050" y="47019"/>
                  </a:lnTo>
                  <a:cubicBezTo>
                    <a:pt x="6934" y="47033"/>
                    <a:pt x="6804" y="47077"/>
                    <a:pt x="6673" y="47106"/>
                  </a:cubicBezTo>
                  <a:cubicBezTo>
                    <a:pt x="6644" y="47106"/>
                    <a:pt x="6615" y="47135"/>
                    <a:pt x="6586" y="47135"/>
                  </a:cubicBezTo>
                  <a:cubicBezTo>
                    <a:pt x="6543" y="47149"/>
                    <a:pt x="6514" y="47149"/>
                    <a:pt x="6499" y="47164"/>
                  </a:cubicBezTo>
                  <a:cubicBezTo>
                    <a:pt x="6397" y="47207"/>
                    <a:pt x="6310" y="47236"/>
                    <a:pt x="6223" y="47294"/>
                  </a:cubicBezTo>
                  <a:cubicBezTo>
                    <a:pt x="6223" y="47294"/>
                    <a:pt x="6209" y="47294"/>
                    <a:pt x="6209" y="47309"/>
                  </a:cubicBezTo>
                  <a:cubicBezTo>
                    <a:pt x="6078" y="47381"/>
                    <a:pt x="5962" y="47454"/>
                    <a:pt x="5861" y="47526"/>
                  </a:cubicBezTo>
                  <a:cubicBezTo>
                    <a:pt x="5846" y="47541"/>
                    <a:pt x="5846" y="47541"/>
                    <a:pt x="5817" y="47541"/>
                  </a:cubicBezTo>
                  <a:cubicBezTo>
                    <a:pt x="5716" y="47642"/>
                    <a:pt x="5600" y="47715"/>
                    <a:pt x="5513" y="47816"/>
                  </a:cubicBezTo>
                  <a:cubicBezTo>
                    <a:pt x="5498" y="47831"/>
                    <a:pt x="5484" y="47860"/>
                    <a:pt x="5484" y="47874"/>
                  </a:cubicBezTo>
                  <a:cubicBezTo>
                    <a:pt x="5382" y="47961"/>
                    <a:pt x="5295" y="48077"/>
                    <a:pt x="5223" y="48179"/>
                  </a:cubicBezTo>
                  <a:cubicBezTo>
                    <a:pt x="5223" y="48179"/>
                    <a:pt x="5223" y="48193"/>
                    <a:pt x="5208" y="48193"/>
                  </a:cubicBezTo>
                  <a:cubicBezTo>
                    <a:pt x="5136" y="48309"/>
                    <a:pt x="5078" y="48411"/>
                    <a:pt x="5005" y="48527"/>
                  </a:cubicBezTo>
                  <a:cubicBezTo>
                    <a:pt x="4990" y="48542"/>
                    <a:pt x="4990" y="48556"/>
                    <a:pt x="4976" y="48585"/>
                  </a:cubicBezTo>
                  <a:cubicBezTo>
                    <a:pt x="4918" y="48687"/>
                    <a:pt x="4874" y="48817"/>
                    <a:pt x="4831" y="48948"/>
                  </a:cubicBezTo>
                  <a:cubicBezTo>
                    <a:pt x="4831" y="48962"/>
                    <a:pt x="4802" y="48991"/>
                    <a:pt x="4802" y="49020"/>
                  </a:cubicBezTo>
                  <a:cubicBezTo>
                    <a:pt x="4773" y="49136"/>
                    <a:pt x="4729" y="49267"/>
                    <a:pt x="4729" y="49397"/>
                  </a:cubicBezTo>
                  <a:lnTo>
                    <a:pt x="4729" y="49412"/>
                  </a:lnTo>
                  <a:cubicBezTo>
                    <a:pt x="4715" y="49542"/>
                    <a:pt x="4715" y="49687"/>
                    <a:pt x="4715" y="49818"/>
                  </a:cubicBezTo>
                  <a:lnTo>
                    <a:pt x="4715" y="49862"/>
                  </a:lnTo>
                  <a:cubicBezTo>
                    <a:pt x="4715" y="49992"/>
                    <a:pt x="4729" y="50137"/>
                    <a:pt x="4773" y="50268"/>
                  </a:cubicBezTo>
                  <a:lnTo>
                    <a:pt x="4773" y="50297"/>
                  </a:lnTo>
                  <a:cubicBezTo>
                    <a:pt x="7683" y="64586"/>
                    <a:pt x="12311" y="68448"/>
                    <a:pt x="19896" y="68448"/>
                  </a:cubicBezTo>
                  <a:cubicBezTo>
                    <a:pt x="21235" y="68448"/>
                    <a:pt x="22665" y="68328"/>
                    <a:pt x="24195" y="68123"/>
                  </a:cubicBezTo>
                  <a:lnTo>
                    <a:pt x="24224" y="68123"/>
                  </a:lnTo>
                  <a:cubicBezTo>
                    <a:pt x="24746" y="68051"/>
                    <a:pt x="25254" y="67978"/>
                    <a:pt x="25747" y="67920"/>
                  </a:cubicBezTo>
                  <a:lnTo>
                    <a:pt x="25747" y="67920"/>
                  </a:lnTo>
                  <a:cubicBezTo>
                    <a:pt x="25733" y="67964"/>
                    <a:pt x="25733" y="67993"/>
                    <a:pt x="25718" y="68036"/>
                  </a:cubicBezTo>
                  <a:lnTo>
                    <a:pt x="25718" y="68051"/>
                  </a:lnTo>
                  <a:cubicBezTo>
                    <a:pt x="25675" y="68181"/>
                    <a:pt x="25646" y="68312"/>
                    <a:pt x="25617" y="68457"/>
                  </a:cubicBezTo>
                  <a:lnTo>
                    <a:pt x="25617" y="68501"/>
                  </a:lnTo>
                  <a:cubicBezTo>
                    <a:pt x="25602" y="68631"/>
                    <a:pt x="25602" y="68776"/>
                    <a:pt x="25602" y="68907"/>
                  </a:cubicBezTo>
                  <a:lnTo>
                    <a:pt x="25602" y="68979"/>
                  </a:lnTo>
                  <a:cubicBezTo>
                    <a:pt x="25602" y="69110"/>
                    <a:pt x="25617" y="69255"/>
                    <a:pt x="25646" y="69371"/>
                  </a:cubicBezTo>
                  <a:lnTo>
                    <a:pt x="25646" y="69400"/>
                  </a:lnTo>
                  <a:cubicBezTo>
                    <a:pt x="25660" y="69516"/>
                    <a:pt x="25689" y="69646"/>
                    <a:pt x="25733" y="69762"/>
                  </a:cubicBezTo>
                  <a:cubicBezTo>
                    <a:pt x="25733" y="69777"/>
                    <a:pt x="25747" y="69791"/>
                    <a:pt x="25747" y="69806"/>
                  </a:cubicBezTo>
                  <a:cubicBezTo>
                    <a:pt x="25791" y="69937"/>
                    <a:pt x="25834" y="70053"/>
                    <a:pt x="25907" y="70154"/>
                  </a:cubicBezTo>
                  <a:cubicBezTo>
                    <a:pt x="25936" y="70169"/>
                    <a:pt x="25936" y="70198"/>
                    <a:pt x="25950" y="70227"/>
                  </a:cubicBezTo>
                  <a:cubicBezTo>
                    <a:pt x="26023" y="70343"/>
                    <a:pt x="26095" y="70459"/>
                    <a:pt x="26168" y="70560"/>
                  </a:cubicBezTo>
                  <a:cubicBezTo>
                    <a:pt x="26255" y="70662"/>
                    <a:pt x="26342" y="70749"/>
                    <a:pt x="26443" y="70865"/>
                  </a:cubicBezTo>
                  <a:lnTo>
                    <a:pt x="26473" y="70894"/>
                  </a:lnTo>
                  <a:cubicBezTo>
                    <a:pt x="26560" y="70995"/>
                    <a:pt x="26676" y="71082"/>
                    <a:pt x="26806" y="71155"/>
                  </a:cubicBezTo>
                  <a:lnTo>
                    <a:pt x="26821" y="71169"/>
                  </a:lnTo>
                  <a:cubicBezTo>
                    <a:pt x="33261" y="75434"/>
                    <a:pt x="37975" y="77276"/>
                    <a:pt x="41775" y="77276"/>
                  </a:cubicBezTo>
                  <a:cubicBezTo>
                    <a:pt x="45634" y="77276"/>
                    <a:pt x="48564" y="75376"/>
                    <a:pt x="51407" y="72156"/>
                  </a:cubicBezTo>
                  <a:lnTo>
                    <a:pt x="51407" y="72228"/>
                  </a:lnTo>
                  <a:lnTo>
                    <a:pt x="51407" y="72272"/>
                  </a:lnTo>
                  <a:cubicBezTo>
                    <a:pt x="51407" y="72402"/>
                    <a:pt x="51407" y="72533"/>
                    <a:pt x="51421" y="72663"/>
                  </a:cubicBezTo>
                  <a:lnTo>
                    <a:pt x="51421" y="72692"/>
                  </a:lnTo>
                  <a:cubicBezTo>
                    <a:pt x="51436" y="72823"/>
                    <a:pt x="51479" y="72954"/>
                    <a:pt x="51508" y="73070"/>
                  </a:cubicBezTo>
                  <a:cubicBezTo>
                    <a:pt x="51508" y="73113"/>
                    <a:pt x="51537" y="73128"/>
                    <a:pt x="51552" y="73171"/>
                  </a:cubicBezTo>
                  <a:cubicBezTo>
                    <a:pt x="51566" y="73200"/>
                    <a:pt x="51566" y="73244"/>
                    <a:pt x="51581" y="73258"/>
                  </a:cubicBezTo>
                  <a:cubicBezTo>
                    <a:pt x="51610" y="73316"/>
                    <a:pt x="51639" y="73360"/>
                    <a:pt x="51653" y="73403"/>
                  </a:cubicBezTo>
                  <a:cubicBezTo>
                    <a:pt x="51682" y="73432"/>
                    <a:pt x="51697" y="73490"/>
                    <a:pt x="51711" y="73534"/>
                  </a:cubicBezTo>
                  <a:cubicBezTo>
                    <a:pt x="51726" y="73548"/>
                    <a:pt x="51726" y="73563"/>
                    <a:pt x="51755" y="73577"/>
                  </a:cubicBezTo>
                  <a:cubicBezTo>
                    <a:pt x="51784" y="73635"/>
                    <a:pt x="51798" y="73693"/>
                    <a:pt x="51842" y="73751"/>
                  </a:cubicBezTo>
                  <a:cubicBezTo>
                    <a:pt x="51871" y="73795"/>
                    <a:pt x="51914" y="73867"/>
                    <a:pt x="51972" y="73925"/>
                  </a:cubicBezTo>
                  <a:cubicBezTo>
                    <a:pt x="52001" y="73983"/>
                    <a:pt x="52045" y="74012"/>
                    <a:pt x="52074" y="74070"/>
                  </a:cubicBezTo>
                  <a:cubicBezTo>
                    <a:pt x="52132" y="74129"/>
                    <a:pt x="52161" y="74187"/>
                    <a:pt x="52219" y="74230"/>
                  </a:cubicBezTo>
                  <a:lnTo>
                    <a:pt x="52350" y="74361"/>
                  </a:lnTo>
                  <a:cubicBezTo>
                    <a:pt x="52408" y="74419"/>
                    <a:pt x="52451" y="74448"/>
                    <a:pt x="52509" y="74491"/>
                  </a:cubicBezTo>
                  <a:cubicBezTo>
                    <a:pt x="52567" y="74520"/>
                    <a:pt x="52596" y="74564"/>
                    <a:pt x="52654" y="74593"/>
                  </a:cubicBezTo>
                  <a:cubicBezTo>
                    <a:pt x="52712" y="74636"/>
                    <a:pt x="52785" y="74665"/>
                    <a:pt x="52857" y="74709"/>
                  </a:cubicBezTo>
                  <a:cubicBezTo>
                    <a:pt x="52915" y="74723"/>
                    <a:pt x="52944" y="74767"/>
                    <a:pt x="53002" y="74781"/>
                  </a:cubicBezTo>
                  <a:cubicBezTo>
                    <a:pt x="53075" y="74810"/>
                    <a:pt x="53147" y="74839"/>
                    <a:pt x="53220" y="74868"/>
                  </a:cubicBezTo>
                  <a:cubicBezTo>
                    <a:pt x="53278" y="74883"/>
                    <a:pt x="53321" y="74912"/>
                    <a:pt x="53365" y="74926"/>
                  </a:cubicBezTo>
                  <a:cubicBezTo>
                    <a:pt x="53437" y="74941"/>
                    <a:pt x="53524" y="74955"/>
                    <a:pt x="53597" y="74984"/>
                  </a:cubicBezTo>
                  <a:cubicBezTo>
                    <a:pt x="53655" y="74999"/>
                    <a:pt x="53713" y="74999"/>
                    <a:pt x="53742" y="75013"/>
                  </a:cubicBezTo>
                  <a:cubicBezTo>
                    <a:pt x="53829" y="75028"/>
                    <a:pt x="53931" y="75028"/>
                    <a:pt x="54032" y="75028"/>
                  </a:cubicBezTo>
                  <a:lnTo>
                    <a:pt x="54148" y="75028"/>
                  </a:lnTo>
                  <a:cubicBezTo>
                    <a:pt x="54235" y="75028"/>
                    <a:pt x="54322" y="75028"/>
                    <a:pt x="54409" y="75013"/>
                  </a:cubicBezTo>
                  <a:lnTo>
                    <a:pt x="54438" y="75013"/>
                  </a:lnTo>
                  <a:cubicBezTo>
                    <a:pt x="54511" y="75013"/>
                    <a:pt x="54598" y="74999"/>
                    <a:pt x="54670" y="74984"/>
                  </a:cubicBezTo>
                  <a:lnTo>
                    <a:pt x="54685" y="74984"/>
                  </a:lnTo>
                  <a:cubicBezTo>
                    <a:pt x="71496" y="71547"/>
                    <a:pt x="73875" y="65745"/>
                    <a:pt x="72512" y="55562"/>
                  </a:cubicBezTo>
                  <a:lnTo>
                    <a:pt x="72512" y="55518"/>
                  </a:lnTo>
                  <a:cubicBezTo>
                    <a:pt x="72468" y="55257"/>
                    <a:pt x="72439" y="54967"/>
                    <a:pt x="72396" y="54706"/>
                  </a:cubicBezTo>
                  <a:lnTo>
                    <a:pt x="72396" y="54706"/>
                  </a:lnTo>
                  <a:cubicBezTo>
                    <a:pt x="72439" y="54779"/>
                    <a:pt x="72468" y="54837"/>
                    <a:pt x="72526" y="54895"/>
                  </a:cubicBezTo>
                  <a:cubicBezTo>
                    <a:pt x="72541" y="54909"/>
                    <a:pt x="72541" y="54924"/>
                    <a:pt x="72570" y="54938"/>
                  </a:cubicBezTo>
                  <a:cubicBezTo>
                    <a:pt x="72642" y="55054"/>
                    <a:pt x="72729" y="55141"/>
                    <a:pt x="72816" y="55257"/>
                  </a:cubicBezTo>
                  <a:lnTo>
                    <a:pt x="72860" y="55286"/>
                  </a:lnTo>
                  <a:cubicBezTo>
                    <a:pt x="72947" y="55373"/>
                    <a:pt x="73034" y="55475"/>
                    <a:pt x="73150" y="55548"/>
                  </a:cubicBezTo>
                  <a:cubicBezTo>
                    <a:pt x="73164" y="55548"/>
                    <a:pt x="73164" y="55562"/>
                    <a:pt x="73179" y="55562"/>
                  </a:cubicBezTo>
                  <a:cubicBezTo>
                    <a:pt x="73295" y="55635"/>
                    <a:pt x="73396" y="55707"/>
                    <a:pt x="73527" y="55765"/>
                  </a:cubicBezTo>
                  <a:cubicBezTo>
                    <a:pt x="73541" y="55780"/>
                    <a:pt x="73585" y="55780"/>
                    <a:pt x="73599" y="55794"/>
                  </a:cubicBezTo>
                  <a:cubicBezTo>
                    <a:pt x="73629" y="55809"/>
                    <a:pt x="73658" y="55838"/>
                    <a:pt x="73687" y="55852"/>
                  </a:cubicBezTo>
                  <a:cubicBezTo>
                    <a:pt x="73774" y="55881"/>
                    <a:pt x="73890" y="55925"/>
                    <a:pt x="73977" y="55954"/>
                  </a:cubicBezTo>
                  <a:lnTo>
                    <a:pt x="73991" y="55954"/>
                  </a:lnTo>
                  <a:cubicBezTo>
                    <a:pt x="74122" y="55997"/>
                    <a:pt x="74238" y="56026"/>
                    <a:pt x="74354" y="56055"/>
                  </a:cubicBezTo>
                  <a:cubicBezTo>
                    <a:pt x="74397" y="56055"/>
                    <a:pt x="74412" y="56070"/>
                    <a:pt x="74455" y="56070"/>
                  </a:cubicBezTo>
                  <a:cubicBezTo>
                    <a:pt x="74571" y="56084"/>
                    <a:pt x="74702" y="56099"/>
                    <a:pt x="74832" y="56099"/>
                  </a:cubicBezTo>
                  <a:lnTo>
                    <a:pt x="74861" y="56099"/>
                  </a:lnTo>
                  <a:cubicBezTo>
                    <a:pt x="74977" y="56099"/>
                    <a:pt x="75079" y="56084"/>
                    <a:pt x="75195" y="56084"/>
                  </a:cubicBezTo>
                  <a:cubicBezTo>
                    <a:pt x="75224" y="56084"/>
                    <a:pt x="75268" y="56070"/>
                    <a:pt x="75326" y="56070"/>
                  </a:cubicBezTo>
                  <a:cubicBezTo>
                    <a:pt x="75398" y="56055"/>
                    <a:pt x="75485" y="56026"/>
                    <a:pt x="75558" y="56012"/>
                  </a:cubicBezTo>
                  <a:cubicBezTo>
                    <a:pt x="75587" y="55997"/>
                    <a:pt x="75645" y="55997"/>
                    <a:pt x="75688" y="55983"/>
                  </a:cubicBezTo>
                  <a:cubicBezTo>
                    <a:pt x="75761" y="55954"/>
                    <a:pt x="75833" y="55925"/>
                    <a:pt x="75906" y="55910"/>
                  </a:cubicBezTo>
                  <a:cubicBezTo>
                    <a:pt x="75935" y="55881"/>
                    <a:pt x="75993" y="55867"/>
                    <a:pt x="76022" y="55852"/>
                  </a:cubicBezTo>
                  <a:cubicBezTo>
                    <a:pt x="76094" y="55809"/>
                    <a:pt x="76152" y="55780"/>
                    <a:pt x="76225" y="55736"/>
                  </a:cubicBezTo>
                  <a:cubicBezTo>
                    <a:pt x="76268" y="55722"/>
                    <a:pt x="76312" y="55693"/>
                    <a:pt x="76355" y="55664"/>
                  </a:cubicBezTo>
                  <a:cubicBezTo>
                    <a:pt x="76428" y="55635"/>
                    <a:pt x="76486" y="55577"/>
                    <a:pt x="76530" y="55518"/>
                  </a:cubicBezTo>
                  <a:cubicBezTo>
                    <a:pt x="76573" y="55489"/>
                    <a:pt x="76602" y="55475"/>
                    <a:pt x="76646" y="55431"/>
                  </a:cubicBezTo>
                  <a:cubicBezTo>
                    <a:pt x="76718" y="55373"/>
                    <a:pt x="76776" y="55301"/>
                    <a:pt x="76820" y="55257"/>
                  </a:cubicBezTo>
                  <a:lnTo>
                    <a:pt x="76892" y="55185"/>
                  </a:lnTo>
                  <a:cubicBezTo>
                    <a:pt x="76965" y="55083"/>
                    <a:pt x="77037" y="54996"/>
                    <a:pt x="77110" y="54895"/>
                  </a:cubicBezTo>
                  <a:lnTo>
                    <a:pt x="77139" y="54866"/>
                  </a:lnTo>
                  <a:lnTo>
                    <a:pt x="77139" y="54851"/>
                  </a:lnTo>
                  <a:cubicBezTo>
                    <a:pt x="85653" y="41927"/>
                    <a:pt x="84478" y="35966"/>
                    <a:pt x="78082" y="30309"/>
                  </a:cubicBezTo>
                  <a:lnTo>
                    <a:pt x="78198" y="30309"/>
                  </a:lnTo>
                  <a:cubicBezTo>
                    <a:pt x="78299" y="30309"/>
                    <a:pt x="78401" y="30309"/>
                    <a:pt x="78502" y="30294"/>
                  </a:cubicBezTo>
                  <a:cubicBezTo>
                    <a:pt x="78531" y="30294"/>
                    <a:pt x="78546" y="30294"/>
                    <a:pt x="78575" y="30265"/>
                  </a:cubicBezTo>
                  <a:cubicBezTo>
                    <a:pt x="78647" y="30251"/>
                    <a:pt x="78720" y="30251"/>
                    <a:pt x="78821" y="30236"/>
                  </a:cubicBezTo>
                  <a:cubicBezTo>
                    <a:pt x="78850" y="30236"/>
                    <a:pt x="78865" y="30207"/>
                    <a:pt x="78908" y="30207"/>
                  </a:cubicBezTo>
                  <a:cubicBezTo>
                    <a:pt x="78981" y="30193"/>
                    <a:pt x="79068" y="30178"/>
                    <a:pt x="79140" y="30135"/>
                  </a:cubicBezTo>
                  <a:cubicBezTo>
                    <a:pt x="79169" y="30135"/>
                    <a:pt x="79184" y="30120"/>
                    <a:pt x="79198" y="30120"/>
                  </a:cubicBezTo>
                  <a:lnTo>
                    <a:pt x="79213" y="30120"/>
                  </a:lnTo>
                  <a:cubicBezTo>
                    <a:pt x="79314" y="30091"/>
                    <a:pt x="79402" y="30048"/>
                    <a:pt x="79489" y="29990"/>
                  </a:cubicBezTo>
                  <a:cubicBezTo>
                    <a:pt x="79489" y="29990"/>
                    <a:pt x="79503" y="29990"/>
                    <a:pt x="79503" y="29975"/>
                  </a:cubicBezTo>
                  <a:cubicBezTo>
                    <a:pt x="79634" y="29903"/>
                    <a:pt x="79750" y="29830"/>
                    <a:pt x="79851" y="29757"/>
                  </a:cubicBezTo>
                  <a:cubicBezTo>
                    <a:pt x="79866" y="29743"/>
                    <a:pt x="79866" y="29743"/>
                    <a:pt x="79895" y="29743"/>
                  </a:cubicBezTo>
                  <a:cubicBezTo>
                    <a:pt x="79996" y="29656"/>
                    <a:pt x="80083" y="29583"/>
                    <a:pt x="80199" y="29467"/>
                  </a:cubicBezTo>
                  <a:lnTo>
                    <a:pt x="80257" y="29409"/>
                  </a:lnTo>
                  <a:cubicBezTo>
                    <a:pt x="80344" y="29322"/>
                    <a:pt x="80431" y="29221"/>
                    <a:pt x="80504" y="29105"/>
                  </a:cubicBezTo>
                  <a:cubicBezTo>
                    <a:pt x="80504" y="29105"/>
                    <a:pt x="80504" y="29090"/>
                    <a:pt x="80518" y="29090"/>
                  </a:cubicBezTo>
                  <a:cubicBezTo>
                    <a:pt x="80591" y="28974"/>
                    <a:pt x="80649" y="28873"/>
                    <a:pt x="80721" y="28757"/>
                  </a:cubicBezTo>
                  <a:cubicBezTo>
                    <a:pt x="80736" y="28742"/>
                    <a:pt x="80736" y="28728"/>
                    <a:pt x="80765" y="28713"/>
                  </a:cubicBezTo>
                  <a:cubicBezTo>
                    <a:pt x="80809" y="28597"/>
                    <a:pt x="80852" y="28467"/>
                    <a:pt x="80910" y="28351"/>
                  </a:cubicBezTo>
                  <a:cubicBezTo>
                    <a:pt x="80910" y="28321"/>
                    <a:pt x="80925" y="28292"/>
                    <a:pt x="80925" y="28278"/>
                  </a:cubicBezTo>
                  <a:cubicBezTo>
                    <a:pt x="80954" y="28147"/>
                    <a:pt x="80997" y="28017"/>
                    <a:pt x="80997" y="27886"/>
                  </a:cubicBezTo>
                  <a:lnTo>
                    <a:pt x="80997" y="27872"/>
                  </a:lnTo>
                  <a:cubicBezTo>
                    <a:pt x="81012" y="27741"/>
                    <a:pt x="81012" y="27596"/>
                    <a:pt x="81012" y="27480"/>
                  </a:cubicBezTo>
                  <a:lnTo>
                    <a:pt x="81012" y="27422"/>
                  </a:lnTo>
                  <a:cubicBezTo>
                    <a:pt x="81012" y="27292"/>
                    <a:pt x="80997" y="27147"/>
                    <a:pt x="80954" y="27016"/>
                  </a:cubicBezTo>
                  <a:lnTo>
                    <a:pt x="80954" y="26987"/>
                  </a:lnTo>
                  <a:cubicBezTo>
                    <a:pt x="78044" y="12698"/>
                    <a:pt x="73416" y="8835"/>
                    <a:pt x="65840" y="8835"/>
                  </a:cubicBezTo>
                  <a:cubicBezTo>
                    <a:pt x="64502" y="8835"/>
                    <a:pt x="63073" y="8956"/>
                    <a:pt x="61546" y="9160"/>
                  </a:cubicBezTo>
                  <a:lnTo>
                    <a:pt x="61502" y="9160"/>
                  </a:lnTo>
                  <a:cubicBezTo>
                    <a:pt x="60980" y="9233"/>
                    <a:pt x="60472" y="9305"/>
                    <a:pt x="59979" y="9363"/>
                  </a:cubicBezTo>
                  <a:cubicBezTo>
                    <a:pt x="59994" y="9320"/>
                    <a:pt x="59994" y="9291"/>
                    <a:pt x="60023" y="9247"/>
                  </a:cubicBezTo>
                  <a:lnTo>
                    <a:pt x="60023" y="9233"/>
                  </a:lnTo>
                  <a:cubicBezTo>
                    <a:pt x="60052" y="9102"/>
                    <a:pt x="60095" y="8986"/>
                    <a:pt x="60110" y="8841"/>
                  </a:cubicBezTo>
                  <a:lnTo>
                    <a:pt x="60110" y="8783"/>
                  </a:lnTo>
                  <a:cubicBezTo>
                    <a:pt x="60124" y="8653"/>
                    <a:pt x="60124" y="8508"/>
                    <a:pt x="60124" y="8377"/>
                  </a:cubicBezTo>
                  <a:lnTo>
                    <a:pt x="60124" y="8304"/>
                  </a:lnTo>
                  <a:cubicBezTo>
                    <a:pt x="60124" y="8188"/>
                    <a:pt x="60110" y="8043"/>
                    <a:pt x="60095" y="7913"/>
                  </a:cubicBezTo>
                  <a:lnTo>
                    <a:pt x="60095" y="7898"/>
                  </a:lnTo>
                  <a:cubicBezTo>
                    <a:pt x="60066" y="7768"/>
                    <a:pt x="60037" y="7637"/>
                    <a:pt x="59994" y="7536"/>
                  </a:cubicBezTo>
                  <a:cubicBezTo>
                    <a:pt x="59994" y="7507"/>
                    <a:pt x="59979" y="7492"/>
                    <a:pt x="59979" y="7478"/>
                  </a:cubicBezTo>
                  <a:cubicBezTo>
                    <a:pt x="59950" y="7347"/>
                    <a:pt x="59892" y="7246"/>
                    <a:pt x="59820" y="7130"/>
                  </a:cubicBezTo>
                  <a:cubicBezTo>
                    <a:pt x="59805" y="7115"/>
                    <a:pt x="59805" y="7101"/>
                    <a:pt x="59776" y="7057"/>
                  </a:cubicBezTo>
                  <a:cubicBezTo>
                    <a:pt x="59704" y="6956"/>
                    <a:pt x="59631" y="6825"/>
                    <a:pt x="59559" y="6738"/>
                  </a:cubicBezTo>
                  <a:cubicBezTo>
                    <a:pt x="59472" y="6622"/>
                    <a:pt x="59385" y="6535"/>
                    <a:pt x="59297" y="6419"/>
                  </a:cubicBezTo>
                  <a:lnTo>
                    <a:pt x="59254" y="6390"/>
                  </a:lnTo>
                  <a:cubicBezTo>
                    <a:pt x="59167" y="6303"/>
                    <a:pt x="59051" y="6201"/>
                    <a:pt x="58935" y="6129"/>
                  </a:cubicBezTo>
                  <a:lnTo>
                    <a:pt x="58906" y="6114"/>
                  </a:lnTo>
                  <a:cubicBezTo>
                    <a:pt x="52467" y="1853"/>
                    <a:pt x="47752" y="0"/>
                    <a:pt x="43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1204150" y="4106925"/>
              <a:ext cx="80525" cy="126575"/>
            </a:xfrm>
            <a:custGeom>
              <a:rect b="b" l="l" r="r" t="t"/>
              <a:pathLst>
                <a:path extrusionOk="0" h="5063" w="3221">
                  <a:moveTo>
                    <a:pt x="436" y="0"/>
                  </a:moveTo>
                  <a:cubicBezTo>
                    <a:pt x="305" y="0"/>
                    <a:pt x="218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30" y="4845"/>
                    <a:pt x="131" y="4932"/>
                  </a:cubicBezTo>
                  <a:cubicBezTo>
                    <a:pt x="204" y="5033"/>
                    <a:pt x="320" y="5062"/>
                    <a:pt x="450" y="5062"/>
                  </a:cubicBezTo>
                  <a:cubicBezTo>
                    <a:pt x="566" y="5062"/>
                    <a:pt x="668" y="5033"/>
                    <a:pt x="769" y="4975"/>
                  </a:cubicBezTo>
                  <a:cubicBezTo>
                    <a:pt x="871" y="4903"/>
                    <a:pt x="900" y="4787"/>
                    <a:pt x="900" y="4671"/>
                  </a:cubicBezTo>
                  <a:lnTo>
                    <a:pt x="900" y="2974"/>
                  </a:lnTo>
                  <a:lnTo>
                    <a:pt x="2466" y="2974"/>
                  </a:lnTo>
                  <a:cubicBezTo>
                    <a:pt x="2582" y="2974"/>
                    <a:pt x="2684" y="2945"/>
                    <a:pt x="2771" y="2858"/>
                  </a:cubicBezTo>
                  <a:cubicBezTo>
                    <a:pt x="2858" y="2756"/>
                    <a:pt x="2902" y="2669"/>
                    <a:pt x="2902" y="2568"/>
                  </a:cubicBezTo>
                  <a:cubicBezTo>
                    <a:pt x="2902" y="2437"/>
                    <a:pt x="2858" y="2321"/>
                    <a:pt x="2771" y="2249"/>
                  </a:cubicBezTo>
                  <a:cubicBezTo>
                    <a:pt x="2698" y="2161"/>
                    <a:pt x="2582" y="2132"/>
                    <a:pt x="2466" y="2132"/>
                  </a:cubicBezTo>
                  <a:lnTo>
                    <a:pt x="900" y="2132"/>
                  </a:lnTo>
                  <a:lnTo>
                    <a:pt x="900" y="856"/>
                  </a:lnTo>
                  <a:lnTo>
                    <a:pt x="2785" y="856"/>
                  </a:lnTo>
                  <a:cubicBezTo>
                    <a:pt x="2916" y="856"/>
                    <a:pt x="3003" y="813"/>
                    <a:pt x="3090" y="725"/>
                  </a:cubicBezTo>
                  <a:cubicBezTo>
                    <a:pt x="3192" y="638"/>
                    <a:pt x="3221" y="551"/>
                    <a:pt x="3221" y="435"/>
                  </a:cubicBezTo>
                  <a:cubicBezTo>
                    <a:pt x="3221" y="305"/>
                    <a:pt x="3192" y="203"/>
                    <a:pt x="3090" y="131"/>
                  </a:cubicBezTo>
                  <a:cubicBezTo>
                    <a:pt x="3032" y="44"/>
                    <a:pt x="2916" y="0"/>
                    <a:pt x="278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1305675" y="4106925"/>
              <a:ext cx="104100" cy="127850"/>
            </a:xfrm>
            <a:custGeom>
              <a:rect b="b" l="l" r="r" t="t"/>
              <a:pathLst>
                <a:path extrusionOk="0" h="5114" w="4164">
                  <a:moveTo>
                    <a:pt x="2481" y="827"/>
                  </a:moveTo>
                  <a:cubicBezTo>
                    <a:pt x="2612" y="827"/>
                    <a:pt x="2742" y="900"/>
                    <a:pt x="2844" y="1045"/>
                  </a:cubicBezTo>
                  <a:cubicBezTo>
                    <a:pt x="2960" y="1161"/>
                    <a:pt x="3003" y="1349"/>
                    <a:pt x="3003" y="1567"/>
                  </a:cubicBezTo>
                  <a:cubicBezTo>
                    <a:pt x="3003" y="1726"/>
                    <a:pt x="2989" y="1871"/>
                    <a:pt x="2931" y="2016"/>
                  </a:cubicBezTo>
                  <a:cubicBezTo>
                    <a:pt x="2887" y="2161"/>
                    <a:pt x="2829" y="2278"/>
                    <a:pt x="2742" y="2350"/>
                  </a:cubicBezTo>
                  <a:cubicBezTo>
                    <a:pt x="2641" y="2437"/>
                    <a:pt x="2568" y="2466"/>
                    <a:pt x="2481" y="2466"/>
                  </a:cubicBezTo>
                  <a:lnTo>
                    <a:pt x="900" y="2466"/>
                  </a:lnTo>
                  <a:lnTo>
                    <a:pt x="900" y="827"/>
                  </a:lnTo>
                  <a:close/>
                  <a:moveTo>
                    <a:pt x="436" y="0"/>
                  </a:moveTo>
                  <a:cubicBezTo>
                    <a:pt x="306" y="0"/>
                    <a:pt x="219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59" y="4845"/>
                    <a:pt x="161" y="4932"/>
                  </a:cubicBezTo>
                  <a:cubicBezTo>
                    <a:pt x="277" y="5033"/>
                    <a:pt x="393" y="5062"/>
                    <a:pt x="523" y="5062"/>
                  </a:cubicBezTo>
                  <a:cubicBezTo>
                    <a:pt x="654" y="5062"/>
                    <a:pt x="741" y="5033"/>
                    <a:pt x="755" y="4975"/>
                  </a:cubicBezTo>
                  <a:cubicBezTo>
                    <a:pt x="828" y="4903"/>
                    <a:pt x="871" y="4787"/>
                    <a:pt x="871" y="4656"/>
                  </a:cubicBezTo>
                  <a:lnTo>
                    <a:pt x="871" y="3249"/>
                  </a:lnTo>
                  <a:lnTo>
                    <a:pt x="2235" y="3249"/>
                  </a:lnTo>
                  <a:cubicBezTo>
                    <a:pt x="2336" y="3249"/>
                    <a:pt x="2423" y="3264"/>
                    <a:pt x="2510" y="3278"/>
                  </a:cubicBezTo>
                  <a:cubicBezTo>
                    <a:pt x="2597" y="3307"/>
                    <a:pt x="2655" y="3336"/>
                    <a:pt x="2713" y="3394"/>
                  </a:cubicBezTo>
                  <a:cubicBezTo>
                    <a:pt x="2771" y="3452"/>
                    <a:pt x="2800" y="3496"/>
                    <a:pt x="2844" y="3568"/>
                  </a:cubicBezTo>
                  <a:cubicBezTo>
                    <a:pt x="2858" y="3641"/>
                    <a:pt x="2873" y="3714"/>
                    <a:pt x="2873" y="3815"/>
                  </a:cubicBezTo>
                  <a:cubicBezTo>
                    <a:pt x="2873" y="4062"/>
                    <a:pt x="2902" y="4265"/>
                    <a:pt x="2945" y="4424"/>
                  </a:cubicBezTo>
                  <a:cubicBezTo>
                    <a:pt x="3003" y="4584"/>
                    <a:pt x="3062" y="4714"/>
                    <a:pt x="3149" y="4801"/>
                  </a:cubicBezTo>
                  <a:cubicBezTo>
                    <a:pt x="3236" y="4903"/>
                    <a:pt x="3308" y="4975"/>
                    <a:pt x="3410" y="5019"/>
                  </a:cubicBezTo>
                  <a:cubicBezTo>
                    <a:pt x="3453" y="5062"/>
                    <a:pt x="3511" y="5077"/>
                    <a:pt x="3598" y="5092"/>
                  </a:cubicBezTo>
                  <a:cubicBezTo>
                    <a:pt x="3649" y="5106"/>
                    <a:pt x="3692" y="5113"/>
                    <a:pt x="3734" y="5113"/>
                  </a:cubicBezTo>
                  <a:cubicBezTo>
                    <a:pt x="3776" y="5113"/>
                    <a:pt x="3816" y="5106"/>
                    <a:pt x="3859" y="5092"/>
                  </a:cubicBezTo>
                  <a:cubicBezTo>
                    <a:pt x="3932" y="5077"/>
                    <a:pt x="4004" y="5019"/>
                    <a:pt x="4062" y="4975"/>
                  </a:cubicBezTo>
                  <a:cubicBezTo>
                    <a:pt x="4149" y="4874"/>
                    <a:pt x="4164" y="4787"/>
                    <a:pt x="4149" y="4656"/>
                  </a:cubicBezTo>
                  <a:cubicBezTo>
                    <a:pt x="4135" y="4540"/>
                    <a:pt x="4062" y="4439"/>
                    <a:pt x="3946" y="4395"/>
                  </a:cubicBezTo>
                  <a:cubicBezTo>
                    <a:pt x="3888" y="4352"/>
                    <a:pt x="3845" y="4323"/>
                    <a:pt x="3816" y="4250"/>
                  </a:cubicBezTo>
                  <a:cubicBezTo>
                    <a:pt x="3801" y="4178"/>
                    <a:pt x="3787" y="4105"/>
                    <a:pt x="3787" y="4004"/>
                  </a:cubicBezTo>
                  <a:cubicBezTo>
                    <a:pt x="3787" y="3917"/>
                    <a:pt x="3772" y="3815"/>
                    <a:pt x="3758" y="3685"/>
                  </a:cubicBezTo>
                  <a:cubicBezTo>
                    <a:pt x="3729" y="3554"/>
                    <a:pt x="3714" y="3423"/>
                    <a:pt x="3656" y="3322"/>
                  </a:cubicBezTo>
                  <a:cubicBezTo>
                    <a:pt x="3613" y="3191"/>
                    <a:pt x="3540" y="3090"/>
                    <a:pt x="3439" y="2988"/>
                  </a:cubicBezTo>
                  <a:cubicBezTo>
                    <a:pt x="3385" y="2934"/>
                    <a:pt x="3314" y="2881"/>
                    <a:pt x="3241" y="2830"/>
                  </a:cubicBezTo>
                  <a:lnTo>
                    <a:pt x="3241" y="2830"/>
                  </a:lnTo>
                  <a:cubicBezTo>
                    <a:pt x="3348" y="2766"/>
                    <a:pt x="3448" y="2685"/>
                    <a:pt x="3540" y="2582"/>
                  </a:cubicBezTo>
                  <a:cubicBezTo>
                    <a:pt x="3656" y="2437"/>
                    <a:pt x="3772" y="2292"/>
                    <a:pt x="3845" y="2103"/>
                  </a:cubicBezTo>
                  <a:cubicBezTo>
                    <a:pt x="3917" y="1929"/>
                    <a:pt x="3946" y="1741"/>
                    <a:pt x="3946" y="1567"/>
                  </a:cubicBezTo>
                  <a:cubicBezTo>
                    <a:pt x="3946" y="1248"/>
                    <a:pt x="3874" y="987"/>
                    <a:pt x="3758" y="740"/>
                  </a:cubicBezTo>
                  <a:cubicBezTo>
                    <a:pt x="3627" y="508"/>
                    <a:pt x="3439" y="334"/>
                    <a:pt x="3221" y="203"/>
                  </a:cubicBezTo>
                  <a:cubicBezTo>
                    <a:pt x="3003" y="73"/>
                    <a:pt x="2771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1429700" y="4106550"/>
              <a:ext cx="23250" cy="126575"/>
            </a:xfrm>
            <a:custGeom>
              <a:rect b="b" l="l" r="r" t="t"/>
              <a:pathLst>
                <a:path extrusionOk="0" h="5063" w="930">
                  <a:moveTo>
                    <a:pt x="450" y="1"/>
                  </a:moveTo>
                  <a:cubicBezTo>
                    <a:pt x="334" y="1"/>
                    <a:pt x="218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18" y="5019"/>
                    <a:pt x="334" y="5063"/>
                    <a:pt x="450" y="5063"/>
                  </a:cubicBezTo>
                  <a:cubicBezTo>
                    <a:pt x="581" y="5063"/>
                    <a:pt x="697" y="5019"/>
                    <a:pt x="784" y="4932"/>
                  </a:cubicBezTo>
                  <a:cubicBezTo>
                    <a:pt x="871" y="4860"/>
                    <a:pt x="929" y="4758"/>
                    <a:pt x="929" y="4628"/>
                  </a:cubicBezTo>
                  <a:lnTo>
                    <a:pt x="885" y="4628"/>
                  </a:lnTo>
                  <a:lnTo>
                    <a:pt x="885" y="436"/>
                  </a:lnTo>
                  <a:cubicBezTo>
                    <a:pt x="885" y="305"/>
                    <a:pt x="856" y="218"/>
                    <a:pt x="769" y="131"/>
                  </a:cubicBezTo>
                  <a:cubicBezTo>
                    <a:pt x="668" y="44"/>
                    <a:pt x="566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1480825" y="4106550"/>
              <a:ext cx="82725" cy="126575"/>
            </a:xfrm>
            <a:custGeom>
              <a:rect b="b" l="l" r="r" t="t"/>
              <a:pathLst>
                <a:path extrusionOk="0" h="5063" w="3309">
                  <a:moveTo>
                    <a:pt x="407" y="1"/>
                  </a:moveTo>
                  <a:cubicBezTo>
                    <a:pt x="276" y="1"/>
                    <a:pt x="175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04" y="5019"/>
                    <a:pt x="320" y="5063"/>
                    <a:pt x="436" y="5063"/>
                  </a:cubicBezTo>
                  <a:lnTo>
                    <a:pt x="2873" y="5063"/>
                  </a:lnTo>
                  <a:cubicBezTo>
                    <a:pt x="3003" y="5063"/>
                    <a:pt x="3090" y="5019"/>
                    <a:pt x="3178" y="4947"/>
                  </a:cubicBezTo>
                  <a:cubicBezTo>
                    <a:pt x="3265" y="4874"/>
                    <a:pt x="3308" y="4787"/>
                    <a:pt x="3308" y="4657"/>
                  </a:cubicBezTo>
                  <a:cubicBezTo>
                    <a:pt x="3308" y="4555"/>
                    <a:pt x="3265" y="4468"/>
                    <a:pt x="3178" y="4367"/>
                  </a:cubicBezTo>
                  <a:cubicBezTo>
                    <a:pt x="3105" y="4280"/>
                    <a:pt x="3003" y="4251"/>
                    <a:pt x="2873" y="4251"/>
                  </a:cubicBezTo>
                  <a:lnTo>
                    <a:pt x="900" y="4251"/>
                  </a:lnTo>
                  <a:lnTo>
                    <a:pt x="900" y="2902"/>
                  </a:lnTo>
                  <a:lnTo>
                    <a:pt x="2525" y="2902"/>
                  </a:lnTo>
                  <a:cubicBezTo>
                    <a:pt x="2655" y="2902"/>
                    <a:pt x="2742" y="2873"/>
                    <a:pt x="2829" y="2800"/>
                  </a:cubicBezTo>
                  <a:cubicBezTo>
                    <a:pt x="2931" y="2728"/>
                    <a:pt x="2960" y="2626"/>
                    <a:pt x="2960" y="2510"/>
                  </a:cubicBezTo>
                  <a:cubicBezTo>
                    <a:pt x="2960" y="2380"/>
                    <a:pt x="2931" y="2264"/>
                    <a:pt x="2829" y="2191"/>
                  </a:cubicBezTo>
                  <a:cubicBezTo>
                    <a:pt x="2757" y="2104"/>
                    <a:pt x="2655" y="2075"/>
                    <a:pt x="2525" y="2075"/>
                  </a:cubicBezTo>
                  <a:lnTo>
                    <a:pt x="871" y="2075"/>
                  </a:lnTo>
                  <a:lnTo>
                    <a:pt x="871" y="842"/>
                  </a:lnTo>
                  <a:lnTo>
                    <a:pt x="2829" y="842"/>
                  </a:lnTo>
                  <a:cubicBezTo>
                    <a:pt x="2960" y="842"/>
                    <a:pt x="3047" y="799"/>
                    <a:pt x="3148" y="726"/>
                  </a:cubicBezTo>
                  <a:cubicBezTo>
                    <a:pt x="3236" y="653"/>
                    <a:pt x="3265" y="566"/>
                    <a:pt x="3265" y="436"/>
                  </a:cubicBezTo>
                  <a:cubicBezTo>
                    <a:pt x="3265" y="305"/>
                    <a:pt x="3236" y="204"/>
                    <a:pt x="3148" y="131"/>
                  </a:cubicBezTo>
                  <a:cubicBezTo>
                    <a:pt x="3076" y="44"/>
                    <a:pt x="2960" y="1"/>
                    <a:pt x="282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1583825" y="4106200"/>
              <a:ext cx="106275" cy="126925"/>
            </a:xfrm>
            <a:custGeom>
              <a:rect b="b" l="l" r="r" t="t"/>
              <a:pathLst>
                <a:path extrusionOk="0" h="5077" w="4251">
                  <a:moveTo>
                    <a:pt x="435" y="0"/>
                  </a:moveTo>
                  <a:cubicBezTo>
                    <a:pt x="305" y="0"/>
                    <a:pt x="218" y="29"/>
                    <a:pt x="131" y="131"/>
                  </a:cubicBezTo>
                  <a:cubicBezTo>
                    <a:pt x="44" y="203"/>
                    <a:pt x="0" y="305"/>
                    <a:pt x="0" y="435"/>
                  </a:cubicBezTo>
                  <a:lnTo>
                    <a:pt x="0" y="4656"/>
                  </a:lnTo>
                  <a:cubicBezTo>
                    <a:pt x="0" y="4772"/>
                    <a:pt x="44" y="4874"/>
                    <a:pt x="116" y="4946"/>
                  </a:cubicBezTo>
                  <a:cubicBezTo>
                    <a:pt x="189" y="5019"/>
                    <a:pt x="290" y="5062"/>
                    <a:pt x="406" y="5062"/>
                  </a:cubicBezTo>
                  <a:cubicBezTo>
                    <a:pt x="508" y="5062"/>
                    <a:pt x="624" y="5019"/>
                    <a:pt x="697" y="4946"/>
                  </a:cubicBezTo>
                  <a:cubicBezTo>
                    <a:pt x="769" y="4874"/>
                    <a:pt x="798" y="4772"/>
                    <a:pt x="798" y="4656"/>
                  </a:cubicBezTo>
                  <a:lnTo>
                    <a:pt x="798" y="1542"/>
                  </a:lnTo>
                  <a:lnTo>
                    <a:pt x="3467" y="4946"/>
                  </a:lnTo>
                  <a:cubicBezTo>
                    <a:pt x="3511" y="4990"/>
                    <a:pt x="3540" y="5019"/>
                    <a:pt x="3612" y="5033"/>
                  </a:cubicBezTo>
                  <a:cubicBezTo>
                    <a:pt x="3685" y="5062"/>
                    <a:pt x="3757" y="5077"/>
                    <a:pt x="3815" y="5077"/>
                  </a:cubicBezTo>
                  <a:cubicBezTo>
                    <a:pt x="3946" y="5077"/>
                    <a:pt x="4033" y="5033"/>
                    <a:pt x="4120" y="4946"/>
                  </a:cubicBezTo>
                  <a:cubicBezTo>
                    <a:pt x="4207" y="4874"/>
                    <a:pt x="4250" y="4772"/>
                    <a:pt x="4250" y="4642"/>
                  </a:cubicBezTo>
                  <a:lnTo>
                    <a:pt x="4250" y="421"/>
                  </a:lnTo>
                  <a:cubicBezTo>
                    <a:pt x="4250" y="305"/>
                    <a:pt x="4207" y="203"/>
                    <a:pt x="4134" y="131"/>
                  </a:cubicBezTo>
                  <a:cubicBezTo>
                    <a:pt x="4062" y="58"/>
                    <a:pt x="3960" y="15"/>
                    <a:pt x="3844" y="15"/>
                  </a:cubicBezTo>
                  <a:cubicBezTo>
                    <a:pt x="3714" y="15"/>
                    <a:pt x="3627" y="58"/>
                    <a:pt x="3554" y="102"/>
                  </a:cubicBezTo>
                  <a:cubicBezTo>
                    <a:pt x="3482" y="174"/>
                    <a:pt x="3453" y="290"/>
                    <a:pt x="3453" y="392"/>
                  </a:cubicBezTo>
                  <a:lnTo>
                    <a:pt x="3453" y="3536"/>
                  </a:lnTo>
                  <a:lnTo>
                    <a:pt x="3453" y="3536"/>
                  </a:lnTo>
                  <a:lnTo>
                    <a:pt x="813" y="160"/>
                  </a:lnTo>
                  <a:cubicBezTo>
                    <a:pt x="784" y="102"/>
                    <a:pt x="726" y="58"/>
                    <a:pt x="653" y="29"/>
                  </a:cubicBezTo>
                  <a:cubicBezTo>
                    <a:pt x="581" y="15"/>
                    <a:pt x="508" y="0"/>
                    <a:pt x="4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1716900" y="4106550"/>
              <a:ext cx="108825" cy="127300"/>
            </a:xfrm>
            <a:custGeom>
              <a:rect b="b" l="l" r="r" t="t"/>
              <a:pathLst>
                <a:path extrusionOk="0" h="5092" w="4353">
                  <a:moveTo>
                    <a:pt x="2104" y="813"/>
                  </a:moveTo>
                  <a:cubicBezTo>
                    <a:pt x="2322" y="813"/>
                    <a:pt x="2510" y="871"/>
                    <a:pt x="2684" y="958"/>
                  </a:cubicBezTo>
                  <a:cubicBezTo>
                    <a:pt x="2844" y="1060"/>
                    <a:pt x="2974" y="1176"/>
                    <a:pt x="3076" y="1350"/>
                  </a:cubicBezTo>
                  <a:cubicBezTo>
                    <a:pt x="3192" y="1509"/>
                    <a:pt x="3264" y="1683"/>
                    <a:pt x="3308" y="1886"/>
                  </a:cubicBezTo>
                  <a:cubicBezTo>
                    <a:pt x="3366" y="2104"/>
                    <a:pt x="3380" y="2307"/>
                    <a:pt x="3380" y="2539"/>
                  </a:cubicBezTo>
                  <a:cubicBezTo>
                    <a:pt x="3380" y="2844"/>
                    <a:pt x="3351" y="3134"/>
                    <a:pt x="3264" y="3395"/>
                  </a:cubicBezTo>
                  <a:cubicBezTo>
                    <a:pt x="3163" y="3641"/>
                    <a:pt x="3047" y="3845"/>
                    <a:pt x="2844" y="4004"/>
                  </a:cubicBezTo>
                  <a:cubicBezTo>
                    <a:pt x="2655" y="4178"/>
                    <a:pt x="2409" y="4251"/>
                    <a:pt x="2104" y="4251"/>
                  </a:cubicBezTo>
                  <a:lnTo>
                    <a:pt x="2104" y="4222"/>
                  </a:lnTo>
                  <a:lnTo>
                    <a:pt x="900" y="4222"/>
                  </a:lnTo>
                  <a:lnTo>
                    <a:pt x="900" y="813"/>
                  </a:lnTo>
                  <a:close/>
                  <a:moveTo>
                    <a:pt x="2176" y="1"/>
                  </a:moveTo>
                  <a:lnTo>
                    <a:pt x="2176" y="30"/>
                  </a:lnTo>
                  <a:lnTo>
                    <a:pt x="436" y="30"/>
                  </a:lnTo>
                  <a:cubicBezTo>
                    <a:pt x="305" y="30"/>
                    <a:pt x="218" y="73"/>
                    <a:pt x="117" y="160"/>
                  </a:cubicBezTo>
                  <a:cubicBezTo>
                    <a:pt x="30" y="233"/>
                    <a:pt x="1" y="349"/>
                    <a:pt x="1" y="465"/>
                  </a:cubicBezTo>
                  <a:lnTo>
                    <a:pt x="1" y="4657"/>
                  </a:lnTo>
                  <a:cubicBezTo>
                    <a:pt x="1" y="4787"/>
                    <a:pt x="30" y="4874"/>
                    <a:pt x="117" y="4976"/>
                  </a:cubicBezTo>
                  <a:cubicBezTo>
                    <a:pt x="189" y="5063"/>
                    <a:pt x="305" y="5092"/>
                    <a:pt x="436" y="5092"/>
                  </a:cubicBezTo>
                  <a:lnTo>
                    <a:pt x="2176" y="5092"/>
                  </a:lnTo>
                  <a:cubicBezTo>
                    <a:pt x="2626" y="5092"/>
                    <a:pt x="3018" y="4990"/>
                    <a:pt x="3351" y="4758"/>
                  </a:cubicBezTo>
                  <a:cubicBezTo>
                    <a:pt x="3670" y="4512"/>
                    <a:pt x="3932" y="4207"/>
                    <a:pt x="4091" y="3830"/>
                  </a:cubicBezTo>
                  <a:cubicBezTo>
                    <a:pt x="4251" y="3424"/>
                    <a:pt x="4352" y="3018"/>
                    <a:pt x="4352" y="2539"/>
                  </a:cubicBezTo>
                  <a:cubicBezTo>
                    <a:pt x="4352" y="2191"/>
                    <a:pt x="4294" y="1872"/>
                    <a:pt x="4207" y="1567"/>
                  </a:cubicBezTo>
                  <a:cubicBezTo>
                    <a:pt x="4106" y="1248"/>
                    <a:pt x="3961" y="987"/>
                    <a:pt x="3787" y="740"/>
                  </a:cubicBezTo>
                  <a:cubicBezTo>
                    <a:pt x="3598" y="508"/>
                    <a:pt x="3366" y="334"/>
                    <a:pt x="3090" y="204"/>
                  </a:cubicBezTo>
                  <a:cubicBezTo>
                    <a:pt x="2829" y="73"/>
                    <a:pt x="2510" y="1"/>
                    <a:pt x="217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1846725" y="4107650"/>
              <a:ext cx="80900" cy="126200"/>
            </a:xfrm>
            <a:custGeom>
              <a:rect b="b" l="l" r="r" t="t"/>
              <a:pathLst>
                <a:path extrusionOk="0" h="5048" w="3236">
                  <a:moveTo>
                    <a:pt x="465" y="0"/>
                  </a:moveTo>
                  <a:cubicBezTo>
                    <a:pt x="334" y="0"/>
                    <a:pt x="218" y="29"/>
                    <a:pt x="131" y="116"/>
                  </a:cubicBezTo>
                  <a:cubicBezTo>
                    <a:pt x="44" y="189"/>
                    <a:pt x="1" y="305"/>
                    <a:pt x="1" y="435"/>
                  </a:cubicBezTo>
                  <a:lnTo>
                    <a:pt x="1" y="4613"/>
                  </a:lnTo>
                  <a:cubicBezTo>
                    <a:pt x="1" y="4743"/>
                    <a:pt x="44" y="4830"/>
                    <a:pt x="131" y="4932"/>
                  </a:cubicBezTo>
                  <a:cubicBezTo>
                    <a:pt x="204" y="5019"/>
                    <a:pt x="320" y="5048"/>
                    <a:pt x="436" y="5048"/>
                  </a:cubicBezTo>
                  <a:lnTo>
                    <a:pt x="2800" y="5048"/>
                  </a:lnTo>
                  <a:cubicBezTo>
                    <a:pt x="2931" y="5048"/>
                    <a:pt x="3018" y="5004"/>
                    <a:pt x="3105" y="4932"/>
                  </a:cubicBezTo>
                  <a:cubicBezTo>
                    <a:pt x="3192" y="4830"/>
                    <a:pt x="3235" y="4743"/>
                    <a:pt x="3235" y="4613"/>
                  </a:cubicBezTo>
                  <a:cubicBezTo>
                    <a:pt x="3235" y="4497"/>
                    <a:pt x="3192" y="4381"/>
                    <a:pt x="3105" y="4308"/>
                  </a:cubicBezTo>
                  <a:cubicBezTo>
                    <a:pt x="3032" y="4221"/>
                    <a:pt x="2931" y="4178"/>
                    <a:pt x="2800" y="4178"/>
                  </a:cubicBezTo>
                  <a:lnTo>
                    <a:pt x="900" y="4178"/>
                  </a:lnTo>
                  <a:lnTo>
                    <a:pt x="900" y="435"/>
                  </a:lnTo>
                  <a:cubicBezTo>
                    <a:pt x="900" y="305"/>
                    <a:pt x="856" y="218"/>
                    <a:pt x="769" y="116"/>
                  </a:cubicBezTo>
                  <a:cubicBezTo>
                    <a:pt x="682" y="29"/>
                    <a:pt x="566" y="0"/>
                    <a:pt x="46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1926500" y="4105100"/>
              <a:ext cx="102650" cy="128025"/>
            </a:xfrm>
            <a:custGeom>
              <a:rect b="b" l="l" r="r" t="t"/>
              <a:pathLst>
                <a:path extrusionOk="0" h="5121" w="4106">
                  <a:moveTo>
                    <a:pt x="450" y="1"/>
                  </a:moveTo>
                  <a:cubicBezTo>
                    <a:pt x="349" y="1"/>
                    <a:pt x="262" y="44"/>
                    <a:pt x="146" y="131"/>
                  </a:cubicBezTo>
                  <a:cubicBezTo>
                    <a:pt x="59" y="218"/>
                    <a:pt x="1" y="334"/>
                    <a:pt x="1" y="465"/>
                  </a:cubicBezTo>
                  <a:cubicBezTo>
                    <a:pt x="1" y="508"/>
                    <a:pt x="15" y="566"/>
                    <a:pt x="44" y="624"/>
                  </a:cubicBezTo>
                  <a:cubicBezTo>
                    <a:pt x="59" y="682"/>
                    <a:pt x="88" y="755"/>
                    <a:pt x="146" y="798"/>
                  </a:cubicBezTo>
                  <a:lnTo>
                    <a:pt x="1654" y="2810"/>
                  </a:lnTo>
                  <a:lnTo>
                    <a:pt x="1654" y="4686"/>
                  </a:lnTo>
                  <a:cubicBezTo>
                    <a:pt x="1654" y="4816"/>
                    <a:pt x="1683" y="4903"/>
                    <a:pt x="1785" y="4990"/>
                  </a:cubicBezTo>
                  <a:cubicBezTo>
                    <a:pt x="1872" y="5077"/>
                    <a:pt x="1959" y="5121"/>
                    <a:pt x="2089" y="5121"/>
                  </a:cubicBezTo>
                  <a:cubicBezTo>
                    <a:pt x="2191" y="5121"/>
                    <a:pt x="2292" y="5077"/>
                    <a:pt x="2379" y="4990"/>
                  </a:cubicBezTo>
                  <a:cubicBezTo>
                    <a:pt x="2467" y="4918"/>
                    <a:pt x="2510" y="4816"/>
                    <a:pt x="2510" y="4686"/>
                  </a:cubicBezTo>
                  <a:lnTo>
                    <a:pt x="2510" y="2919"/>
                  </a:lnTo>
                  <a:lnTo>
                    <a:pt x="2510" y="2919"/>
                  </a:lnTo>
                  <a:lnTo>
                    <a:pt x="4033" y="755"/>
                  </a:lnTo>
                  <a:cubicBezTo>
                    <a:pt x="4048" y="711"/>
                    <a:pt x="4062" y="682"/>
                    <a:pt x="4077" y="624"/>
                  </a:cubicBezTo>
                  <a:cubicBezTo>
                    <a:pt x="4106" y="581"/>
                    <a:pt x="4106" y="537"/>
                    <a:pt x="4106" y="494"/>
                  </a:cubicBezTo>
                  <a:cubicBezTo>
                    <a:pt x="4106" y="363"/>
                    <a:pt x="4062" y="262"/>
                    <a:pt x="3975" y="175"/>
                  </a:cubicBezTo>
                  <a:cubicBezTo>
                    <a:pt x="3888" y="73"/>
                    <a:pt x="3772" y="44"/>
                    <a:pt x="3670" y="44"/>
                  </a:cubicBezTo>
                  <a:cubicBezTo>
                    <a:pt x="3540" y="44"/>
                    <a:pt x="3409" y="117"/>
                    <a:pt x="3308" y="204"/>
                  </a:cubicBezTo>
                  <a:lnTo>
                    <a:pt x="2100" y="1968"/>
                  </a:lnTo>
                  <a:lnTo>
                    <a:pt x="2100" y="1968"/>
                  </a:lnTo>
                  <a:lnTo>
                    <a:pt x="813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1269425" y="3770775"/>
              <a:ext cx="172625" cy="264000"/>
            </a:xfrm>
            <a:custGeom>
              <a:rect b="b" l="l" r="r" t="t"/>
              <a:pathLst>
                <a:path extrusionOk="0" h="10560" w="6905">
                  <a:moveTo>
                    <a:pt x="929" y="0"/>
                  </a:moveTo>
                  <a:cubicBezTo>
                    <a:pt x="668" y="0"/>
                    <a:pt x="450" y="87"/>
                    <a:pt x="276" y="247"/>
                  </a:cubicBezTo>
                  <a:cubicBezTo>
                    <a:pt x="87" y="406"/>
                    <a:pt x="0" y="653"/>
                    <a:pt x="0" y="899"/>
                  </a:cubicBezTo>
                  <a:lnTo>
                    <a:pt x="0" y="9646"/>
                  </a:lnTo>
                  <a:cubicBezTo>
                    <a:pt x="0" y="9892"/>
                    <a:pt x="87" y="10110"/>
                    <a:pt x="276" y="10299"/>
                  </a:cubicBezTo>
                  <a:cubicBezTo>
                    <a:pt x="436" y="10473"/>
                    <a:pt x="668" y="10560"/>
                    <a:pt x="929" y="10560"/>
                  </a:cubicBezTo>
                  <a:lnTo>
                    <a:pt x="5977" y="10560"/>
                  </a:lnTo>
                  <a:cubicBezTo>
                    <a:pt x="6238" y="10560"/>
                    <a:pt x="6455" y="10487"/>
                    <a:pt x="6629" y="10328"/>
                  </a:cubicBezTo>
                  <a:cubicBezTo>
                    <a:pt x="6818" y="10168"/>
                    <a:pt x="6905" y="9965"/>
                    <a:pt x="6905" y="9718"/>
                  </a:cubicBezTo>
                  <a:cubicBezTo>
                    <a:pt x="6905" y="9472"/>
                    <a:pt x="6818" y="9283"/>
                    <a:pt x="6629" y="9095"/>
                  </a:cubicBezTo>
                  <a:cubicBezTo>
                    <a:pt x="6470" y="8921"/>
                    <a:pt x="6238" y="8819"/>
                    <a:pt x="5977" y="8819"/>
                  </a:cubicBezTo>
                  <a:lnTo>
                    <a:pt x="1886" y="8819"/>
                  </a:lnTo>
                  <a:lnTo>
                    <a:pt x="1886" y="6049"/>
                  </a:lnTo>
                  <a:lnTo>
                    <a:pt x="5309" y="6049"/>
                  </a:lnTo>
                  <a:cubicBezTo>
                    <a:pt x="5570" y="6049"/>
                    <a:pt x="5788" y="5976"/>
                    <a:pt x="5962" y="5817"/>
                  </a:cubicBezTo>
                  <a:cubicBezTo>
                    <a:pt x="6151" y="5657"/>
                    <a:pt x="6238" y="5454"/>
                    <a:pt x="6238" y="5193"/>
                  </a:cubicBezTo>
                  <a:cubicBezTo>
                    <a:pt x="6238" y="4946"/>
                    <a:pt x="6151" y="4729"/>
                    <a:pt x="5962" y="4569"/>
                  </a:cubicBezTo>
                  <a:cubicBezTo>
                    <a:pt x="5802" y="4395"/>
                    <a:pt x="5570" y="4308"/>
                    <a:pt x="5309" y="4308"/>
                  </a:cubicBezTo>
                  <a:lnTo>
                    <a:pt x="1901" y="4308"/>
                  </a:lnTo>
                  <a:lnTo>
                    <a:pt x="1901" y="1741"/>
                  </a:lnTo>
                  <a:lnTo>
                    <a:pt x="5977" y="1741"/>
                  </a:lnTo>
                  <a:cubicBezTo>
                    <a:pt x="6238" y="1741"/>
                    <a:pt x="6455" y="1668"/>
                    <a:pt x="6629" y="1509"/>
                  </a:cubicBezTo>
                  <a:cubicBezTo>
                    <a:pt x="6818" y="1334"/>
                    <a:pt x="6905" y="1146"/>
                    <a:pt x="6905" y="885"/>
                  </a:cubicBezTo>
                  <a:cubicBezTo>
                    <a:pt x="6905" y="638"/>
                    <a:pt x="6818" y="421"/>
                    <a:pt x="6629" y="247"/>
                  </a:cubicBezTo>
                  <a:cubicBezTo>
                    <a:pt x="6470" y="87"/>
                    <a:pt x="6238" y="0"/>
                    <a:pt x="59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1472850" y="3768950"/>
              <a:ext cx="211800" cy="270175"/>
            </a:xfrm>
            <a:custGeom>
              <a:rect b="b" l="l" r="r" t="t"/>
              <a:pathLst>
                <a:path extrusionOk="0" h="10807" w="8472">
                  <a:moveTo>
                    <a:pt x="5440" y="1"/>
                  </a:moveTo>
                  <a:cubicBezTo>
                    <a:pt x="4657" y="1"/>
                    <a:pt x="3932" y="131"/>
                    <a:pt x="3264" y="392"/>
                  </a:cubicBezTo>
                  <a:cubicBezTo>
                    <a:pt x="2612" y="668"/>
                    <a:pt x="2031" y="1045"/>
                    <a:pt x="1538" y="1524"/>
                  </a:cubicBezTo>
                  <a:cubicBezTo>
                    <a:pt x="1060" y="2002"/>
                    <a:pt x="668" y="2568"/>
                    <a:pt x="392" y="3221"/>
                  </a:cubicBezTo>
                  <a:cubicBezTo>
                    <a:pt x="131" y="3873"/>
                    <a:pt x="1" y="4584"/>
                    <a:pt x="1" y="5367"/>
                  </a:cubicBezTo>
                  <a:cubicBezTo>
                    <a:pt x="1" y="6252"/>
                    <a:pt x="146" y="7035"/>
                    <a:pt x="436" y="7717"/>
                  </a:cubicBezTo>
                  <a:cubicBezTo>
                    <a:pt x="726" y="8413"/>
                    <a:pt x="1118" y="8965"/>
                    <a:pt x="1625" y="9429"/>
                  </a:cubicBezTo>
                  <a:cubicBezTo>
                    <a:pt x="2148" y="9878"/>
                    <a:pt x="2713" y="10227"/>
                    <a:pt x="3380" y="10459"/>
                  </a:cubicBezTo>
                  <a:cubicBezTo>
                    <a:pt x="4019" y="10691"/>
                    <a:pt x="4715" y="10807"/>
                    <a:pt x="5440" y="10807"/>
                  </a:cubicBezTo>
                  <a:cubicBezTo>
                    <a:pt x="5745" y="10807"/>
                    <a:pt x="6020" y="10778"/>
                    <a:pt x="6310" y="10734"/>
                  </a:cubicBezTo>
                  <a:cubicBezTo>
                    <a:pt x="6586" y="10676"/>
                    <a:pt x="6876" y="10618"/>
                    <a:pt x="7152" y="10531"/>
                  </a:cubicBezTo>
                  <a:cubicBezTo>
                    <a:pt x="7442" y="10444"/>
                    <a:pt x="7703" y="10328"/>
                    <a:pt x="7964" y="10212"/>
                  </a:cubicBezTo>
                  <a:cubicBezTo>
                    <a:pt x="8196" y="10082"/>
                    <a:pt x="8356" y="9893"/>
                    <a:pt x="8414" y="9617"/>
                  </a:cubicBezTo>
                  <a:cubicBezTo>
                    <a:pt x="8472" y="9356"/>
                    <a:pt x="8399" y="9095"/>
                    <a:pt x="8196" y="8849"/>
                  </a:cubicBezTo>
                  <a:cubicBezTo>
                    <a:pt x="8051" y="8660"/>
                    <a:pt x="7877" y="8558"/>
                    <a:pt x="7674" y="8515"/>
                  </a:cubicBezTo>
                  <a:cubicBezTo>
                    <a:pt x="7623" y="8508"/>
                    <a:pt x="7572" y="8505"/>
                    <a:pt x="7522" y="8505"/>
                  </a:cubicBezTo>
                  <a:cubicBezTo>
                    <a:pt x="7360" y="8505"/>
                    <a:pt x="7202" y="8542"/>
                    <a:pt x="7036" y="8631"/>
                  </a:cubicBezTo>
                  <a:cubicBezTo>
                    <a:pt x="6789" y="8762"/>
                    <a:pt x="6528" y="8849"/>
                    <a:pt x="6252" y="8907"/>
                  </a:cubicBezTo>
                  <a:cubicBezTo>
                    <a:pt x="5991" y="8950"/>
                    <a:pt x="5716" y="8979"/>
                    <a:pt x="5440" y="8979"/>
                  </a:cubicBezTo>
                  <a:cubicBezTo>
                    <a:pt x="4947" y="8979"/>
                    <a:pt x="4483" y="8892"/>
                    <a:pt x="4062" y="8762"/>
                  </a:cubicBezTo>
                  <a:cubicBezTo>
                    <a:pt x="3642" y="8602"/>
                    <a:pt x="3264" y="8399"/>
                    <a:pt x="2960" y="8080"/>
                  </a:cubicBezTo>
                  <a:cubicBezTo>
                    <a:pt x="2655" y="7775"/>
                    <a:pt x="2409" y="7398"/>
                    <a:pt x="2235" y="6948"/>
                  </a:cubicBezTo>
                  <a:cubicBezTo>
                    <a:pt x="2046" y="6484"/>
                    <a:pt x="1959" y="5962"/>
                    <a:pt x="1959" y="5353"/>
                  </a:cubicBezTo>
                  <a:cubicBezTo>
                    <a:pt x="1959" y="4816"/>
                    <a:pt x="2031" y="4352"/>
                    <a:pt x="2191" y="3917"/>
                  </a:cubicBezTo>
                  <a:cubicBezTo>
                    <a:pt x="2365" y="3482"/>
                    <a:pt x="2583" y="3119"/>
                    <a:pt x="2887" y="2785"/>
                  </a:cubicBezTo>
                  <a:cubicBezTo>
                    <a:pt x="3177" y="2481"/>
                    <a:pt x="3540" y="2234"/>
                    <a:pt x="3975" y="2060"/>
                  </a:cubicBezTo>
                  <a:cubicBezTo>
                    <a:pt x="4396" y="1901"/>
                    <a:pt x="4874" y="1814"/>
                    <a:pt x="5426" y="1814"/>
                  </a:cubicBezTo>
                  <a:cubicBezTo>
                    <a:pt x="5716" y="1814"/>
                    <a:pt x="5991" y="1843"/>
                    <a:pt x="6252" y="1901"/>
                  </a:cubicBezTo>
                  <a:cubicBezTo>
                    <a:pt x="6528" y="1959"/>
                    <a:pt x="6789" y="2046"/>
                    <a:pt x="7021" y="2162"/>
                  </a:cubicBezTo>
                  <a:cubicBezTo>
                    <a:pt x="7194" y="2243"/>
                    <a:pt x="7368" y="2287"/>
                    <a:pt x="7533" y="2287"/>
                  </a:cubicBezTo>
                  <a:cubicBezTo>
                    <a:pt x="7576" y="2287"/>
                    <a:pt x="7618" y="2284"/>
                    <a:pt x="7659" y="2278"/>
                  </a:cubicBezTo>
                  <a:cubicBezTo>
                    <a:pt x="7848" y="2263"/>
                    <a:pt x="8037" y="2162"/>
                    <a:pt x="8167" y="1973"/>
                  </a:cubicBezTo>
                  <a:cubicBezTo>
                    <a:pt x="8341" y="1741"/>
                    <a:pt x="8428" y="1480"/>
                    <a:pt x="8385" y="1190"/>
                  </a:cubicBezTo>
                  <a:cubicBezTo>
                    <a:pt x="8341" y="929"/>
                    <a:pt x="8182" y="711"/>
                    <a:pt x="7921" y="581"/>
                  </a:cubicBezTo>
                  <a:cubicBezTo>
                    <a:pt x="7543" y="378"/>
                    <a:pt x="7152" y="233"/>
                    <a:pt x="6746" y="146"/>
                  </a:cubicBezTo>
                  <a:cubicBezTo>
                    <a:pt x="6310" y="44"/>
                    <a:pt x="5875" y="1"/>
                    <a:pt x="544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1708925" y="3766775"/>
              <a:ext cx="257125" cy="272000"/>
            </a:xfrm>
            <a:custGeom>
              <a:rect b="b" l="l" r="r" t="t"/>
              <a:pathLst>
                <a:path extrusionOk="0" h="10880" w="10285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586225" y="3659075"/>
              <a:ext cx="641875" cy="873225"/>
            </a:xfrm>
            <a:custGeom>
              <a:rect b="b" l="l" r="r" t="t"/>
              <a:pathLst>
                <a:path extrusionOk="0" h="34929" w="25675">
                  <a:moveTo>
                    <a:pt x="9009" y="0"/>
                  </a:moveTo>
                  <a:lnTo>
                    <a:pt x="9009" y="0"/>
                  </a:lnTo>
                  <a:cubicBezTo>
                    <a:pt x="1" y="13621"/>
                    <a:pt x="3047" y="17682"/>
                    <a:pt x="9502" y="22599"/>
                  </a:cubicBezTo>
                  <a:cubicBezTo>
                    <a:pt x="16000" y="27531"/>
                    <a:pt x="18799" y="29663"/>
                    <a:pt x="19583" y="34929"/>
                  </a:cubicBezTo>
                  <a:cubicBezTo>
                    <a:pt x="19583" y="34929"/>
                    <a:pt x="25675" y="26472"/>
                    <a:pt x="20090" y="17508"/>
                  </a:cubicBezTo>
                  <a:cubicBezTo>
                    <a:pt x="14506" y="8529"/>
                    <a:pt x="8675" y="10647"/>
                    <a:pt x="9009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712425" y="3658350"/>
              <a:ext cx="467100" cy="996875"/>
            </a:xfrm>
            <a:custGeom>
              <a:rect b="b" l="l" r="r" t="t"/>
              <a:pathLst>
                <a:path extrusionOk="0" h="39875" w="18684">
                  <a:moveTo>
                    <a:pt x="3888" y="0"/>
                  </a:moveTo>
                  <a:cubicBezTo>
                    <a:pt x="3844" y="87"/>
                    <a:pt x="1" y="8936"/>
                    <a:pt x="6426" y="15985"/>
                  </a:cubicBezTo>
                  <a:cubicBezTo>
                    <a:pt x="11286" y="21308"/>
                    <a:pt x="18437" y="31476"/>
                    <a:pt x="11721" y="39759"/>
                  </a:cubicBezTo>
                  <a:lnTo>
                    <a:pt x="11866" y="39875"/>
                  </a:lnTo>
                  <a:cubicBezTo>
                    <a:pt x="18683" y="31491"/>
                    <a:pt x="11474" y="21236"/>
                    <a:pt x="6571" y="15854"/>
                  </a:cubicBezTo>
                  <a:cubicBezTo>
                    <a:pt x="218" y="8907"/>
                    <a:pt x="4019" y="160"/>
                    <a:pt x="4062" y="73"/>
                  </a:cubicBezTo>
                  <a:lnTo>
                    <a:pt x="388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726200" y="4305275"/>
              <a:ext cx="804350" cy="430475"/>
            </a:xfrm>
            <a:custGeom>
              <a:rect b="b" l="l" r="r" t="t"/>
              <a:pathLst>
                <a:path extrusionOk="0" h="17219" w="32174">
                  <a:moveTo>
                    <a:pt x="1" y="0"/>
                  </a:moveTo>
                  <a:lnTo>
                    <a:pt x="1" y="0"/>
                  </a:lnTo>
                  <a:cubicBezTo>
                    <a:pt x="2677" y="13109"/>
                    <a:pt x="6524" y="15955"/>
                    <a:pt x="12278" y="15955"/>
                  </a:cubicBezTo>
                  <a:cubicBezTo>
                    <a:pt x="13540" y="15955"/>
                    <a:pt x="14894" y="15818"/>
                    <a:pt x="16348" y="15622"/>
                  </a:cubicBezTo>
                  <a:cubicBezTo>
                    <a:pt x="19808" y="15155"/>
                    <a:pt x="22426" y="14803"/>
                    <a:pt x="24627" y="14803"/>
                  </a:cubicBezTo>
                  <a:cubicBezTo>
                    <a:pt x="27548" y="14803"/>
                    <a:pt x="29733" y="15423"/>
                    <a:pt x="32173" y="17218"/>
                  </a:cubicBezTo>
                  <a:cubicBezTo>
                    <a:pt x="32173" y="17218"/>
                    <a:pt x="30505" y="6934"/>
                    <a:pt x="20206" y="4526"/>
                  </a:cubicBezTo>
                  <a:cubicBezTo>
                    <a:pt x="18077" y="4028"/>
                    <a:pt x="16275" y="3874"/>
                    <a:pt x="14693" y="3874"/>
                  </a:cubicBezTo>
                  <a:cubicBezTo>
                    <a:pt x="12113" y="3874"/>
                    <a:pt x="10116" y="4284"/>
                    <a:pt x="8228" y="4284"/>
                  </a:cubicBezTo>
                  <a:cubicBezTo>
                    <a:pt x="5674" y="4284"/>
                    <a:pt x="3322" y="3533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724400" y="4304175"/>
              <a:ext cx="846025" cy="566100"/>
            </a:xfrm>
            <a:custGeom>
              <a:rect b="b" l="l" r="r" t="t"/>
              <a:pathLst>
                <a:path extrusionOk="0" h="22644" w="33841">
                  <a:moveTo>
                    <a:pt x="174" y="1"/>
                  </a:moveTo>
                  <a:lnTo>
                    <a:pt x="0" y="74"/>
                  </a:lnTo>
                  <a:cubicBezTo>
                    <a:pt x="44" y="161"/>
                    <a:pt x="3583" y="9139"/>
                    <a:pt x="13113" y="9574"/>
                  </a:cubicBezTo>
                  <a:cubicBezTo>
                    <a:pt x="20336" y="9908"/>
                    <a:pt x="32564" y="12040"/>
                    <a:pt x="33681" y="22643"/>
                  </a:cubicBezTo>
                  <a:lnTo>
                    <a:pt x="33841" y="22629"/>
                  </a:lnTo>
                  <a:cubicBezTo>
                    <a:pt x="32709" y="11881"/>
                    <a:pt x="20365" y="9719"/>
                    <a:pt x="13113" y="9400"/>
                  </a:cubicBezTo>
                  <a:cubicBezTo>
                    <a:pt x="3699" y="8965"/>
                    <a:pt x="203" y="88"/>
                    <a:pt x="174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1248025" y="4447600"/>
              <a:ext cx="873225" cy="476600"/>
            </a:xfrm>
            <a:custGeom>
              <a:rect b="b" l="l" r="r" t="t"/>
              <a:pathLst>
                <a:path extrusionOk="0" h="19064" w="34929">
                  <a:moveTo>
                    <a:pt x="25558" y="1"/>
                  </a:moveTo>
                  <a:cubicBezTo>
                    <a:pt x="23086" y="1"/>
                    <a:pt x="20316" y="603"/>
                    <a:pt x="17494" y="2358"/>
                  </a:cubicBezTo>
                  <a:cubicBezTo>
                    <a:pt x="8772" y="7783"/>
                    <a:pt x="10535" y="13440"/>
                    <a:pt x="883" y="13440"/>
                  </a:cubicBezTo>
                  <a:cubicBezTo>
                    <a:pt x="599" y="13440"/>
                    <a:pt x="305" y="13435"/>
                    <a:pt x="1" y="13425"/>
                  </a:cubicBezTo>
                  <a:lnTo>
                    <a:pt x="1" y="13425"/>
                  </a:lnTo>
                  <a:cubicBezTo>
                    <a:pt x="6059" y="17438"/>
                    <a:pt x="10226" y="19063"/>
                    <a:pt x="13418" y="19063"/>
                  </a:cubicBezTo>
                  <a:cubicBezTo>
                    <a:pt x="17403" y="19063"/>
                    <a:pt x="19869" y="16530"/>
                    <a:pt x="22600" y="12947"/>
                  </a:cubicBezTo>
                  <a:cubicBezTo>
                    <a:pt x="27531" y="6448"/>
                    <a:pt x="29664" y="3634"/>
                    <a:pt x="34929" y="2865"/>
                  </a:cubicBezTo>
                  <a:cubicBezTo>
                    <a:pt x="34929" y="2865"/>
                    <a:pt x="30953" y="1"/>
                    <a:pt x="25558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1247300" y="4515875"/>
              <a:ext cx="996525" cy="298925"/>
            </a:xfrm>
            <a:custGeom>
              <a:rect b="b" l="l" r="r" t="t"/>
              <a:pathLst>
                <a:path extrusionOk="0" h="11957" w="39861">
                  <a:moveTo>
                    <a:pt x="32192" y="1"/>
                  </a:moveTo>
                  <a:cubicBezTo>
                    <a:pt x="25899" y="1"/>
                    <a:pt x="19650" y="4626"/>
                    <a:pt x="15855" y="8083"/>
                  </a:cubicBezTo>
                  <a:cubicBezTo>
                    <a:pt x="12689" y="10979"/>
                    <a:pt x="9157" y="11772"/>
                    <a:pt x="6239" y="11772"/>
                  </a:cubicBezTo>
                  <a:cubicBezTo>
                    <a:pt x="2739" y="11772"/>
                    <a:pt x="121" y="10631"/>
                    <a:pt x="73" y="10607"/>
                  </a:cubicBezTo>
                  <a:lnTo>
                    <a:pt x="1" y="10767"/>
                  </a:lnTo>
                  <a:cubicBezTo>
                    <a:pt x="30" y="10796"/>
                    <a:pt x="2699" y="11956"/>
                    <a:pt x="6252" y="11956"/>
                  </a:cubicBezTo>
                  <a:cubicBezTo>
                    <a:pt x="9197" y="11956"/>
                    <a:pt x="12780" y="11129"/>
                    <a:pt x="15985" y="8228"/>
                  </a:cubicBezTo>
                  <a:cubicBezTo>
                    <a:pt x="19745" y="4787"/>
                    <a:pt x="25950" y="196"/>
                    <a:pt x="32193" y="196"/>
                  </a:cubicBezTo>
                  <a:cubicBezTo>
                    <a:pt x="34765" y="196"/>
                    <a:pt x="37343" y="975"/>
                    <a:pt x="39759" y="2934"/>
                  </a:cubicBezTo>
                  <a:lnTo>
                    <a:pt x="39861" y="2789"/>
                  </a:lnTo>
                  <a:cubicBezTo>
                    <a:pt x="37410" y="793"/>
                    <a:pt x="34798" y="1"/>
                    <a:pt x="3219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1893875" y="4064500"/>
              <a:ext cx="430825" cy="803950"/>
            </a:xfrm>
            <a:custGeom>
              <a:rect b="b" l="l" r="r" t="t"/>
              <a:pathLst>
                <a:path extrusionOk="0" h="32158" w="17233">
                  <a:moveTo>
                    <a:pt x="17232" y="0"/>
                  </a:moveTo>
                  <a:cubicBezTo>
                    <a:pt x="17232" y="0"/>
                    <a:pt x="6948" y="1668"/>
                    <a:pt x="4540" y="11967"/>
                  </a:cubicBezTo>
                  <a:cubicBezTo>
                    <a:pt x="2132" y="22265"/>
                    <a:pt x="7760" y="24891"/>
                    <a:pt x="0" y="32158"/>
                  </a:cubicBezTo>
                  <a:cubicBezTo>
                    <a:pt x="15999" y="28894"/>
                    <a:pt x="16725" y="23890"/>
                    <a:pt x="15637" y="15825"/>
                  </a:cubicBezTo>
                  <a:cubicBezTo>
                    <a:pt x="14549" y="7760"/>
                    <a:pt x="14070" y="4265"/>
                    <a:pt x="17232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1893150" y="4024600"/>
              <a:ext cx="566075" cy="845675"/>
            </a:xfrm>
            <a:custGeom>
              <a:rect b="b" l="l" r="r" t="t"/>
              <a:pathLst>
                <a:path extrusionOk="0" h="33827" w="22643">
                  <a:moveTo>
                    <a:pt x="22628" y="1"/>
                  </a:moveTo>
                  <a:cubicBezTo>
                    <a:pt x="11880" y="1117"/>
                    <a:pt x="9719" y="13476"/>
                    <a:pt x="9385" y="20728"/>
                  </a:cubicBezTo>
                  <a:cubicBezTo>
                    <a:pt x="8950" y="30128"/>
                    <a:pt x="87" y="33638"/>
                    <a:pt x="0" y="33667"/>
                  </a:cubicBezTo>
                  <a:lnTo>
                    <a:pt x="73" y="33826"/>
                  </a:lnTo>
                  <a:cubicBezTo>
                    <a:pt x="160" y="33797"/>
                    <a:pt x="9138" y="30258"/>
                    <a:pt x="9574" y="20743"/>
                  </a:cubicBezTo>
                  <a:cubicBezTo>
                    <a:pt x="9893" y="13519"/>
                    <a:pt x="12039" y="1292"/>
                    <a:pt x="22643" y="175"/>
                  </a:cubicBezTo>
                  <a:lnTo>
                    <a:pt x="2262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1994325" y="3522000"/>
              <a:ext cx="641875" cy="872875"/>
            </a:xfrm>
            <a:custGeom>
              <a:rect b="b" l="l" r="r" t="t"/>
              <a:pathLst>
                <a:path extrusionOk="0" h="34915" w="25675">
                  <a:moveTo>
                    <a:pt x="6092" y="1"/>
                  </a:moveTo>
                  <a:cubicBezTo>
                    <a:pt x="6092" y="1"/>
                    <a:pt x="0" y="8442"/>
                    <a:pt x="5585" y="17421"/>
                  </a:cubicBezTo>
                  <a:cubicBezTo>
                    <a:pt x="11169" y="26400"/>
                    <a:pt x="17000" y="24268"/>
                    <a:pt x="16652" y="34914"/>
                  </a:cubicBezTo>
                  <a:cubicBezTo>
                    <a:pt x="25674" y="21294"/>
                    <a:pt x="22628" y="17233"/>
                    <a:pt x="16173" y="12330"/>
                  </a:cubicBezTo>
                  <a:cubicBezTo>
                    <a:pt x="9675" y="7398"/>
                    <a:pt x="6861" y="5251"/>
                    <a:pt x="6092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2042550" y="3399075"/>
              <a:ext cx="467075" cy="996875"/>
            </a:xfrm>
            <a:custGeom>
              <a:rect b="b" l="l" r="r" t="t"/>
              <a:pathLst>
                <a:path extrusionOk="0" h="39875" w="18683">
                  <a:moveTo>
                    <a:pt x="6818" y="0"/>
                  </a:moveTo>
                  <a:lnTo>
                    <a:pt x="6818" y="0"/>
                  </a:lnTo>
                  <a:cubicBezTo>
                    <a:pt x="0" y="8370"/>
                    <a:pt x="7224" y="18639"/>
                    <a:pt x="12112" y="24006"/>
                  </a:cubicBezTo>
                  <a:cubicBezTo>
                    <a:pt x="18480" y="30969"/>
                    <a:pt x="14679" y="39701"/>
                    <a:pt x="14636" y="39802"/>
                  </a:cubicBezTo>
                  <a:lnTo>
                    <a:pt x="14795" y="39875"/>
                  </a:lnTo>
                  <a:cubicBezTo>
                    <a:pt x="14839" y="39773"/>
                    <a:pt x="18683" y="30925"/>
                    <a:pt x="12257" y="23876"/>
                  </a:cubicBezTo>
                  <a:cubicBezTo>
                    <a:pt x="7398" y="18567"/>
                    <a:pt x="261" y="8399"/>
                    <a:pt x="6963" y="102"/>
                  </a:cubicBezTo>
                  <a:lnTo>
                    <a:pt x="681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1691875" y="3317850"/>
              <a:ext cx="803975" cy="430825"/>
            </a:xfrm>
            <a:custGeom>
              <a:rect b="b" l="l" r="r" t="t"/>
              <a:pathLst>
                <a:path extrusionOk="0" h="17233" w="32159">
                  <a:moveTo>
                    <a:pt x="1" y="0"/>
                  </a:moveTo>
                  <a:cubicBezTo>
                    <a:pt x="1" y="0"/>
                    <a:pt x="1669" y="10284"/>
                    <a:pt x="11968" y="12692"/>
                  </a:cubicBezTo>
                  <a:cubicBezTo>
                    <a:pt x="14098" y="13190"/>
                    <a:pt x="15900" y="13344"/>
                    <a:pt x="17483" y="13344"/>
                  </a:cubicBezTo>
                  <a:cubicBezTo>
                    <a:pt x="20057" y="13344"/>
                    <a:pt x="22051" y="12936"/>
                    <a:pt x="23933" y="12936"/>
                  </a:cubicBezTo>
                  <a:cubicBezTo>
                    <a:pt x="26489" y="12936"/>
                    <a:pt x="28840" y="13688"/>
                    <a:pt x="32159" y="17232"/>
                  </a:cubicBezTo>
                  <a:cubicBezTo>
                    <a:pt x="29482" y="4111"/>
                    <a:pt x="25635" y="1263"/>
                    <a:pt x="19889" y="1263"/>
                  </a:cubicBezTo>
                  <a:cubicBezTo>
                    <a:pt x="18628" y="1263"/>
                    <a:pt x="17277" y="1400"/>
                    <a:pt x="15826" y="1596"/>
                  </a:cubicBezTo>
                  <a:cubicBezTo>
                    <a:pt x="12347" y="2071"/>
                    <a:pt x="9718" y="2431"/>
                    <a:pt x="7511" y="2431"/>
                  </a:cubicBezTo>
                  <a:cubicBezTo>
                    <a:pt x="4602" y="2431"/>
                    <a:pt x="2426" y="1806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1652000" y="3183675"/>
              <a:ext cx="846400" cy="566075"/>
            </a:xfrm>
            <a:custGeom>
              <a:rect b="b" l="l" r="r" t="t"/>
              <a:pathLst>
                <a:path extrusionOk="0" h="22643" w="33856">
                  <a:moveTo>
                    <a:pt x="174" y="0"/>
                  </a:moveTo>
                  <a:lnTo>
                    <a:pt x="0" y="15"/>
                  </a:lnTo>
                  <a:cubicBezTo>
                    <a:pt x="1117" y="10778"/>
                    <a:pt x="13476" y="12924"/>
                    <a:pt x="20728" y="13258"/>
                  </a:cubicBezTo>
                  <a:cubicBezTo>
                    <a:pt x="30127" y="13693"/>
                    <a:pt x="33638" y="22556"/>
                    <a:pt x="33667" y="22643"/>
                  </a:cubicBezTo>
                  <a:lnTo>
                    <a:pt x="33855" y="22570"/>
                  </a:lnTo>
                  <a:cubicBezTo>
                    <a:pt x="33812" y="22483"/>
                    <a:pt x="30272" y="13505"/>
                    <a:pt x="20743" y="13069"/>
                  </a:cubicBezTo>
                  <a:cubicBezTo>
                    <a:pt x="13519" y="12750"/>
                    <a:pt x="1291" y="10604"/>
                    <a:pt x="17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1101175" y="3130050"/>
              <a:ext cx="873225" cy="476650"/>
            </a:xfrm>
            <a:custGeom>
              <a:rect b="b" l="l" r="r" t="t"/>
              <a:pathLst>
                <a:path extrusionOk="0" h="19066" w="34929">
                  <a:moveTo>
                    <a:pt x="21517" y="0"/>
                  </a:moveTo>
                  <a:cubicBezTo>
                    <a:pt x="17528" y="0"/>
                    <a:pt x="15061" y="2534"/>
                    <a:pt x="12329" y="6120"/>
                  </a:cubicBezTo>
                  <a:cubicBezTo>
                    <a:pt x="7398" y="12589"/>
                    <a:pt x="5265" y="15403"/>
                    <a:pt x="0" y="16201"/>
                  </a:cubicBezTo>
                  <a:cubicBezTo>
                    <a:pt x="0" y="16201"/>
                    <a:pt x="3976" y="19065"/>
                    <a:pt x="9366" y="19065"/>
                  </a:cubicBezTo>
                  <a:cubicBezTo>
                    <a:pt x="11836" y="19065"/>
                    <a:pt x="14603" y="18464"/>
                    <a:pt x="17421" y="16708"/>
                  </a:cubicBezTo>
                  <a:cubicBezTo>
                    <a:pt x="26143" y="11283"/>
                    <a:pt x="24393" y="5612"/>
                    <a:pt x="34048" y="5612"/>
                  </a:cubicBezTo>
                  <a:cubicBezTo>
                    <a:pt x="34331" y="5612"/>
                    <a:pt x="34625" y="5617"/>
                    <a:pt x="34928" y="5627"/>
                  </a:cubicBezTo>
                  <a:cubicBezTo>
                    <a:pt x="28874" y="1623"/>
                    <a:pt x="24709" y="0"/>
                    <a:pt x="21517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978225" y="3239750"/>
              <a:ext cx="996900" cy="298600"/>
            </a:xfrm>
            <a:custGeom>
              <a:rect b="b" l="l" r="r" t="t"/>
              <a:pathLst>
                <a:path extrusionOk="0" h="11944" w="39876">
                  <a:moveTo>
                    <a:pt x="33619" y="1"/>
                  </a:moveTo>
                  <a:cubicBezTo>
                    <a:pt x="30664" y="1"/>
                    <a:pt x="27092" y="801"/>
                    <a:pt x="23891" y="3719"/>
                  </a:cubicBezTo>
                  <a:cubicBezTo>
                    <a:pt x="20121" y="7160"/>
                    <a:pt x="13921" y="11758"/>
                    <a:pt x="7682" y="11758"/>
                  </a:cubicBezTo>
                  <a:cubicBezTo>
                    <a:pt x="5111" y="11758"/>
                    <a:pt x="2534" y="10977"/>
                    <a:pt x="117" y="9013"/>
                  </a:cubicBezTo>
                  <a:lnTo>
                    <a:pt x="1" y="9158"/>
                  </a:lnTo>
                  <a:cubicBezTo>
                    <a:pt x="2452" y="11145"/>
                    <a:pt x="5063" y="11943"/>
                    <a:pt x="7674" y="11943"/>
                  </a:cubicBezTo>
                  <a:cubicBezTo>
                    <a:pt x="13969" y="11943"/>
                    <a:pt x="20206" y="7316"/>
                    <a:pt x="24007" y="3864"/>
                  </a:cubicBezTo>
                  <a:cubicBezTo>
                    <a:pt x="27169" y="979"/>
                    <a:pt x="30698" y="188"/>
                    <a:pt x="33618" y="188"/>
                  </a:cubicBezTo>
                  <a:cubicBezTo>
                    <a:pt x="37127" y="188"/>
                    <a:pt x="39755" y="1331"/>
                    <a:pt x="39803" y="1355"/>
                  </a:cubicBezTo>
                  <a:lnTo>
                    <a:pt x="39875" y="1181"/>
                  </a:lnTo>
                  <a:cubicBezTo>
                    <a:pt x="39828" y="1157"/>
                    <a:pt x="37170" y="1"/>
                    <a:pt x="33619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910425" y="3185475"/>
              <a:ext cx="417775" cy="779325"/>
            </a:xfrm>
            <a:custGeom>
              <a:rect b="b" l="l" r="r" t="t"/>
              <a:pathLst>
                <a:path extrusionOk="0" h="31173" w="16711">
                  <a:moveTo>
                    <a:pt x="16710" y="1"/>
                  </a:moveTo>
                  <a:lnTo>
                    <a:pt x="16710" y="1"/>
                  </a:lnTo>
                  <a:cubicBezTo>
                    <a:pt x="726" y="3264"/>
                    <a:pt x="0" y="8269"/>
                    <a:pt x="1088" y="16334"/>
                  </a:cubicBezTo>
                  <a:cubicBezTo>
                    <a:pt x="1901" y="22397"/>
                    <a:pt x="1959" y="26400"/>
                    <a:pt x="755" y="29504"/>
                  </a:cubicBezTo>
                  <a:lnTo>
                    <a:pt x="2742" y="31172"/>
                  </a:lnTo>
                  <a:cubicBezTo>
                    <a:pt x="5962" y="29794"/>
                    <a:pt x="10734" y="26444"/>
                    <a:pt x="12185" y="20206"/>
                  </a:cubicBezTo>
                  <a:cubicBezTo>
                    <a:pt x="14578" y="9908"/>
                    <a:pt x="8936" y="7268"/>
                    <a:pt x="1671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947050" y="3183300"/>
              <a:ext cx="382225" cy="757550"/>
            </a:xfrm>
            <a:custGeom>
              <a:rect b="b" l="l" r="r" t="t"/>
              <a:pathLst>
                <a:path extrusionOk="0" h="30302" w="15289">
                  <a:moveTo>
                    <a:pt x="15216" y="1"/>
                  </a:moveTo>
                  <a:cubicBezTo>
                    <a:pt x="15129" y="30"/>
                    <a:pt x="6151" y="3569"/>
                    <a:pt x="5715" y="13099"/>
                  </a:cubicBezTo>
                  <a:cubicBezTo>
                    <a:pt x="5454" y="18495"/>
                    <a:pt x="4279" y="25820"/>
                    <a:pt x="0" y="30171"/>
                  </a:cubicBezTo>
                  <a:lnTo>
                    <a:pt x="131" y="30302"/>
                  </a:lnTo>
                  <a:cubicBezTo>
                    <a:pt x="4439" y="25907"/>
                    <a:pt x="5643" y="18553"/>
                    <a:pt x="5889" y="13099"/>
                  </a:cubicBezTo>
                  <a:cubicBezTo>
                    <a:pt x="6325" y="3700"/>
                    <a:pt x="15202" y="204"/>
                    <a:pt x="15289" y="160"/>
                  </a:cubicBezTo>
                  <a:lnTo>
                    <a:pt x="15216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24"/>
          <p:cNvGrpSpPr/>
          <p:nvPr/>
        </p:nvGrpSpPr>
        <p:grpSpPr>
          <a:xfrm rot="960736">
            <a:off x="6766191" y="2425476"/>
            <a:ext cx="1578301" cy="2279366"/>
            <a:chOff x="2924450" y="2900575"/>
            <a:chExt cx="1559325" cy="2252175"/>
          </a:xfrm>
        </p:grpSpPr>
        <p:sp>
          <p:nvSpPr>
            <p:cNvPr id="658" name="Google Shape;658;p24"/>
            <p:cNvSpPr/>
            <p:nvPr/>
          </p:nvSpPr>
          <p:spPr>
            <a:xfrm>
              <a:off x="2924450" y="2900575"/>
              <a:ext cx="1559325" cy="2252175"/>
            </a:xfrm>
            <a:custGeom>
              <a:rect b="b" l="l" r="r" t="t"/>
              <a:pathLst>
                <a:path extrusionOk="0" h="90087" w="62373">
                  <a:moveTo>
                    <a:pt x="27337" y="1"/>
                  </a:moveTo>
                  <a:cubicBezTo>
                    <a:pt x="21549" y="1"/>
                    <a:pt x="16762" y="4557"/>
                    <a:pt x="16507" y="10367"/>
                  </a:cubicBezTo>
                  <a:lnTo>
                    <a:pt x="15913" y="24466"/>
                  </a:lnTo>
                  <a:lnTo>
                    <a:pt x="13273" y="24089"/>
                  </a:lnTo>
                  <a:cubicBezTo>
                    <a:pt x="13013" y="24053"/>
                    <a:pt x="12755" y="24035"/>
                    <a:pt x="12501" y="24035"/>
                  </a:cubicBezTo>
                  <a:cubicBezTo>
                    <a:pt x="10610" y="24035"/>
                    <a:pt x="8901" y="25006"/>
                    <a:pt x="7891" y="26540"/>
                  </a:cubicBezTo>
                  <a:cubicBezTo>
                    <a:pt x="7500" y="26932"/>
                    <a:pt x="7224" y="27468"/>
                    <a:pt x="7152" y="28078"/>
                  </a:cubicBezTo>
                  <a:lnTo>
                    <a:pt x="7050" y="28788"/>
                  </a:lnTo>
                  <a:lnTo>
                    <a:pt x="465" y="75625"/>
                  </a:lnTo>
                  <a:lnTo>
                    <a:pt x="189" y="77612"/>
                  </a:lnTo>
                  <a:cubicBezTo>
                    <a:pt x="1" y="79063"/>
                    <a:pt x="363" y="80514"/>
                    <a:pt x="1248" y="81688"/>
                  </a:cubicBezTo>
                  <a:cubicBezTo>
                    <a:pt x="2133" y="82878"/>
                    <a:pt x="3424" y="83632"/>
                    <a:pt x="4874" y="83835"/>
                  </a:cubicBezTo>
                  <a:lnTo>
                    <a:pt x="49115" y="90029"/>
                  </a:lnTo>
                  <a:cubicBezTo>
                    <a:pt x="49361" y="90072"/>
                    <a:pt x="49622" y="90087"/>
                    <a:pt x="49869" y="90087"/>
                  </a:cubicBezTo>
                  <a:cubicBezTo>
                    <a:pt x="52582" y="90087"/>
                    <a:pt x="54931" y="88100"/>
                    <a:pt x="55337" y="85329"/>
                  </a:cubicBezTo>
                  <a:lnTo>
                    <a:pt x="62271" y="35823"/>
                  </a:lnTo>
                  <a:cubicBezTo>
                    <a:pt x="62372" y="35243"/>
                    <a:pt x="62242" y="34634"/>
                    <a:pt x="61966" y="34141"/>
                  </a:cubicBezTo>
                  <a:cubicBezTo>
                    <a:pt x="61372" y="32183"/>
                    <a:pt x="59660" y="30631"/>
                    <a:pt x="57484" y="30326"/>
                  </a:cubicBezTo>
                  <a:lnTo>
                    <a:pt x="53234" y="29731"/>
                  </a:lnTo>
                  <a:lnTo>
                    <a:pt x="55004" y="18417"/>
                  </a:lnTo>
                  <a:cubicBezTo>
                    <a:pt x="55816" y="13210"/>
                    <a:pt x="53321" y="8220"/>
                    <a:pt x="49057" y="5653"/>
                  </a:cubicBezTo>
                  <a:cubicBezTo>
                    <a:pt x="47229" y="2737"/>
                    <a:pt x="44038" y="721"/>
                    <a:pt x="40339" y="562"/>
                  </a:cubicBezTo>
                  <a:lnTo>
                    <a:pt x="27792" y="10"/>
                  </a:lnTo>
                  <a:cubicBezTo>
                    <a:pt x="27640" y="4"/>
                    <a:pt x="27488" y="1"/>
                    <a:pt x="27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3370850" y="2970625"/>
              <a:ext cx="756825" cy="1060525"/>
            </a:xfrm>
            <a:custGeom>
              <a:rect b="b" l="l" r="r" t="t"/>
              <a:pathLst>
                <a:path extrusionOk="0" h="42421" w="30273">
                  <a:moveTo>
                    <a:pt x="9474" y="0"/>
                  </a:moveTo>
                  <a:cubicBezTo>
                    <a:pt x="5187" y="0"/>
                    <a:pt x="1606" y="3388"/>
                    <a:pt x="1436" y="7710"/>
                  </a:cubicBezTo>
                  <a:lnTo>
                    <a:pt x="0" y="41217"/>
                  </a:lnTo>
                  <a:lnTo>
                    <a:pt x="3554" y="41362"/>
                  </a:lnTo>
                  <a:lnTo>
                    <a:pt x="4990" y="7855"/>
                  </a:lnTo>
                  <a:cubicBezTo>
                    <a:pt x="5089" y="5446"/>
                    <a:pt x="7076" y="3557"/>
                    <a:pt x="9463" y="3557"/>
                  </a:cubicBezTo>
                  <a:cubicBezTo>
                    <a:pt x="9533" y="3557"/>
                    <a:pt x="9604" y="3558"/>
                    <a:pt x="9675" y="3562"/>
                  </a:cubicBezTo>
                  <a:lnTo>
                    <a:pt x="22222" y="4084"/>
                  </a:lnTo>
                  <a:cubicBezTo>
                    <a:pt x="24717" y="4185"/>
                    <a:pt x="26632" y="6289"/>
                    <a:pt x="26530" y="8769"/>
                  </a:cubicBezTo>
                  <a:lnTo>
                    <a:pt x="25094" y="42276"/>
                  </a:lnTo>
                  <a:lnTo>
                    <a:pt x="28648" y="42421"/>
                  </a:lnTo>
                  <a:lnTo>
                    <a:pt x="30084" y="8914"/>
                  </a:lnTo>
                  <a:cubicBezTo>
                    <a:pt x="30272" y="4475"/>
                    <a:pt x="26820" y="704"/>
                    <a:pt x="22367" y="530"/>
                  </a:cubicBezTo>
                  <a:lnTo>
                    <a:pt x="9820" y="8"/>
                  </a:lnTo>
                  <a:cubicBezTo>
                    <a:pt x="9704" y="3"/>
                    <a:pt x="9589" y="0"/>
                    <a:pt x="9474" y="0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2996975" y="3566325"/>
              <a:ext cx="1421525" cy="1472475"/>
            </a:xfrm>
            <a:custGeom>
              <a:rect b="b" l="l" r="r" t="t"/>
              <a:pathLst>
                <a:path extrusionOk="0" h="58899" w="56861">
                  <a:moveTo>
                    <a:pt x="8229" y="1"/>
                  </a:moveTo>
                  <a:cubicBezTo>
                    <a:pt x="7680" y="1"/>
                    <a:pt x="7188" y="413"/>
                    <a:pt x="7108" y="984"/>
                  </a:cubicBezTo>
                  <a:lnTo>
                    <a:pt x="88" y="50953"/>
                  </a:lnTo>
                  <a:cubicBezTo>
                    <a:pt x="1" y="51563"/>
                    <a:pt x="436" y="52143"/>
                    <a:pt x="1045" y="52230"/>
                  </a:cubicBezTo>
                  <a:lnTo>
                    <a:pt x="48462" y="58888"/>
                  </a:lnTo>
                  <a:cubicBezTo>
                    <a:pt x="48517" y="58895"/>
                    <a:pt x="48571" y="58899"/>
                    <a:pt x="48624" y="58899"/>
                  </a:cubicBezTo>
                  <a:cubicBezTo>
                    <a:pt x="49192" y="58899"/>
                    <a:pt x="49660" y="58487"/>
                    <a:pt x="49753" y="57930"/>
                  </a:cubicBezTo>
                  <a:lnTo>
                    <a:pt x="56759" y="7960"/>
                  </a:lnTo>
                  <a:cubicBezTo>
                    <a:pt x="56861" y="7337"/>
                    <a:pt x="56425" y="6757"/>
                    <a:pt x="55802" y="6669"/>
                  </a:cubicBezTo>
                  <a:lnTo>
                    <a:pt x="8385" y="12"/>
                  </a:lnTo>
                  <a:cubicBezTo>
                    <a:pt x="8332" y="4"/>
                    <a:pt x="8280" y="1"/>
                    <a:pt x="8229" y="1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2990100" y="3612650"/>
              <a:ext cx="1422950" cy="1476500"/>
            </a:xfrm>
            <a:custGeom>
              <a:rect b="b" l="l" r="r" t="t"/>
              <a:pathLst>
                <a:path extrusionOk="0" h="59060" w="56918">
                  <a:moveTo>
                    <a:pt x="7253" y="1"/>
                  </a:moveTo>
                  <a:lnTo>
                    <a:pt x="87" y="51102"/>
                  </a:lnTo>
                  <a:cubicBezTo>
                    <a:pt x="0" y="51726"/>
                    <a:pt x="435" y="52306"/>
                    <a:pt x="1044" y="52393"/>
                  </a:cubicBezTo>
                  <a:lnTo>
                    <a:pt x="48461" y="59051"/>
                  </a:lnTo>
                  <a:cubicBezTo>
                    <a:pt x="48508" y="59056"/>
                    <a:pt x="48555" y="59059"/>
                    <a:pt x="48601" y="59059"/>
                  </a:cubicBezTo>
                  <a:cubicBezTo>
                    <a:pt x="49170" y="59059"/>
                    <a:pt x="49671" y="58657"/>
                    <a:pt x="49738" y="58094"/>
                  </a:cubicBezTo>
                  <a:lnTo>
                    <a:pt x="56918" y="6978"/>
                  </a:lnTo>
                  <a:lnTo>
                    <a:pt x="7253" y="1"/>
                  </a:ln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3866200" y="4220050"/>
              <a:ext cx="365550" cy="371000"/>
            </a:xfrm>
            <a:custGeom>
              <a:rect b="b" l="l" r="r" t="t"/>
              <a:pathLst>
                <a:path extrusionOk="0" h="14840" w="14622">
                  <a:moveTo>
                    <a:pt x="11285" y="1"/>
                  </a:moveTo>
                  <a:lnTo>
                    <a:pt x="11285" y="1"/>
                  </a:lnTo>
                  <a:cubicBezTo>
                    <a:pt x="5092" y="886"/>
                    <a:pt x="5077" y="4164"/>
                    <a:pt x="5077" y="4164"/>
                  </a:cubicBezTo>
                  <a:cubicBezTo>
                    <a:pt x="5077" y="4164"/>
                    <a:pt x="4685" y="915"/>
                    <a:pt x="0" y="1"/>
                  </a:cubicBezTo>
                  <a:lnTo>
                    <a:pt x="0" y="1"/>
                  </a:lnTo>
                  <a:cubicBezTo>
                    <a:pt x="2843" y="6194"/>
                    <a:pt x="0" y="10053"/>
                    <a:pt x="0" y="10053"/>
                  </a:cubicBezTo>
                  <a:cubicBezTo>
                    <a:pt x="0" y="10053"/>
                    <a:pt x="4149" y="14085"/>
                    <a:pt x="13751" y="14839"/>
                  </a:cubicBezTo>
                  <a:cubicBezTo>
                    <a:pt x="13004" y="12219"/>
                    <a:pt x="9152" y="11897"/>
                    <a:pt x="8931" y="11881"/>
                  </a:cubicBezTo>
                  <a:lnTo>
                    <a:pt x="8931" y="11881"/>
                  </a:lnTo>
                  <a:cubicBezTo>
                    <a:pt x="8946" y="11882"/>
                    <a:pt x="8979" y="11884"/>
                    <a:pt x="9028" y="11884"/>
                  </a:cubicBezTo>
                  <a:cubicBezTo>
                    <a:pt x="9553" y="11884"/>
                    <a:pt x="11935" y="11703"/>
                    <a:pt x="14621" y="8646"/>
                  </a:cubicBezTo>
                  <a:cubicBezTo>
                    <a:pt x="12539" y="6917"/>
                    <a:pt x="10918" y="6543"/>
                    <a:pt x="9906" y="6543"/>
                  </a:cubicBezTo>
                  <a:cubicBezTo>
                    <a:pt x="9136" y="6543"/>
                    <a:pt x="8718" y="6760"/>
                    <a:pt x="8718" y="6760"/>
                  </a:cubicBezTo>
                  <a:cubicBezTo>
                    <a:pt x="8718" y="6760"/>
                    <a:pt x="11575" y="4976"/>
                    <a:pt x="11285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3402400" y="3030450"/>
              <a:ext cx="850375" cy="1096950"/>
            </a:xfrm>
            <a:custGeom>
              <a:rect b="b" l="l" r="r" t="t"/>
              <a:pathLst>
                <a:path extrusionOk="0" h="43878" w="34015">
                  <a:moveTo>
                    <a:pt x="14534" y="1"/>
                  </a:moveTo>
                  <a:cubicBezTo>
                    <a:pt x="9780" y="1"/>
                    <a:pt x="5603" y="3474"/>
                    <a:pt x="4830" y="8320"/>
                  </a:cubicBezTo>
                  <a:lnTo>
                    <a:pt x="145" y="37939"/>
                  </a:lnTo>
                  <a:cubicBezTo>
                    <a:pt x="0" y="38911"/>
                    <a:pt x="653" y="39825"/>
                    <a:pt x="1639" y="39970"/>
                  </a:cubicBezTo>
                  <a:cubicBezTo>
                    <a:pt x="1730" y="39983"/>
                    <a:pt x="1821" y="39990"/>
                    <a:pt x="1910" y="39990"/>
                  </a:cubicBezTo>
                  <a:cubicBezTo>
                    <a:pt x="2775" y="39990"/>
                    <a:pt x="3539" y="39370"/>
                    <a:pt x="3670" y="38476"/>
                  </a:cubicBezTo>
                  <a:lnTo>
                    <a:pt x="8341" y="8871"/>
                  </a:lnTo>
                  <a:cubicBezTo>
                    <a:pt x="8838" y="5783"/>
                    <a:pt x="11495" y="3569"/>
                    <a:pt x="14523" y="3569"/>
                  </a:cubicBezTo>
                  <a:cubicBezTo>
                    <a:pt x="14852" y="3569"/>
                    <a:pt x="15185" y="3595"/>
                    <a:pt x="15521" y="3649"/>
                  </a:cubicBezTo>
                  <a:lnTo>
                    <a:pt x="24412" y="5041"/>
                  </a:lnTo>
                  <a:cubicBezTo>
                    <a:pt x="27836" y="5593"/>
                    <a:pt x="30171" y="8798"/>
                    <a:pt x="29634" y="12221"/>
                  </a:cubicBezTo>
                  <a:lnTo>
                    <a:pt x="24949" y="41826"/>
                  </a:lnTo>
                  <a:cubicBezTo>
                    <a:pt x="24804" y="42813"/>
                    <a:pt x="25457" y="43712"/>
                    <a:pt x="26443" y="43857"/>
                  </a:cubicBezTo>
                  <a:cubicBezTo>
                    <a:pt x="26534" y="43871"/>
                    <a:pt x="26624" y="43877"/>
                    <a:pt x="26714" y="43877"/>
                  </a:cubicBezTo>
                  <a:cubicBezTo>
                    <a:pt x="27579" y="43877"/>
                    <a:pt x="28342" y="43258"/>
                    <a:pt x="28474" y="42377"/>
                  </a:cubicBezTo>
                  <a:lnTo>
                    <a:pt x="33173" y="12787"/>
                  </a:lnTo>
                  <a:cubicBezTo>
                    <a:pt x="34015" y="7420"/>
                    <a:pt x="30359" y="2373"/>
                    <a:pt x="24978" y="1531"/>
                  </a:cubicBezTo>
                  <a:lnTo>
                    <a:pt x="16086" y="124"/>
                  </a:lnTo>
                  <a:cubicBezTo>
                    <a:pt x="15565" y="41"/>
                    <a:pt x="15046" y="1"/>
                    <a:pt x="14534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3382100" y="4374175"/>
              <a:ext cx="679775" cy="524750"/>
            </a:xfrm>
            <a:custGeom>
              <a:rect b="b" l="l" r="r" t="t"/>
              <a:pathLst>
                <a:path extrusionOk="0" h="20990" w="27191">
                  <a:moveTo>
                    <a:pt x="17716" y="1"/>
                  </a:moveTo>
                  <a:cubicBezTo>
                    <a:pt x="14647" y="1"/>
                    <a:pt x="11548" y="1502"/>
                    <a:pt x="9805" y="4874"/>
                  </a:cubicBezTo>
                  <a:cubicBezTo>
                    <a:pt x="8036" y="8326"/>
                    <a:pt x="7920" y="12199"/>
                    <a:pt x="5062" y="13084"/>
                  </a:cubicBezTo>
                  <a:cubicBezTo>
                    <a:pt x="0" y="14665"/>
                    <a:pt x="1175" y="20989"/>
                    <a:pt x="1175" y="20989"/>
                  </a:cubicBezTo>
                  <a:cubicBezTo>
                    <a:pt x="2396" y="17038"/>
                    <a:pt x="4514" y="15979"/>
                    <a:pt x="7106" y="15979"/>
                  </a:cubicBezTo>
                  <a:cubicBezTo>
                    <a:pt x="10096" y="15979"/>
                    <a:pt x="13716" y="17387"/>
                    <a:pt x="17319" y="17387"/>
                  </a:cubicBezTo>
                  <a:cubicBezTo>
                    <a:pt x="18722" y="17387"/>
                    <a:pt x="20123" y="17173"/>
                    <a:pt x="21482" y="16580"/>
                  </a:cubicBezTo>
                  <a:cubicBezTo>
                    <a:pt x="24644" y="15231"/>
                    <a:pt x="26327" y="12446"/>
                    <a:pt x="26617" y="9501"/>
                  </a:cubicBezTo>
                  <a:cubicBezTo>
                    <a:pt x="27191" y="3631"/>
                    <a:pt x="22488" y="1"/>
                    <a:pt x="177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3282375" y="3758600"/>
              <a:ext cx="159575" cy="220025"/>
            </a:xfrm>
            <a:custGeom>
              <a:rect b="b" l="l" r="r" t="t"/>
              <a:pathLst>
                <a:path extrusionOk="0" h="8801" w="6383">
                  <a:moveTo>
                    <a:pt x="1674" y="1"/>
                  </a:moveTo>
                  <a:cubicBezTo>
                    <a:pt x="1514" y="1"/>
                    <a:pt x="1371" y="48"/>
                    <a:pt x="1277" y="95"/>
                  </a:cubicBezTo>
                  <a:cubicBezTo>
                    <a:pt x="1132" y="226"/>
                    <a:pt x="1030" y="385"/>
                    <a:pt x="1001" y="589"/>
                  </a:cubicBezTo>
                  <a:lnTo>
                    <a:pt x="44" y="7406"/>
                  </a:lnTo>
                  <a:cubicBezTo>
                    <a:pt x="0" y="7609"/>
                    <a:pt x="44" y="7798"/>
                    <a:pt x="160" y="7957"/>
                  </a:cubicBezTo>
                  <a:cubicBezTo>
                    <a:pt x="290" y="8102"/>
                    <a:pt x="450" y="8189"/>
                    <a:pt x="653" y="8218"/>
                  </a:cubicBezTo>
                  <a:lnTo>
                    <a:pt x="4613" y="8784"/>
                  </a:lnTo>
                  <a:cubicBezTo>
                    <a:pt x="4670" y="8795"/>
                    <a:pt x="4723" y="8801"/>
                    <a:pt x="4772" y="8801"/>
                  </a:cubicBezTo>
                  <a:cubicBezTo>
                    <a:pt x="4914" y="8801"/>
                    <a:pt x="5032" y="8757"/>
                    <a:pt x="5149" y="8682"/>
                  </a:cubicBezTo>
                  <a:cubicBezTo>
                    <a:pt x="5294" y="8566"/>
                    <a:pt x="5382" y="8421"/>
                    <a:pt x="5425" y="8218"/>
                  </a:cubicBezTo>
                  <a:cubicBezTo>
                    <a:pt x="5440" y="8044"/>
                    <a:pt x="5411" y="7885"/>
                    <a:pt x="5280" y="7725"/>
                  </a:cubicBezTo>
                  <a:cubicBezTo>
                    <a:pt x="5149" y="7580"/>
                    <a:pt x="4990" y="7478"/>
                    <a:pt x="4787" y="7449"/>
                  </a:cubicBezTo>
                  <a:lnTo>
                    <a:pt x="1595" y="7012"/>
                  </a:lnTo>
                  <a:lnTo>
                    <a:pt x="1595" y="7012"/>
                  </a:lnTo>
                  <a:lnTo>
                    <a:pt x="1887" y="4847"/>
                  </a:lnTo>
                  <a:lnTo>
                    <a:pt x="1887" y="4847"/>
                  </a:lnTo>
                  <a:lnTo>
                    <a:pt x="4555" y="5216"/>
                  </a:lnTo>
                  <a:cubicBezTo>
                    <a:pt x="4612" y="5227"/>
                    <a:pt x="4664" y="5232"/>
                    <a:pt x="4714" y="5232"/>
                  </a:cubicBezTo>
                  <a:cubicBezTo>
                    <a:pt x="4856" y="5232"/>
                    <a:pt x="4974" y="5189"/>
                    <a:pt x="5091" y="5114"/>
                  </a:cubicBezTo>
                  <a:cubicBezTo>
                    <a:pt x="5236" y="4998"/>
                    <a:pt x="5338" y="4853"/>
                    <a:pt x="5367" y="4650"/>
                  </a:cubicBezTo>
                  <a:cubicBezTo>
                    <a:pt x="5382" y="4461"/>
                    <a:pt x="5352" y="4273"/>
                    <a:pt x="5222" y="4128"/>
                  </a:cubicBezTo>
                  <a:cubicBezTo>
                    <a:pt x="5091" y="3968"/>
                    <a:pt x="4932" y="3896"/>
                    <a:pt x="4729" y="3852"/>
                  </a:cubicBezTo>
                  <a:lnTo>
                    <a:pt x="2060" y="3487"/>
                  </a:lnTo>
                  <a:lnTo>
                    <a:pt x="2060" y="3487"/>
                  </a:lnTo>
                  <a:lnTo>
                    <a:pt x="2352" y="1474"/>
                  </a:lnTo>
                  <a:lnTo>
                    <a:pt x="2352" y="1474"/>
                  </a:lnTo>
                  <a:lnTo>
                    <a:pt x="5556" y="1938"/>
                  </a:lnTo>
                  <a:cubicBezTo>
                    <a:pt x="5607" y="1944"/>
                    <a:pt x="5655" y="1948"/>
                    <a:pt x="5701" y="1948"/>
                  </a:cubicBezTo>
                  <a:cubicBezTo>
                    <a:pt x="5848" y="1948"/>
                    <a:pt x="5970" y="1910"/>
                    <a:pt x="6092" y="1821"/>
                  </a:cubicBezTo>
                  <a:cubicBezTo>
                    <a:pt x="6237" y="1720"/>
                    <a:pt x="6324" y="1575"/>
                    <a:pt x="6368" y="1372"/>
                  </a:cubicBezTo>
                  <a:cubicBezTo>
                    <a:pt x="6382" y="1169"/>
                    <a:pt x="6353" y="995"/>
                    <a:pt x="6223" y="850"/>
                  </a:cubicBezTo>
                  <a:cubicBezTo>
                    <a:pt x="6092" y="690"/>
                    <a:pt x="5933" y="618"/>
                    <a:pt x="5730" y="574"/>
                  </a:cubicBezTo>
                  <a:lnTo>
                    <a:pt x="1784" y="8"/>
                  </a:lnTo>
                  <a:cubicBezTo>
                    <a:pt x="1747" y="3"/>
                    <a:pt x="1710" y="1"/>
                    <a:pt x="1674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3450975" y="3790750"/>
              <a:ext cx="177000" cy="212475"/>
            </a:xfrm>
            <a:custGeom>
              <a:rect b="b" l="l" r="r" t="t"/>
              <a:pathLst>
                <a:path extrusionOk="0" h="8499" w="7080">
                  <a:moveTo>
                    <a:pt x="4228" y="1"/>
                  </a:moveTo>
                  <a:cubicBezTo>
                    <a:pt x="3861" y="1"/>
                    <a:pt x="3511" y="48"/>
                    <a:pt x="3178" y="129"/>
                  </a:cubicBezTo>
                  <a:cubicBezTo>
                    <a:pt x="2626" y="274"/>
                    <a:pt x="2133" y="492"/>
                    <a:pt x="1698" y="811"/>
                  </a:cubicBezTo>
                  <a:cubicBezTo>
                    <a:pt x="1263" y="1116"/>
                    <a:pt x="900" y="1522"/>
                    <a:pt x="639" y="2015"/>
                  </a:cubicBezTo>
                  <a:cubicBezTo>
                    <a:pt x="364" y="2494"/>
                    <a:pt x="175" y="3045"/>
                    <a:pt x="88" y="3640"/>
                  </a:cubicBezTo>
                  <a:cubicBezTo>
                    <a:pt x="1" y="4336"/>
                    <a:pt x="30" y="4960"/>
                    <a:pt x="175" y="5525"/>
                  </a:cubicBezTo>
                  <a:cubicBezTo>
                    <a:pt x="320" y="6091"/>
                    <a:pt x="581" y="6555"/>
                    <a:pt x="929" y="6976"/>
                  </a:cubicBezTo>
                  <a:cubicBezTo>
                    <a:pt x="1292" y="7396"/>
                    <a:pt x="1684" y="7716"/>
                    <a:pt x="2177" y="7977"/>
                  </a:cubicBezTo>
                  <a:cubicBezTo>
                    <a:pt x="2670" y="8209"/>
                    <a:pt x="3192" y="8397"/>
                    <a:pt x="3758" y="8470"/>
                  </a:cubicBezTo>
                  <a:cubicBezTo>
                    <a:pt x="3975" y="8484"/>
                    <a:pt x="4207" y="8499"/>
                    <a:pt x="4425" y="8499"/>
                  </a:cubicBezTo>
                  <a:cubicBezTo>
                    <a:pt x="4643" y="8499"/>
                    <a:pt x="4875" y="8484"/>
                    <a:pt x="5092" y="8441"/>
                  </a:cubicBezTo>
                  <a:cubicBezTo>
                    <a:pt x="5339" y="8412"/>
                    <a:pt x="5556" y="8354"/>
                    <a:pt x="5774" y="8281"/>
                  </a:cubicBezTo>
                  <a:cubicBezTo>
                    <a:pt x="5963" y="8223"/>
                    <a:pt x="6108" y="8078"/>
                    <a:pt x="6180" y="7890"/>
                  </a:cubicBezTo>
                  <a:cubicBezTo>
                    <a:pt x="6253" y="7686"/>
                    <a:pt x="6224" y="7469"/>
                    <a:pt x="6093" y="7251"/>
                  </a:cubicBezTo>
                  <a:cubicBezTo>
                    <a:pt x="6006" y="7092"/>
                    <a:pt x="5876" y="6990"/>
                    <a:pt x="5716" y="6947"/>
                  </a:cubicBezTo>
                  <a:cubicBezTo>
                    <a:pt x="5642" y="6927"/>
                    <a:pt x="5565" y="6916"/>
                    <a:pt x="5486" y="6916"/>
                  </a:cubicBezTo>
                  <a:cubicBezTo>
                    <a:pt x="5395" y="6916"/>
                    <a:pt x="5302" y="6930"/>
                    <a:pt x="5208" y="6961"/>
                  </a:cubicBezTo>
                  <a:cubicBezTo>
                    <a:pt x="5005" y="7034"/>
                    <a:pt x="4788" y="7063"/>
                    <a:pt x="4570" y="7092"/>
                  </a:cubicBezTo>
                  <a:cubicBezTo>
                    <a:pt x="4353" y="7092"/>
                    <a:pt x="4135" y="7092"/>
                    <a:pt x="3917" y="7048"/>
                  </a:cubicBezTo>
                  <a:cubicBezTo>
                    <a:pt x="3540" y="6990"/>
                    <a:pt x="3178" y="6889"/>
                    <a:pt x="2873" y="6729"/>
                  </a:cubicBezTo>
                  <a:cubicBezTo>
                    <a:pt x="2554" y="6555"/>
                    <a:pt x="2307" y="6338"/>
                    <a:pt x="2090" y="6076"/>
                  </a:cubicBezTo>
                  <a:cubicBezTo>
                    <a:pt x="1872" y="5801"/>
                    <a:pt x="1727" y="5496"/>
                    <a:pt x="1640" y="5105"/>
                  </a:cubicBezTo>
                  <a:cubicBezTo>
                    <a:pt x="1539" y="4727"/>
                    <a:pt x="1524" y="4292"/>
                    <a:pt x="1597" y="3828"/>
                  </a:cubicBezTo>
                  <a:cubicBezTo>
                    <a:pt x="1655" y="3422"/>
                    <a:pt x="1785" y="3059"/>
                    <a:pt x="1945" y="2740"/>
                  </a:cubicBezTo>
                  <a:cubicBezTo>
                    <a:pt x="2104" y="2421"/>
                    <a:pt x="2322" y="2160"/>
                    <a:pt x="2597" y="1942"/>
                  </a:cubicBezTo>
                  <a:cubicBezTo>
                    <a:pt x="2873" y="1725"/>
                    <a:pt x="3192" y="1580"/>
                    <a:pt x="3540" y="1478"/>
                  </a:cubicBezTo>
                  <a:cubicBezTo>
                    <a:pt x="3732" y="1430"/>
                    <a:pt x="3937" y="1409"/>
                    <a:pt x="4152" y="1409"/>
                  </a:cubicBezTo>
                  <a:cubicBezTo>
                    <a:pt x="4328" y="1409"/>
                    <a:pt x="4512" y="1423"/>
                    <a:pt x="4701" y="1449"/>
                  </a:cubicBezTo>
                  <a:cubicBezTo>
                    <a:pt x="4933" y="1478"/>
                    <a:pt x="5150" y="1536"/>
                    <a:pt x="5353" y="1609"/>
                  </a:cubicBezTo>
                  <a:cubicBezTo>
                    <a:pt x="5556" y="1696"/>
                    <a:pt x="5730" y="1797"/>
                    <a:pt x="5919" y="1899"/>
                  </a:cubicBezTo>
                  <a:cubicBezTo>
                    <a:pt x="6064" y="2015"/>
                    <a:pt x="6224" y="2059"/>
                    <a:pt x="6383" y="2059"/>
                  </a:cubicBezTo>
                  <a:cubicBezTo>
                    <a:pt x="6543" y="2059"/>
                    <a:pt x="6688" y="2015"/>
                    <a:pt x="6818" y="1884"/>
                  </a:cubicBezTo>
                  <a:cubicBezTo>
                    <a:pt x="7007" y="1725"/>
                    <a:pt x="7079" y="1522"/>
                    <a:pt x="7079" y="1304"/>
                  </a:cubicBezTo>
                  <a:cubicBezTo>
                    <a:pt x="7079" y="1087"/>
                    <a:pt x="6963" y="898"/>
                    <a:pt x="6789" y="782"/>
                  </a:cubicBezTo>
                  <a:cubicBezTo>
                    <a:pt x="6514" y="594"/>
                    <a:pt x="6209" y="434"/>
                    <a:pt x="5905" y="303"/>
                  </a:cubicBezTo>
                  <a:cubicBezTo>
                    <a:pt x="5585" y="173"/>
                    <a:pt x="5252" y="100"/>
                    <a:pt x="4918" y="57"/>
                  </a:cubicBezTo>
                  <a:cubicBezTo>
                    <a:pt x="4682" y="18"/>
                    <a:pt x="4452" y="1"/>
                    <a:pt x="422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3635200" y="3811875"/>
              <a:ext cx="162475" cy="213875"/>
            </a:xfrm>
            <a:custGeom>
              <a:rect b="b" l="l" r="r" t="t"/>
              <a:pathLst>
                <a:path extrusionOk="0" h="8555" w="6499">
                  <a:moveTo>
                    <a:pt x="3441" y="1419"/>
                  </a:moveTo>
                  <a:cubicBezTo>
                    <a:pt x="3502" y="1419"/>
                    <a:pt x="3564" y="1423"/>
                    <a:pt x="3627" y="1431"/>
                  </a:cubicBezTo>
                  <a:cubicBezTo>
                    <a:pt x="3946" y="1489"/>
                    <a:pt x="4222" y="1634"/>
                    <a:pt x="4439" y="1866"/>
                  </a:cubicBezTo>
                  <a:cubicBezTo>
                    <a:pt x="4657" y="2113"/>
                    <a:pt x="4802" y="2446"/>
                    <a:pt x="4874" y="2882"/>
                  </a:cubicBezTo>
                  <a:cubicBezTo>
                    <a:pt x="4947" y="3317"/>
                    <a:pt x="4947" y="3868"/>
                    <a:pt x="4860" y="4506"/>
                  </a:cubicBezTo>
                  <a:cubicBezTo>
                    <a:pt x="4758" y="5115"/>
                    <a:pt x="4642" y="5638"/>
                    <a:pt x="4439" y="6044"/>
                  </a:cubicBezTo>
                  <a:cubicBezTo>
                    <a:pt x="4251" y="6435"/>
                    <a:pt x="4018" y="6725"/>
                    <a:pt x="3743" y="6914"/>
                  </a:cubicBezTo>
                  <a:cubicBezTo>
                    <a:pt x="3531" y="7055"/>
                    <a:pt x="3282" y="7129"/>
                    <a:pt x="3025" y="7129"/>
                  </a:cubicBezTo>
                  <a:cubicBezTo>
                    <a:pt x="2965" y="7129"/>
                    <a:pt x="2904" y="7125"/>
                    <a:pt x="2844" y="7117"/>
                  </a:cubicBezTo>
                  <a:cubicBezTo>
                    <a:pt x="2510" y="7059"/>
                    <a:pt x="2249" y="6914"/>
                    <a:pt x="2046" y="6653"/>
                  </a:cubicBezTo>
                  <a:cubicBezTo>
                    <a:pt x="1828" y="6421"/>
                    <a:pt x="1683" y="6073"/>
                    <a:pt x="1611" y="5638"/>
                  </a:cubicBezTo>
                  <a:cubicBezTo>
                    <a:pt x="1538" y="5202"/>
                    <a:pt x="1538" y="4680"/>
                    <a:pt x="1625" y="4042"/>
                  </a:cubicBezTo>
                  <a:cubicBezTo>
                    <a:pt x="1712" y="3389"/>
                    <a:pt x="1843" y="2882"/>
                    <a:pt x="2046" y="2490"/>
                  </a:cubicBezTo>
                  <a:cubicBezTo>
                    <a:pt x="2220" y="2084"/>
                    <a:pt x="2466" y="1823"/>
                    <a:pt x="2728" y="1634"/>
                  </a:cubicBezTo>
                  <a:cubicBezTo>
                    <a:pt x="2951" y="1493"/>
                    <a:pt x="3184" y="1419"/>
                    <a:pt x="3441" y="1419"/>
                  </a:cubicBezTo>
                  <a:close/>
                  <a:moveTo>
                    <a:pt x="3339" y="0"/>
                  </a:moveTo>
                  <a:cubicBezTo>
                    <a:pt x="2859" y="0"/>
                    <a:pt x="2436" y="112"/>
                    <a:pt x="2046" y="329"/>
                  </a:cubicBezTo>
                  <a:cubicBezTo>
                    <a:pt x="1538" y="619"/>
                    <a:pt x="1103" y="1068"/>
                    <a:pt x="769" y="1678"/>
                  </a:cubicBezTo>
                  <a:cubicBezTo>
                    <a:pt x="450" y="2272"/>
                    <a:pt x="233" y="2998"/>
                    <a:pt x="102" y="3824"/>
                  </a:cubicBezTo>
                  <a:cubicBezTo>
                    <a:pt x="1" y="4666"/>
                    <a:pt x="15" y="5420"/>
                    <a:pt x="160" y="6102"/>
                  </a:cubicBezTo>
                  <a:cubicBezTo>
                    <a:pt x="305" y="6769"/>
                    <a:pt x="595" y="7335"/>
                    <a:pt x="1016" y="7741"/>
                  </a:cubicBezTo>
                  <a:cubicBezTo>
                    <a:pt x="1422" y="8161"/>
                    <a:pt x="1973" y="8437"/>
                    <a:pt x="2640" y="8524"/>
                  </a:cubicBezTo>
                  <a:cubicBezTo>
                    <a:pt x="2794" y="8544"/>
                    <a:pt x="2945" y="8554"/>
                    <a:pt x="3093" y="8554"/>
                  </a:cubicBezTo>
                  <a:cubicBezTo>
                    <a:pt x="3584" y="8554"/>
                    <a:pt x="4037" y="8443"/>
                    <a:pt x="4439" y="8219"/>
                  </a:cubicBezTo>
                  <a:cubicBezTo>
                    <a:pt x="4947" y="7929"/>
                    <a:pt x="5382" y="7480"/>
                    <a:pt x="5701" y="6871"/>
                  </a:cubicBezTo>
                  <a:cubicBezTo>
                    <a:pt x="6035" y="6276"/>
                    <a:pt x="6267" y="5551"/>
                    <a:pt x="6383" y="4724"/>
                  </a:cubicBezTo>
                  <a:cubicBezTo>
                    <a:pt x="6499" y="3882"/>
                    <a:pt x="6484" y="3128"/>
                    <a:pt x="6325" y="2446"/>
                  </a:cubicBezTo>
                  <a:cubicBezTo>
                    <a:pt x="6180" y="1794"/>
                    <a:pt x="5890" y="1243"/>
                    <a:pt x="5469" y="822"/>
                  </a:cubicBezTo>
                  <a:cubicBezTo>
                    <a:pt x="5048" y="401"/>
                    <a:pt x="4512" y="126"/>
                    <a:pt x="3844" y="39"/>
                  </a:cubicBezTo>
                  <a:cubicBezTo>
                    <a:pt x="3669" y="13"/>
                    <a:pt x="3501" y="0"/>
                    <a:pt x="3339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3230150" y="4026050"/>
              <a:ext cx="164300" cy="209150"/>
            </a:xfrm>
            <a:custGeom>
              <a:rect b="b" l="l" r="r" t="t"/>
              <a:pathLst>
                <a:path extrusionOk="0" h="8366" w="6572">
                  <a:moveTo>
                    <a:pt x="2338" y="1543"/>
                  </a:moveTo>
                  <a:lnTo>
                    <a:pt x="4207" y="1814"/>
                  </a:lnTo>
                  <a:cubicBezTo>
                    <a:pt x="4482" y="1843"/>
                    <a:pt x="4686" y="1930"/>
                    <a:pt x="4787" y="2118"/>
                  </a:cubicBezTo>
                  <a:cubicBezTo>
                    <a:pt x="4932" y="2292"/>
                    <a:pt x="4990" y="2539"/>
                    <a:pt x="4932" y="2858"/>
                  </a:cubicBezTo>
                  <a:cubicBezTo>
                    <a:pt x="4903" y="3134"/>
                    <a:pt x="4787" y="3308"/>
                    <a:pt x="4584" y="3438"/>
                  </a:cubicBezTo>
                  <a:cubicBezTo>
                    <a:pt x="4433" y="3531"/>
                    <a:pt x="4273" y="3578"/>
                    <a:pt x="4104" y="3578"/>
                  </a:cubicBezTo>
                  <a:cubicBezTo>
                    <a:pt x="4061" y="3578"/>
                    <a:pt x="4018" y="3575"/>
                    <a:pt x="3975" y="3569"/>
                  </a:cubicBezTo>
                  <a:lnTo>
                    <a:pt x="2090" y="3300"/>
                  </a:lnTo>
                  <a:lnTo>
                    <a:pt x="2090" y="3300"/>
                  </a:lnTo>
                  <a:lnTo>
                    <a:pt x="2338" y="1543"/>
                  </a:lnTo>
                  <a:close/>
                  <a:moveTo>
                    <a:pt x="1917" y="4628"/>
                  </a:moveTo>
                  <a:lnTo>
                    <a:pt x="3873" y="4903"/>
                  </a:lnTo>
                  <a:cubicBezTo>
                    <a:pt x="4033" y="4932"/>
                    <a:pt x="4192" y="4961"/>
                    <a:pt x="4381" y="5048"/>
                  </a:cubicBezTo>
                  <a:cubicBezTo>
                    <a:pt x="4569" y="5106"/>
                    <a:pt x="4715" y="5237"/>
                    <a:pt x="4831" y="5396"/>
                  </a:cubicBezTo>
                  <a:cubicBezTo>
                    <a:pt x="4961" y="5556"/>
                    <a:pt x="4990" y="5817"/>
                    <a:pt x="4932" y="6165"/>
                  </a:cubicBezTo>
                  <a:cubicBezTo>
                    <a:pt x="4889" y="6528"/>
                    <a:pt x="4758" y="6774"/>
                    <a:pt x="4526" y="6934"/>
                  </a:cubicBezTo>
                  <a:cubicBezTo>
                    <a:pt x="4338" y="7067"/>
                    <a:pt x="4124" y="7124"/>
                    <a:pt x="3885" y="7124"/>
                  </a:cubicBezTo>
                  <a:cubicBezTo>
                    <a:pt x="3811" y="7124"/>
                    <a:pt x="3734" y="7118"/>
                    <a:pt x="3656" y="7108"/>
                  </a:cubicBezTo>
                  <a:lnTo>
                    <a:pt x="1612" y="6804"/>
                  </a:lnTo>
                  <a:lnTo>
                    <a:pt x="1612" y="6804"/>
                  </a:lnTo>
                  <a:lnTo>
                    <a:pt x="1917" y="4628"/>
                  </a:lnTo>
                  <a:close/>
                  <a:moveTo>
                    <a:pt x="1606" y="0"/>
                  </a:moveTo>
                  <a:cubicBezTo>
                    <a:pt x="1460" y="0"/>
                    <a:pt x="1331" y="53"/>
                    <a:pt x="1219" y="131"/>
                  </a:cubicBezTo>
                  <a:cubicBezTo>
                    <a:pt x="1059" y="262"/>
                    <a:pt x="987" y="407"/>
                    <a:pt x="943" y="610"/>
                  </a:cubicBezTo>
                  <a:lnTo>
                    <a:pt x="44" y="7137"/>
                  </a:lnTo>
                  <a:cubicBezTo>
                    <a:pt x="0" y="7340"/>
                    <a:pt x="58" y="7514"/>
                    <a:pt x="160" y="7659"/>
                  </a:cubicBezTo>
                  <a:cubicBezTo>
                    <a:pt x="290" y="7819"/>
                    <a:pt x="436" y="7891"/>
                    <a:pt x="639" y="7935"/>
                  </a:cubicBezTo>
                  <a:lnTo>
                    <a:pt x="3453" y="8341"/>
                  </a:lnTo>
                  <a:cubicBezTo>
                    <a:pt x="3623" y="8358"/>
                    <a:pt x="3792" y="8365"/>
                    <a:pt x="3965" y="8365"/>
                  </a:cubicBezTo>
                  <a:cubicBezTo>
                    <a:pt x="4088" y="8365"/>
                    <a:pt x="4211" y="8362"/>
                    <a:pt x="4337" y="8356"/>
                  </a:cubicBezTo>
                  <a:cubicBezTo>
                    <a:pt x="4642" y="8341"/>
                    <a:pt x="4932" y="8268"/>
                    <a:pt x="5222" y="8123"/>
                  </a:cubicBezTo>
                  <a:cubicBezTo>
                    <a:pt x="5512" y="7993"/>
                    <a:pt x="5773" y="7775"/>
                    <a:pt x="5962" y="7485"/>
                  </a:cubicBezTo>
                  <a:cubicBezTo>
                    <a:pt x="6180" y="7195"/>
                    <a:pt x="6310" y="6789"/>
                    <a:pt x="6383" y="6310"/>
                  </a:cubicBezTo>
                  <a:cubicBezTo>
                    <a:pt x="6441" y="5875"/>
                    <a:pt x="6397" y="5469"/>
                    <a:pt x="6252" y="5164"/>
                  </a:cubicBezTo>
                  <a:cubicBezTo>
                    <a:pt x="6107" y="4831"/>
                    <a:pt x="5918" y="4584"/>
                    <a:pt x="5657" y="4381"/>
                  </a:cubicBezTo>
                  <a:cubicBezTo>
                    <a:pt x="5551" y="4302"/>
                    <a:pt x="5446" y="4232"/>
                    <a:pt x="5341" y="4170"/>
                  </a:cubicBezTo>
                  <a:lnTo>
                    <a:pt x="5341" y="4170"/>
                  </a:lnTo>
                  <a:cubicBezTo>
                    <a:pt x="5646" y="4066"/>
                    <a:pt x="5885" y="3905"/>
                    <a:pt x="6078" y="3699"/>
                  </a:cubicBezTo>
                  <a:cubicBezTo>
                    <a:pt x="6296" y="3453"/>
                    <a:pt x="6426" y="3163"/>
                    <a:pt x="6484" y="2800"/>
                  </a:cubicBezTo>
                  <a:cubicBezTo>
                    <a:pt x="6571" y="2133"/>
                    <a:pt x="6455" y="1611"/>
                    <a:pt x="6151" y="1234"/>
                  </a:cubicBezTo>
                  <a:cubicBezTo>
                    <a:pt x="5846" y="842"/>
                    <a:pt x="5338" y="610"/>
                    <a:pt x="4613" y="508"/>
                  </a:cubicBezTo>
                  <a:lnTo>
                    <a:pt x="1741" y="15"/>
                  </a:lnTo>
                  <a:cubicBezTo>
                    <a:pt x="1694" y="5"/>
                    <a:pt x="1649" y="0"/>
                    <a:pt x="160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3396600" y="4060125"/>
              <a:ext cx="175900" cy="210225"/>
            </a:xfrm>
            <a:custGeom>
              <a:rect b="b" l="l" r="r" t="t"/>
              <a:pathLst>
                <a:path extrusionOk="0" h="8409" w="7036">
                  <a:moveTo>
                    <a:pt x="4228" y="2256"/>
                  </a:moveTo>
                  <a:lnTo>
                    <a:pt x="4985" y="5048"/>
                  </a:lnTo>
                  <a:lnTo>
                    <a:pt x="4985" y="5048"/>
                  </a:lnTo>
                  <a:lnTo>
                    <a:pt x="2736" y="4727"/>
                  </a:lnTo>
                  <a:lnTo>
                    <a:pt x="2736" y="4727"/>
                  </a:lnTo>
                  <a:lnTo>
                    <a:pt x="4228" y="2256"/>
                  </a:lnTo>
                  <a:close/>
                  <a:moveTo>
                    <a:pt x="4396" y="0"/>
                  </a:moveTo>
                  <a:cubicBezTo>
                    <a:pt x="4318" y="0"/>
                    <a:pt x="4243" y="18"/>
                    <a:pt x="4178" y="59"/>
                  </a:cubicBezTo>
                  <a:cubicBezTo>
                    <a:pt x="4033" y="117"/>
                    <a:pt x="3917" y="233"/>
                    <a:pt x="3844" y="378"/>
                  </a:cubicBezTo>
                  <a:lnTo>
                    <a:pt x="87" y="6717"/>
                  </a:lnTo>
                  <a:cubicBezTo>
                    <a:pt x="58" y="6789"/>
                    <a:pt x="44" y="6862"/>
                    <a:pt x="15" y="6934"/>
                  </a:cubicBezTo>
                  <a:cubicBezTo>
                    <a:pt x="0" y="7094"/>
                    <a:pt x="15" y="7239"/>
                    <a:pt x="116" y="7370"/>
                  </a:cubicBezTo>
                  <a:cubicBezTo>
                    <a:pt x="203" y="7500"/>
                    <a:pt x="348" y="7573"/>
                    <a:pt x="551" y="7602"/>
                  </a:cubicBezTo>
                  <a:cubicBezTo>
                    <a:pt x="589" y="7609"/>
                    <a:pt x="623" y="7613"/>
                    <a:pt x="656" y="7613"/>
                  </a:cubicBezTo>
                  <a:cubicBezTo>
                    <a:pt x="751" y="7613"/>
                    <a:pt x="832" y="7583"/>
                    <a:pt x="929" y="7529"/>
                  </a:cubicBezTo>
                  <a:cubicBezTo>
                    <a:pt x="1059" y="7486"/>
                    <a:pt x="1146" y="7370"/>
                    <a:pt x="1219" y="7239"/>
                  </a:cubicBezTo>
                  <a:lnTo>
                    <a:pt x="1996" y="5952"/>
                  </a:lnTo>
                  <a:lnTo>
                    <a:pt x="1996" y="5952"/>
                  </a:lnTo>
                  <a:lnTo>
                    <a:pt x="5356" y="6416"/>
                  </a:lnTo>
                  <a:lnTo>
                    <a:pt x="5356" y="6416"/>
                  </a:lnTo>
                  <a:lnTo>
                    <a:pt x="5744" y="7848"/>
                  </a:lnTo>
                  <a:cubicBezTo>
                    <a:pt x="5788" y="8008"/>
                    <a:pt x="5860" y="8138"/>
                    <a:pt x="5947" y="8225"/>
                  </a:cubicBezTo>
                  <a:cubicBezTo>
                    <a:pt x="6034" y="8327"/>
                    <a:pt x="6165" y="8385"/>
                    <a:pt x="6295" y="8400"/>
                  </a:cubicBezTo>
                  <a:cubicBezTo>
                    <a:pt x="6325" y="8405"/>
                    <a:pt x="6355" y="8408"/>
                    <a:pt x="6386" y="8408"/>
                  </a:cubicBezTo>
                  <a:cubicBezTo>
                    <a:pt x="6505" y="8408"/>
                    <a:pt x="6630" y="8364"/>
                    <a:pt x="6745" y="8283"/>
                  </a:cubicBezTo>
                  <a:cubicBezTo>
                    <a:pt x="6905" y="8182"/>
                    <a:pt x="6977" y="8022"/>
                    <a:pt x="7021" y="7819"/>
                  </a:cubicBezTo>
                  <a:cubicBezTo>
                    <a:pt x="7035" y="7747"/>
                    <a:pt x="7021" y="7660"/>
                    <a:pt x="7006" y="7558"/>
                  </a:cubicBezTo>
                  <a:lnTo>
                    <a:pt x="5150" y="552"/>
                  </a:lnTo>
                  <a:cubicBezTo>
                    <a:pt x="5135" y="407"/>
                    <a:pt x="5062" y="277"/>
                    <a:pt x="4946" y="190"/>
                  </a:cubicBezTo>
                  <a:cubicBezTo>
                    <a:pt x="4845" y="103"/>
                    <a:pt x="4714" y="45"/>
                    <a:pt x="4584" y="30"/>
                  </a:cubicBezTo>
                  <a:cubicBezTo>
                    <a:pt x="4521" y="11"/>
                    <a:pt x="4457" y="0"/>
                    <a:pt x="43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3594575" y="4086025"/>
              <a:ext cx="174100" cy="205500"/>
            </a:xfrm>
            <a:custGeom>
              <a:rect b="b" l="l" r="r" t="t"/>
              <a:pathLst>
                <a:path extrusionOk="0" h="8220" w="6964">
                  <a:moveTo>
                    <a:pt x="4177" y="0"/>
                  </a:moveTo>
                  <a:cubicBezTo>
                    <a:pt x="3812" y="0"/>
                    <a:pt x="3460" y="45"/>
                    <a:pt x="3120" y="140"/>
                  </a:cubicBezTo>
                  <a:cubicBezTo>
                    <a:pt x="2597" y="285"/>
                    <a:pt x="2133" y="503"/>
                    <a:pt x="1698" y="822"/>
                  </a:cubicBezTo>
                  <a:cubicBezTo>
                    <a:pt x="1263" y="1126"/>
                    <a:pt x="915" y="1532"/>
                    <a:pt x="625" y="1982"/>
                  </a:cubicBezTo>
                  <a:cubicBezTo>
                    <a:pt x="335" y="2461"/>
                    <a:pt x="146" y="2939"/>
                    <a:pt x="74" y="3520"/>
                  </a:cubicBezTo>
                  <a:cubicBezTo>
                    <a:pt x="1" y="4100"/>
                    <a:pt x="45" y="4637"/>
                    <a:pt x="190" y="5159"/>
                  </a:cubicBezTo>
                  <a:cubicBezTo>
                    <a:pt x="335" y="5681"/>
                    <a:pt x="567" y="6160"/>
                    <a:pt x="900" y="6566"/>
                  </a:cubicBezTo>
                  <a:cubicBezTo>
                    <a:pt x="1205" y="6986"/>
                    <a:pt x="1597" y="7349"/>
                    <a:pt x="2075" y="7625"/>
                  </a:cubicBezTo>
                  <a:cubicBezTo>
                    <a:pt x="2539" y="7915"/>
                    <a:pt x="3047" y="8089"/>
                    <a:pt x="3627" y="8161"/>
                  </a:cubicBezTo>
                  <a:cubicBezTo>
                    <a:pt x="3889" y="8202"/>
                    <a:pt x="4141" y="8220"/>
                    <a:pt x="4392" y="8220"/>
                  </a:cubicBezTo>
                  <a:cubicBezTo>
                    <a:pt x="4586" y="8220"/>
                    <a:pt x="4780" y="8209"/>
                    <a:pt x="4976" y="8190"/>
                  </a:cubicBezTo>
                  <a:cubicBezTo>
                    <a:pt x="5397" y="8118"/>
                    <a:pt x="5789" y="8002"/>
                    <a:pt x="6166" y="7842"/>
                  </a:cubicBezTo>
                  <a:cubicBezTo>
                    <a:pt x="6267" y="7799"/>
                    <a:pt x="6354" y="7726"/>
                    <a:pt x="6441" y="7639"/>
                  </a:cubicBezTo>
                  <a:cubicBezTo>
                    <a:pt x="6528" y="7552"/>
                    <a:pt x="6586" y="7422"/>
                    <a:pt x="6601" y="7276"/>
                  </a:cubicBezTo>
                  <a:lnTo>
                    <a:pt x="6949" y="4883"/>
                  </a:lnTo>
                  <a:cubicBezTo>
                    <a:pt x="6963" y="4680"/>
                    <a:pt x="6934" y="4506"/>
                    <a:pt x="6818" y="4361"/>
                  </a:cubicBezTo>
                  <a:cubicBezTo>
                    <a:pt x="6717" y="4201"/>
                    <a:pt x="6572" y="4129"/>
                    <a:pt x="6369" y="4085"/>
                  </a:cubicBezTo>
                  <a:lnTo>
                    <a:pt x="4512" y="3839"/>
                  </a:lnTo>
                  <a:cubicBezTo>
                    <a:pt x="4474" y="3833"/>
                    <a:pt x="4435" y="3830"/>
                    <a:pt x="4397" y="3830"/>
                  </a:cubicBezTo>
                  <a:cubicBezTo>
                    <a:pt x="4248" y="3830"/>
                    <a:pt x="4105" y="3874"/>
                    <a:pt x="3990" y="3955"/>
                  </a:cubicBezTo>
                  <a:cubicBezTo>
                    <a:pt x="3830" y="4071"/>
                    <a:pt x="3758" y="4216"/>
                    <a:pt x="3714" y="4419"/>
                  </a:cubicBezTo>
                  <a:cubicBezTo>
                    <a:pt x="3685" y="4608"/>
                    <a:pt x="3743" y="4782"/>
                    <a:pt x="3845" y="4927"/>
                  </a:cubicBezTo>
                  <a:cubicBezTo>
                    <a:pt x="3975" y="5072"/>
                    <a:pt x="4120" y="5144"/>
                    <a:pt x="4324" y="5173"/>
                  </a:cubicBezTo>
                  <a:lnTo>
                    <a:pt x="5386" y="5334"/>
                  </a:lnTo>
                  <a:lnTo>
                    <a:pt x="5386" y="5334"/>
                  </a:lnTo>
                  <a:lnTo>
                    <a:pt x="5178" y="6782"/>
                  </a:lnTo>
                  <a:lnTo>
                    <a:pt x="5178" y="6782"/>
                  </a:lnTo>
                  <a:cubicBezTo>
                    <a:pt x="5010" y="6822"/>
                    <a:pt x="4814" y="6841"/>
                    <a:pt x="4599" y="6841"/>
                  </a:cubicBezTo>
                  <a:cubicBezTo>
                    <a:pt x="4309" y="6841"/>
                    <a:pt x="4048" y="6841"/>
                    <a:pt x="3830" y="6812"/>
                  </a:cubicBezTo>
                  <a:cubicBezTo>
                    <a:pt x="3337" y="6740"/>
                    <a:pt x="2902" y="6551"/>
                    <a:pt x="2539" y="6247"/>
                  </a:cubicBezTo>
                  <a:cubicBezTo>
                    <a:pt x="2177" y="5942"/>
                    <a:pt x="1901" y="5550"/>
                    <a:pt x="1727" y="5115"/>
                  </a:cubicBezTo>
                  <a:cubicBezTo>
                    <a:pt x="1539" y="4680"/>
                    <a:pt x="1495" y="4216"/>
                    <a:pt x="1568" y="3723"/>
                  </a:cubicBezTo>
                  <a:cubicBezTo>
                    <a:pt x="1640" y="3230"/>
                    <a:pt x="1814" y="2794"/>
                    <a:pt x="2104" y="2417"/>
                  </a:cubicBezTo>
                  <a:cubicBezTo>
                    <a:pt x="2394" y="2040"/>
                    <a:pt x="2757" y="1750"/>
                    <a:pt x="3192" y="1561"/>
                  </a:cubicBezTo>
                  <a:cubicBezTo>
                    <a:pt x="3525" y="1433"/>
                    <a:pt x="3865" y="1360"/>
                    <a:pt x="4220" y="1360"/>
                  </a:cubicBezTo>
                  <a:cubicBezTo>
                    <a:pt x="4344" y="1360"/>
                    <a:pt x="4471" y="1369"/>
                    <a:pt x="4599" y="1387"/>
                  </a:cubicBezTo>
                  <a:cubicBezTo>
                    <a:pt x="4831" y="1416"/>
                    <a:pt x="5049" y="1474"/>
                    <a:pt x="5252" y="1547"/>
                  </a:cubicBezTo>
                  <a:cubicBezTo>
                    <a:pt x="5440" y="1620"/>
                    <a:pt x="5629" y="1707"/>
                    <a:pt x="5803" y="1823"/>
                  </a:cubicBezTo>
                  <a:cubicBezTo>
                    <a:pt x="5861" y="1852"/>
                    <a:pt x="5934" y="1895"/>
                    <a:pt x="5992" y="1910"/>
                  </a:cubicBezTo>
                  <a:cubicBezTo>
                    <a:pt x="6050" y="1953"/>
                    <a:pt x="6122" y="1968"/>
                    <a:pt x="6166" y="1968"/>
                  </a:cubicBezTo>
                  <a:cubicBezTo>
                    <a:pt x="6203" y="1973"/>
                    <a:pt x="6239" y="1976"/>
                    <a:pt x="6273" y="1976"/>
                  </a:cubicBezTo>
                  <a:cubicBezTo>
                    <a:pt x="6416" y="1976"/>
                    <a:pt x="6542" y="1928"/>
                    <a:pt x="6659" y="1823"/>
                  </a:cubicBezTo>
                  <a:cubicBezTo>
                    <a:pt x="6804" y="1692"/>
                    <a:pt x="6891" y="1547"/>
                    <a:pt x="6920" y="1373"/>
                  </a:cubicBezTo>
                  <a:cubicBezTo>
                    <a:pt x="6934" y="1257"/>
                    <a:pt x="6920" y="1155"/>
                    <a:pt x="6876" y="1039"/>
                  </a:cubicBezTo>
                  <a:cubicBezTo>
                    <a:pt x="6847" y="938"/>
                    <a:pt x="6775" y="836"/>
                    <a:pt x="6659" y="764"/>
                  </a:cubicBezTo>
                  <a:cubicBezTo>
                    <a:pt x="6412" y="575"/>
                    <a:pt x="6122" y="430"/>
                    <a:pt x="5789" y="300"/>
                  </a:cubicBezTo>
                  <a:cubicBezTo>
                    <a:pt x="5455" y="169"/>
                    <a:pt x="5121" y="96"/>
                    <a:pt x="4773" y="38"/>
                  </a:cubicBezTo>
                  <a:cubicBezTo>
                    <a:pt x="4571" y="13"/>
                    <a:pt x="4372" y="0"/>
                    <a:pt x="41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1" name="Google Shape;67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b="1" sz="35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jp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5"/>
          <p:cNvSpPr txBox="1"/>
          <p:nvPr>
            <p:ph type="ctrTitle"/>
          </p:nvPr>
        </p:nvSpPr>
        <p:spPr>
          <a:xfrm>
            <a:off x="2146200" y="1410550"/>
            <a:ext cx="5962200" cy="20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r>
              <a:rPr lang="en" sz="5500">
                <a:latin typeface="Poppins"/>
                <a:ea typeface="Poppins"/>
                <a:cs typeface="Poppins"/>
                <a:sym typeface="Poppins"/>
              </a:rPr>
              <a:t>一拍即合</a:t>
            </a:r>
            <a:endParaRPr sz="55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77" name="Google Shape;677;p25"/>
          <p:cNvGrpSpPr/>
          <p:nvPr/>
        </p:nvGrpSpPr>
        <p:grpSpPr>
          <a:xfrm rot="-425123">
            <a:off x="6092830" y="3236796"/>
            <a:ext cx="1933795" cy="1686870"/>
            <a:chOff x="2864625" y="686975"/>
            <a:chExt cx="1768200" cy="1818975"/>
          </a:xfrm>
        </p:grpSpPr>
        <p:sp>
          <p:nvSpPr>
            <p:cNvPr id="678" name="Google Shape;678;p25"/>
            <p:cNvSpPr/>
            <p:nvPr/>
          </p:nvSpPr>
          <p:spPr>
            <a:xfrm>
              <a:off x="2864625" y="686975"/>
              <a:ext cx="1768200" cy="1818975"/>
            </a:xfrm>
            <a:custGeom>
              <a:rect b="b" l="l" r="r" t="t"/>
              <a:pathLst>
                <a:path extrusionOk="0" h="72759" w="70728">
                  <a:moveTo>
                    <a:pt x="11401" y="1"/>
                  </a:moveTo>
                  <a:cubicBezTo>
                    <a:pt x="11285" y="15"/>
                    <a:pt x="11184" y="44"/>
                    <a:pt x="11053" y="59"/>
                  </a:cubicBezTo>
                  <a:lnTo>
                    <a:pt x="11039" y="59"/>
                  </a:lnTo>
                  <a:cubicBezTo>
                    <a:pt x="10908" y="88"/>
                    <a:pt x="10792" y="131"/>
                    <a:pt x="10676" y="160"/>
                  </a:cubicBezTo>
                  <a:cubicBezTo>
                    <a:pt x="10647" y="160"/>
                    <a:pt x="10632" y="175"/>
                    <a:pt x="10618" y="175"/>
                  </a:cubicBezTo>
                  <a:cubicBezTo>
                    <a:pt x="10502" y="218"/>
                    <a:pt x="10400" y="277"/>
                    <a:pt x="10284" y="349"/>
                  </a:cubicBezTo>
                  <a:cubicBezTo>
                    <a:pt x="10284" y="349"/>
                    <a:pt x="10270" y="349"/>
                    <a:pt x="10270" y="364"/>
                  </a:cubicBezTo>
                  <a:cubicBezTo>
                    <a:pt x="10183" y="422"/>
                    <a:pt x="10096" y="465"/>
                    <a:pt x="9994" y="538"/>
                  </a:cubicBezTo>
                  <a:cubicBezTo>
                    <a:pt x="9980" y="567"/>
                    <a:pt x="9965" y="581"/>
                    <a:pt x="9951" y="581"/>
                  </a:cubicBezTo>
                  <a:cubicBezTo>
                    <a:pt x="9951" y="581"/>
                    <a:pt x="9922" y="581"/>
                    <a:pt x="9922" y="596"/>
                  </a:cubicBezTo>
                  <a:lnTo>
                    <a:pt x="9907" y="610"/>
                  </a:lnTo>
                  <a:cubicBezTo>
                    <a:pt x="9820" y="683"/>
                    <a:pt x="9733" y="784"/>
                    <a:pt x="9632" y="871"/>
                  </a:cubicBezTo>
                  <a:lnTo>
                    <a:pt x="9617" y="886"/>
                  </a:lnTo>
                  <a:cubicBezTo>
                    <a:pt x="9530" y="973"/>
                    <a:pt x="9458" y="1089"/>
                    <a:pt x="9385" y="1190"/>
                  </a:cubicBezTo>
                  <a:cubicBezTo>
                    <a:pt x="9385" y="1219"/>
                    <a:pt x="9371" y="1219"/>
                    <a:pt x="9371" y="1234"/>
                  </a:cubicBezTo>
                  <a:cubicBezTo>
                    <a:pt x="9298" y="1335"/>
                    <a:pt x="9240" y="1437"/>
                    <a:pt x="9182" y="1553"/>
                  </a:cubicBezTo>
                  <a:cubicBezTo>
                    <a:pt x="9182" y="1553"/>
                    <a:pt x="9182" y="1582"/>
                    <a:pt x="9167" y="1582"/>
                  </a:cubicBezTo>
                  <a:cubicBezTo>
                    <a:pt x="9109" y="1683"/>
                    <a:pt x="9051" y="1814"/>
                    <a:pt x="9022" y="1916"/>
                  </a:cubicBezTo>
                  <a:cubicBezTo>
                    <a:pt x="9022" y="1945"/>
                    <a:pt x="9008" y="1959"/>
                    <a:pt x="9008" y="1974"/>
                  </a:cubicBezTo>
                  <a:cubicBezTo>
                    <a:pt x="8964" y="2090"/>
                    <a:pt x="8950" y="2191"/>
                    <a:pt x="8935" y="2307"/>
                  </a:cubicBezTo>
                  <a:cubicBezTo>
                    <a:pt x="8935" y="2322"/>
                    <a:pt x="8935" y="2336"/>
                    <a:pt x="8906" y="2351"/>
                  </a:cubicBezTo>
                  <a:cubicBezTo>
                    <a:pt x="8892" y="2467"/>
                    <a:pt x="8877" y="2597"/>
                    <a:pt x="8877" y="2699"/>
                  </a:cubicBezTo>
                  <a:lnTo>
                    <a:pt x="8877" y="2786"/>
                  </a:lnTo>
                  <a:cubicBezTo>
                    <a:pt x="8877" y="2902"/>
                    <a:pt x="8877" y="2989"/>
                    <a:pt x="8892" y="3105"/>
                  </a:cubicBezTo>
                  <a:lnTo>
                    <a:pt x="8892" y="3149"/>
                  </a:lnTo>
                  <a:cubicBezTo>
                    <a:pt x="8906" y="3265"/>
                    <a:pt x="8935" y="3395"/>
                    <a:pt x="8964" y="3497"/>
                  </a:cubicBezTo>
                  <a:cubicBezTo>
                    <a:pt x="8964" y="3511"/>
                    <a:pt x="8964" y="3540"/>
                    <a:pt x="8979" y="3555"/>
                  </a:cubicBezTo>
                  <a:cubicBezTo>
                    <a:pt x="9008" y="3613"/>
                    <a:pt x="10720" y="9589"/>
                    <a:pt x="9443" y="17697"/>
                  </a:cubicBezTo>
                  <a:cubicBezTo>
                    <a:pt x="8442" y="24065"/>
                    <a:pt x="11619" y="27851"/>
                    <a:pt x="14911" y="29287"/>
                  </a:cubicBezTo>
                  <a:cubicBezTo>
                    <a:pt x="15999" y="29751"/>
                    <a:pt x="17145" y="29997"/>
                    <a:pt x="18248" y="29997"/>
                  </a:cubicBezTo>
                  <a:lnTo>
                    <a:pt x="18567" y="29997"/>
                  </a:lnTo>
                  <a:cubicBezTo>
                    <a:pt x="19974" y="35408"/>
                    <a:pt x="20423" y="40369"/>
                    <a:pt x="20539" y="43995"/>
                  </a:cubicBezTo>
                  <a:cubicBezTo>
                    <a:pt x="14143" y="45083"/>
                    <a:pt x="9400" y="49971"/>
                    <a:pt x="6658" y="53655"/>
                  </a:cubicBezTo>
                  <a:cubicBezTo>
                    <a:pt x="6024" y="53569"/>
                    <a:pt x="5430" y="53520"/>
                    <a:pt x="4876" y="53520"/>
                  </a:cubicBezTo>
                  <a:cubicBezTo>
                    <a:pt x="3467" y="53520"/>
                    <a:pt x="2317" y="53837"/>
                    <a:pt x="1422" y="54671"/>
                  </a:cubicBezTo>
                  <a:cubicBezTo>
                    <a:pt x="885" y="55178"/>
                    <a:pt x="0" y="56339"/>
                    <a:pt x="305" y="58224"/>
                  </a:cubicBezTo>
                  <a:cubicBezTo>
                    <a:pt x="842" y="61691"/>
                    <a:pt x="7166" y="64635"/>
                    <a:pt x="10894" y="66086"/>
                  </a:cubicBezTo>
                  <a:cubicBezTo>
                    <a:pt x="14162" y="67365"/>
                    <a:pt x="20296" y="69358"/>
                    <a:pt x="26744" y="69358"/>
                  </a:cubicBezTo>
                  <a:cubicBezTo>
                    <a:pt x="27535" y="69358"/>
                    <a:pt x="28331" y="69328"/>
                    <a:pt x="29126" y="69263"/>
                  </a:cubicBezTo>
                  <a:cubicBezTo>
                    <a:pt x="30103" y="69184"/>
                    <a:pt x="31022" y="69148"/>
                    <a:pt x="31885" y="69148"/>
                  </a:cubicBezTo>
                  <a:cubicBezTo>
                    <a:pt x="39286" y="69148"/>
                    <a:pt x="42561" y="71756"/>
                    <a:pt x="42834" y="71990"/>
                  </a:cubicBezTo>
                  <a:cubicBezTo>
                    <a:pt x="43341" y="72512"/>
                    <a:pt x="43994" y="72758"/>
                    <a:pt x="44690" y="72758"/>
                  </a:cubicBezTo>
                  <a:cubicBezTo>
                    <a:pt x="45068" y="72758"/>
                    <a:pt x="45445" y="72686"/>
                    <a:pt x="45807" y="72526"/>
                  </a:cubicBezTo>
                  <a:cubicBezTo>
                    <a:pt x="48114" y="71569"/>
                    <a:pt x="51711" y="68914"/>
                    <a:pt x="53321" y="64592"/>
                  </a:cubicBezTo>
                  <a:cubicBezTo>
                    <a:pt x="57252" y="64316"/>
                    <a:pt x="61009" y="62721"/>
                    <a:pt x="64127" y="59921"/>
                  </a:cubicBezTo>
                  <a:cubicBezTo>
                    <a:pt x="68058" y="56397"/>
                    <a:pt x="70393" y="51218"/>
                    <a:pt x="70524" y="45735"/>
                  </a:cubicBezTo>
                  <a:cubicBezTo>
                    <a:pt x="70727" y="38744"/>
                    <a:pt x="69654" y="25936"/>
                    <a:pt x="60573" y="18974"/>
                  </a:cubicBezTo>
                  <a:cubicBezTo>
                    <a:pt x="57426" y="16560"/>
                    <a:pt x="53563" y="15364"/>
                    <a:pt x="49595" y="15364"/>
                  </a:cubicBezTo>
                  <a:cubicBezTo>
                    <a:pt x="47529" y="15364"/>
                    <a:pt x="45436" y="15688"/>
                    <a:pt x="43399" y="16334"/>
                  </a:cubicBezTo>
                  <a:cubicBezTo>
                    <a:pt x="44618" y="13839"/>
                    <a:pt x="45648" y="12403"/>
                    <a:pt x="45662" y="12359"/>
                  </a:cubicBezTo>
                  <a:cubicBezTo>
                    <a:pt x="45662" y="12345"/>
                    <a:pt x="45691" y="12345"/>
                    <a:pt x="45691" y="12330"/>
                  </a:cubicBezTo>
                  <a:cubicBezTo>
                    <a:pt x="45764" y="12229"/>
                    <a:pt x="45836" y="12127"/>
                    <a:pt x="45880" y="12011"/>
                  </a:cubicBezTo>
                  <a:lnTo>
                    <a:pt x="45880" y="11982"/>
                  </a:lnTo>
                  <a:cubicBezTo>
                    <a:pt x="45938" y="11881"/>
                    <a:pt x="45996" y="11765"/>
                    <a:pt x="46025" y="11663"/>
                  </a:cubicBezTo>
                  <a:cubicBezTo>
                    <a:pt x="46054" y="11648"/>
                    <a:pt x="46054" y="11605"/>
                    <a:pt x="46068" y="11590"/>
                  </a:cubicBezTo>
                  <a:cubicBezTo>
                    <a:pt x="46097" y="11474"/>
                    <a:pt x="46141" y="11373"/>
                    <a:pt x="46155" y="11242"/>
                  </a:cubicBezTo>
                  <a:lnTo>
                    <a:pt x="46155" y="11184"/>
                  </a:lnTo>
                  <a:cubicBezTo>
                    <a:pt x="46170" y="11083"/>
                    <a:pt x="46199" y="10967"/>
                    <a:pt x="46199" y="10880"/>
                  </a:cubicBezTo>
                  <a:lnTo>
                    <a:pt x="46199" y="10807"/>
                  </a:lnTo>
                  <a:lnTo>
                    <a:pt x="46199" y="10445"/>
                  </a:lnTo>
                  <a:lnTo>
                    <a:pt x="46199" y="10387"/>
                  </a:lnTo>
                  <a:lnTo>
                    <a:pt x="46141" y="10067"/>
                  </a:lnTo>
                  <a:cubicBezTo>
                    <a:pt x="46141" y="10053"/>
                    <a:pt x="46126" y="10024"/>
                    <a:pt x="46126" y="9995"/>
                  </a:cubicBezTo>
                  <a:cubicBezTo>
                    <a:pt x="46083" y="9864"/>
                    <a:pt x="46054" y="9763"/>
                    <a:pt x="46010" y="9647"/>
                  </a:cubicBezTo>
                  <a:cubicBezTo>
                    <a:pt x="46010" y="9632"/>
                    <a:pt x="45996" y="9603"/>
                    <a:pt x="45996" y="9589"/>
                  </a:cubicBezTo>
                  <a:cubicBezTo>
                    <a:pt x="45952" y="9502"/>
                    <a:pt x="45909" y="9400"/>
                    <a:pt x="45851" y="9299"/>
                  </a:cubicBezTo>
                  <a:cubicBezTo>
                    <a:pt x="45836" y="9284"/>
                    <a:pt x="45836" y="9270"/>
                    <a:pt x="45836" y="9255"/>
                  </a:cubicBezTo>
                  <a:cubicBezTo>
                    <a:pt x="45836" y="9226"/>
                    <a:pt x="45807" y="9226"/>
                    <a:pt x="45807" y="9212"/>
                  </a:cubicBezTo>
                  <a:cubicBezTo>
                    <a:pt x="45793" y="9197"/>
                    <a:pt x="45793" y="9168"/>
                    <a:pt x="45778" y="9154"/>
                  </a:cubicBezTo>
                  <a:cubicBezTo>
                    <a:pt x="45720" y="9067"/>
                    <a:pt x="45648" y="8994"/>
                    <a:pt x="45590" y="8907"/>
                  </a:cubicBezTo>
                  <a:cubicBezTo>
                    <a:pt x="45575" y="8893"/>
                    <a:pt x="45575" y="8864"/>
                    <a:pt x="45561" y="8864"/>
                  </a:cubicBezTo>
                  <a:cubicBezTo>
                    <a:pt x="45488" y="8776"/>
                    <a:pt x="45416" y="8704"/>
                    <a:pt x="45329" y="8631"/>
                  </a:cubicBezTo>
                  <a:lnTo>
                    <a:pt x="45271" y="8573"/>
                  </a:lnTo>
                  <a:cubicBezTo>
                    <a:pt x="45184" y="8486"/>
                    <a:pt x="45068" y="8414"/>
                    <a:pt x="44981" y="8356"/>
                  </a:cubicBezTo>
                  <a:cubicBezTo>
                    <a:pt x="44966" y="8356"/>
                    <a:pt x="44966" y="8341"/>
                    <a:pt x="44937" y="8341"/>
                  </a:cubicBezTo>
                  <a:cubicBezTo>
                    <a:pt x="44850" y="8283"/>
                    <a:pt x="44748" y="8240"/>
                    <a:pt x="44647" y="8182"/>
                  </a:cubicBezTo>
                  <a:cubicBezTo>
                    <a:pt x="44632" y="8167"/>
                    <a:pt x="44618" y="8167"/>
                    <a:pt x="44603" y="8138"/>
                  </a:cubicBezTo>
                  <a:cubicBezTo>
                    <a:pt x="44487" y="8080"/>
                    <a:pt x="44386" y="8051"/>
                    <a:pt x="44255" y="8008"/>
                  </a:cubicBezTo>
                  <a:cubicBezTo>
                    <a:pt x="44241" y="8008"/>
                    <a:pt x="44212" y="7993"/>
                    <a:pt x="44197" y="7993"/>
                  </a:cubicBezTo>
                  <a:cubicBezTo>
                    <a:pt x="44096" y="7964"/>
                    <a:pt x="43994" y="7950"/>
                    <a:pt x="43893" y="7921"/>
                  </a:cubicBezTo>
                  <a:cubicBezTo>
                    <a:pt x="43878" y="7921"/>
                    <a:pt x="43835" y="7906"/>
                    <a:pt x="43820" y="7906"/>
                  </a:cubicBezTo>
                  <a:cubicBezTo>
                    <a:pt x="43690" y="7892"/>
                    <a:pt x="43588" y="7892"/>
                    <a:pt x="43457" y="7892"/>
                  </a:cubicBezTo>
                  <a:lnTo>
                    <a:pt x="43385" y="7892"/>
                  </a:lnTo>
                  <a:cubicBezTo>
                    <a:pt x="43269" y="7892"/>
                    <a:pt x="43153" y="7906"/>
                    <a:pt x="43037" y="7921"/>
                  </a:cubicBezTo>
                  <a:lnTo>
                    <a:pt x="42950" y="7921"/>
                  </a:lnTo>
                  <a:cubicBezTo>
                    <a:pt x="41949" y="8095"/>
                    <a:pt x="35059" y="9415"/>
                    <a:pt x="31795" y="14448"/>
                  </a:cubicBezTo>
                  <a:cubicBezTo>
                    <a:pt x="30983" y="15724"/>
                    <a:pt x="29330" y="16725"/>
                    <a:pt x="27589" y="17770"/>
                  </a:cubicBezTo>
                  <a:cubicBezTo>
                    <a:pt x="27168" y="18031"/>
                    <a:pt x="26777" y="18263"/>
                    <a:pt x="26371" y="18509"/>
                  </a:cubicBezTo>
                  <a:cubicBezTo>
                    <a:pt x="26356" y="18538"/>
                    <a:pt x="26341" y="18538"/>
                    <a:pt x="26341" y="18553"/>
                  </a:cubicBezTo>
                  <a:cubicBezTo>
                    <a:pt x="26022" y="17683"/>
                    <a:pt x="25587" y="16827"/>
                    <a:pt x="24978" y="16044"/>
                  </a:cubicBezTo>
                  <a:cubicBezTo>
                    <a:pt x="24688" y="15666"/>
                    <a:pt x="24398" y="15304"/>
                    <a:pt x="24093" y="14927"/>
                  </a:cubicBezTo>
                  <a:cubicBezTo>
                    <a:pt x="22817" y="13346"/>
                    <a:pt x="21627" y="11837"/>
                    <a:pt x="21279" y="10358"/>
                  </a:cubicBezTo>
                  <a:cubicBezTo>
                    <a:pt x="19959" y="4483"/>
                    <a:pt x="13940" y="857"/>
                    <a:pt x="13069" y="364"/>
                  </a:cubicBezTo>
                  <a:lnTo>
                    <a:pt x="13040" y="364"/>
                  </a:lnTo>
                  <a:cubicBezTo>
                    <a:pt x="13026" y="364"/>
                    <a:pt x="13026" y="349"/>
                    <a:pt x="13011" y="349"/>
                  </a:cubicBezTo>
                  <a:cubicBezTo>
                    <a:pt x="12997" y="349"/>
                    <a:pt x="12997" y="335"/>
                    <a:pt x="12968" y="335"/>
                  </a:cubicBezTo>
                  <a:cubicBezTo>
                    <a:pt x="12881" y="277"/>
                    <a:pt x="12779" y="233"/>
                    <a:pt x="12663" y="189"/>
                  </a:cubicBezTo>
                  <a:cubicBezTo>
                    <a:pt x="12649" y="160"/>
                    <a:pt x="12605" y="160"/>
                    <a:pt x="12591" y="146"/>
                  </a:cubicBezTo>
                  <a:cubicBezTo>
                    <a:pt x="12489" y="117"/>
                    <a:pt x="12373" y="73"/>
                    <a:pt x="12272" y="59"/>
                  </a:cubicBezTo>
                  <a:cubicBezTo>
                    <a:pt x="12228" y="59"/>
                    <a:pt x="12214" y="44"/>
                    <a:pt x="12170" y="44"/>
                  </a:cubicBezTo>
                  <a:cubicBezTo>
                    <a:pt x="12083" y="15"/>
                    <a:pt x="11981" y="1"/>
                    <a:pt x="118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5"/>
            <p:cNvSpPr/>
            <p:nvPr/>
          </p:nvSpPr>
          <p:spPr>
            <a:xfrm>
              <a:off x="3541800" y="1140225"/>
              <a:ext cx="1021750" cy="1094750"/>
            </a:xfrm>
            <a:custGeom>
              <a:rect b="b" l="l" r="r" t="t"/>
              <a:pathLst>
                <a:path extrusionOk="0" h="43790" w="40870">
                  <a:moveTo>
                    <a:pt x="22572" y="0"/>
                  </a:moveTo>
                  <a:cubicBezTo>
                    <a:pt x="11637" y="0"/>
                    <a:pt x="0" y="10492"/>
                    <a:pt x="6275" y="27359"/>
                  </a:cubicBezTo>
                  <a:cubicBezTo>
                    <a:pt x="10507" y="38774"/>
                    <a:pt x="17998" y="43789"/>
                    <a:pt x="25020" y="43789"/>
                  </a:cubicBezTo>
                  <a:cubicBezTo>
                    <a:pt x="28732" y="43789"/>
                    <a:pt x="32313" y="42388"/>
                    <a:pt x="35213" y="39790"/>
                  </a:cubicBezTo>
                  <a:cubicBezTo>
                    <a:pt x="38665" y="36686"/>
                    <a:pt x="40579" y="32218"/>
                    <a:pt x="40695" y="27562"/>
                  </a:cubicBezTo>
                  <a:cubicBezTo>
                    <a:pt x="40870" y="21180"/>
                    <a:pt x="39956" y="9256"/>
                    <a:pt x="31818" y="3019"/>
                  </a:cubicBezTo>
                  <a:cubicBezTo>
                    <a:pt x="29149" y="968"/>
                    <a:pt x="25893" y="0"/>
                    <a:pt x="22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5"/>
            <p:cNvSpPr/>
            <p:nvPr/>
          </p:nvSpPr>
          <p:spPr>
            <a:xfrm>
              <a:off x="3821950" y="1397000"/>
              <a:ext cx="99400" cy="144350"/>
            </a:xfrm>
            <a:custGeom>
              <a:rect b="b" l="l" r="r" t="t"/>
              <a:pathLst>
                <a:path extrusionOk="0" h="5774" w="3976">
                  <a:moveTo>
                    <a:pt x="2350" y="958"/>
                  </a:moveTo>
                  <a:cubicBezTo>
                    <a:pt x="2467" y="958"/>
                    <a:pt x="2568" y="987"/>
                    <a:pt x="2655" y="1089"/>
                  </a:cubicBezTo>
                  <a:cubicBezTo>
                    <a:pt x="2771" y="1161"/>
                    <a:pt x="2844" y="1263"/>
                    <a:pt x="2916" y="1408"/>
                  </a:cubicBezTo>
                  <a:cubicBezTo>
                    <a:pt x="2974" y="1538"/>
                    <a:pt x="3003" y="1683"/>
                    <a:pt x="3003" y="1843"/>
                  </a:cubicBezTo>
                  <a:cubicBezTo>
                    <a:pt x="3003" y="1988"/>
                    <a:pt x="2989" y="2133"/>
                    <a:pt x="2916" y="2278"/>
                  </a:cubicBezTo>
                  <a:cubicBezTo>
                    <a:pt x="2844" y="2423"/>
                    <a:pt x="2757" y="2539"/>
                    <a:pt x="2655" y="2626"/>
                  </a:cubicBezTo>
                  <a:cubicBezTo>
                    <a:pt x="2554" y="2713"/>
                    <a:pt x="2467" y="2757"/>
                    <a:pt x="2350" y="2757"/>
                  </a:cubicBezTo>
                  <a:lnTo>
                    <a:pt x="2350" y="2771"/>
                  </a:lnTo>
                  <a:lnTo>
                    <a:pt x="914" y="2771"/>
                  </a:lnTo>
                  <a:lnTo>
                    <a:pt x="914" y="958"/>
                  </a:lnTo>
                  <a:close/>
                  <a:moveTo>
                    <a:pt x="508" y="1"/>
                  </a:moveTo>
                  <a:cubicBezTo>
                    <a:pt x="363" y="1"/>
                    <a:pt x="233" y="44"/>
                    <a:pt x="146" y="146"/>
                  </a:cubicBezTo>
                  <a:cubicBezTo>
                    <a:pt x="44" y="247"/>
                    <a:pt x="1" y="363"/>
                    <a:pt x="1" y="509"/>
                  </a:cubicBezTo>
                  <a:lnTo>
                    <a:pt x="1" y="5266"/>
                  </a:lnTo>
                  <a:cubicBezTo>
                    <a:pt x="1" y="5411"/>
                    <a:pt x="30" y="5542"/>
                    <a:pt x="117" y="5629"/>
                  </a:cubicBezTo>
                  <a:cubicBezTo>
                    <a:pt x="218" y="5716"/>
                    <a:pt x="320" y="5774"/>
                    <a:pt x="465" y="5774"/>
                  </a:cubicBezTo>
                  <a:cubicBezTo>
                    <a:pt x="610" y="5774"/>
                    <a:pt x="726" y="5716"/>
                    <a:pt x="813" y="5629"/>
                  </a:cubicBezTo>
                  <a:cubicBezTo>
                    <a:pt x="900" y="5527"/>
                    <a:pt x="944" y="5411"/>
                    <a:pt x="944" y="5266"/>
                  </a:cubicBezTo>
                  <a:lnTo>
                    <a:pt x="944" y="3714"/>
                  </a:lnTo>
                  <a:lnTo>
                    <a:pt x="2350" y="3714"/>
                  </a:lnTo>
                  <a:cubicBezTo>
                    <a:pt x="2641" y="3714"/>
                    <a:pt x="2902" y="3613"/>
                    <a:pt x="3148" y="3453"/>
                  </a:cubicBezTo>
                  <a:cubicBezTo>
                    <a:pt x="3380" y="3293"/>
                    <a:pt x="3598" y="3061"/>
                    <a:pt x="3743" y="2786"/>
                  </a:cubicBezTo>
                  <a:cubicBezTo>
                    <a:pt x="3917" y="2510"/>
                    <a:pt x="3975" y="2206"/>
                    <a:pt x="3975" y="1857"/>
                  </a:cubicBezTo>
                  <a:cubicBezTo>
                    <a:pt x="3975" y="1524"/>
                    <a:pt x="3888" y="1190"/>
                    <a:pt x="3743" y="915"/>
                  </a:cubicBezTo>
                  <a:cubicBezTo>
                    <a:pt x="3598" y="625"/>
                    <a:pt x="3409" y="407"/>
                    <a:pt x="3148" y="247"/>
                  </a:cubicBezTo>
                  <a:cubicBezTo>
                    <a:pt x="2902" y="88"/>
                    <a:pt x="2641" y="1"/>
                    <a:pt x="2350" y="1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5"/>
            <p:cNvSpPr/>
            <p:nvPr/>
          </p:nvSpPr>
          <p:spPr>
            <a:xfrm>
              <a:off x="3944525" y="1397000"/>
              <a:ext cx="92125" cy="143275"/>
            </a:xfrm>
            <a:custGeom>
              <a:rect b="b" l="l" r="r" t="t"/>
              <a:pathLst>
                <a:path extrusionOk="0" h="5731" w="3685">
                  <a:moveTo>
                    <a:pt x="537" y="1"/>
                  </a:moveTo>
                  <a:cubicBezTo>
                    <a:pt x="363" y="1"/>
                    <a:pt x="247" y="44"/>
                    <a:pt x="145" y="146"/>
                  </a:cubicBezTo>
                  <a:cubicBezTo>
                    <a:pt x="58" y="247"/>
                    <a:pt x="0" y="363"/>
                    <a:pt x="0" y="509"/>
                  </a:cubicBezTo>
                  <a:lnTo>
                    <a:pt x="0" y="5208"/>
                  </a:lnTo>
                  <a:cubicBezTo>
                    <a:pt x="0" y="5368"/>
                    <a:pt x="58" y="5484"/>
                    <a:pt x="145" y="5571"/>
                  </a:cubicBezTo>
                  <a:cubicBezTo>
                    <a:pt x="261" y="5672"/>
                    <a:pt x="363" y="5730"/>
                    <a:pt x="508" y="5730"/>
                  </a:cubicBezTo>
                  <a:lnTo>
                    <a:pt x="3177" y="5730"/>
                  </a:lnTo>
                  <a:cubicBezTo>
                    <a:pt x="3322" y="5730"/>
                    <a:pt x="3453" y="5687"/>
                    <a:pt x="3540" y="5600"/>
                  </a:cubicBezTo>
                  <a:cubicBezTo>
                    <a:pt x="3627" y="5513"/>
                    <a:pt x="3685" y="5397"/>
                    <a:pt x="3685" y="5252"/>
                  </a:cubicBezTo>
                  <a:cubicBezTo>
                    <a:pt x="3685" y="5107"/>
                    <a:pt x="3627" y="5005"/>
                    <a:pt x="3540" y="4904"/>
                  </a:cubicBezTo>
                  <a:cubicBezTo>
                    <a:pt x="3438" y="4817"/>
                    <a:pt x="3322" y="4788"/>
                    <a:pt x="3177" y="4788"/>
                  </a:cubicBezTo>
                  <a:lnTo>
                    <a:pt x="1016" y="4788"/>
                  </a:lnTo>
                  <a:lnTo>
                    <a:pt x="1016" y="509"/>
                  </a:lnTo>
                  <a:cubicBezTo>
                    <a:pt x="1016" y="363"/>
                    <a:pt x="987" y="233"/>
                    <a:pt x="871" y="146"/>
                  </a:cubicBezTo>
                  <a:cubicBezTo>
                    <a:pt x="784" y="44"/>
                    <a:pt x="653" y="1"/>
                    <a:pt x="537" y="1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5"/>
            <p:cNvSpPr/>
            <p:nvPr/>
          </p:nvSpPr>
          <p:spPr>
            <a:xfrm>
              <a:off x="4046775" y="1395825"/>
              <a:ext cx="126225" cy="145525"/>
            </a:xfrm>
            <a:custGeom>
              <a:rect b="b" l="l" r="r" t="t"/>
              <a:pathLst>
                <a:path extrusionOk="0" h="5821" w="5049">
                  <a:moveTo>
                    <a:pt x="2512" y="1629"/>
                  </a:moveTo>
                  <a:lnTo>
                    <a:pt x="3337" y="3558"/>
                  </a:lnTo>
                  <a:lnTo>
                    <a:pt x="1694" y="3558"/>
                  </a:lnTo>
                  <a:lnTo>
                    <a:pt x="2512" y="1629"/>
                  </a:lnTo>
                  <a:close/>
                  <a:moveTo>
                    <a:pt x="2496" y="1"/>
                  </a:moveTo>
                  <a:cubicBezTo>
                    <a:pt x="2408" y="1"/>
                    <a:pt x="2336" y="29"/>
                    <a:pt x="2264" y="77"/>
                  </a:cubicBezTo>
                  <a:cubicBezTo>
                    <a:pt x="2177" y="135"/>
                    <a:pt x="2104" y="222"/>
                    <a:pt x="2061" y="338"/>
                  </a:cubicBezTo>
                  <a:lnTo>
                    <a:pt x="15" y="5226"/>
                  </a:lnTo>
                  <a:cubicBezTo>
                    <a:pt x="1" y="5284"/>
                    <a:pt x="1" y="5342"/>
                    <a:pt x="1" y="5386"/>
                  </a:cubicBezTo>
                  <a:cubicBezTo>
                    <a:pt x="1" y="5516"/>
                    <a:pt x="30" y="5603"/>
                    <a:pt x="102" y="5705"/>
                  </a:cubicBezTo>
                  <a:cubicBezTo>
                    <a:pt x="175" y="5792"/>
                    <a:pt x="291" y="5821"/>
                    <a:pt x="436" y="5821"/>
                  </a:cubicBezTo>
                  <a:cubicBezTo>
                    <a:pt x="523" y="5821"/>
                    <a:pt x="610" y="5792"/>
                    <a:pt x="683" y="5734"/>
                  </a:cubicBezTo>
                  <a:cubicBezTo>
                    <a:pt x="770" y="5676"/>
                    <a:pt x="828" y="5603"/>
                    <a:pt x="871" y="5502"/>
                  </a:cubicBezTo>
                  <a:lnTo>
                    <a:pt x="1295" y="4501"/>
                  </a:lnTo>
                  <a:lnTo>
                    <a:pt x="3740" y="4501"/>
                  </a:lnTo>
                  <a:lnTo>
                    <a:pt x="4149" y="5458"/>
                  </a:lnTo>
                  <a:cubicBezTo>
                    <a:pt x="4178" y="5574"/>
                    <a:pt x="4251" y="5661"/>
                    <a:pt x="4323" y="5719"/>
                  </a:cubicBezTo>
                  <a:cubicBezTo>
                    <a:pt x="4425" y="5777"/>
                    <a:pt x="4512" y="5806"/>
                    <a:pt x="4599" y="5806"/>
                  </a:cubicBezTo>
                  <a:cubicBezTo>
                    <a:pt x="4715" y="5806"/>
                    <a:pt x="4817" y="5777"/>
                    <a:pt x="4904" y="5676"/>
                  </a:cubicBezTo>
                  <a:cubicBezTo>
                    <a:pt x="5005" y="5603"/>
                    <a:pt x="5049" y="5487"/>
                    <a:pt x="5049" y="5342"/>
                  </a:cubicBezTo>
                  <a:cubicBezTo>
                    <a:pt x="5049" y="5284"/>
                    <a:pt x="5049" y="5212"/>
                    <a:pt x="5020" y="5139"/>
                  </a:cubicBezTo>
                  <a:lnTo>
                    <a:pt x="3003" y="338"/>
                  </a:lnTo>
                  <a:cubicBezTo>
                    <a:pt x="2974" y="236"/>
                    <a:pt x="2916" y="149"/>
                    <a:pt x="2829" y="91"/>
                  </a:cubicBezTo>
                  <a:cubicBezTo>
                    <a:pt x="2728" y="48"/>
                    <a:pt x="2641" y="4"/>
                    <a:pt x="2554" y="4"/>
                  </a:cubicBezTo>
                  <a:cubicBezTo>
                    <a:pt x="2534" y="2"/>
                    <a:pt x="2515" y="1"/>
                    <a:pt x="2496" y="1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4191100" y="1397000"/>
              <a:ext cx="120425" cy="143625"/>
            </a:xfrm>
            <a:custGeom>
              <a:rect b="b" l="l" r="r" t="t"/>
              <a:pathLst>
                <a:path extrusionOk="0" h="5745" w="4817">
                  <a:moveTo>
                    <a:pt x="509" y="1"/>
                  </a:moveTo>
                  <a:cubicBezTo>
                    <a:pt x="363" y="1"/>
                    <a:pt x="247" y="44"/>
                    <a:pt x="146" y="146"/>
                  </a:cubicBezTo>
                  <a:cubicBezTo>
                    <a:pt x="59" y="247"/>
                    <a:pt x="1" y="363"/>
                    <a:pt x="1" y="509"/>
                  </a:cubicBezTo>
                  <a:lnTo>
                    <a:pt x="1" y="5266"/>
                  </a:lnTo>
                  <a:cubicBezTo>
                    <a:pt x="1" y="5397"/>
                    <a:pt x="44" y="5513"/>
                    <a:pt x="131" y="5600"/>
                  </a:cubicBezTo>
                  <a:cubicBezTo>
                    <a:pt x="218" y="5687"/>
                    <a:pt x="334" y="5730"/>
                    <a:pt x="465" y="5730"/>
                  </a:cubicBezTo>
                  <a:cubicBezTo>
                    <a:pt x="581" y="5730"/>
                    <a:pt x="697" y="5687"/>
                    <a:pt x="784" y="5600"/>
                  </a:cubicBezTo>
                  <a:cubicBezTo>
                    <a:pt x="871" y="5513"/>
                    <a:pt x="915" y="5397"/>
                    <a:pt x="915" y="5266"/>
                  </a:cubicBezTo>
                  <a:lnTo>
                    <a:pt x="915" y="1772"/>
                  </a:lnTo>
                  <a:lnTo>
                    <a:pt x="3917" y="5600"/>
                  </a:lnTo>
                  <a:cubicBezTo>
                    <a:pt x="3961" y="5658"/>
                    <a:pt x="4019" y="5687"/>
                    <a:pt x="4091" y="5701"/>
                  </a:cubicBezTo>
                  <a:cubicBezTo>
                    <a:pt x="4164" y="5730"/>
                    <a:pt x="4236" y="5745"/>
                    <a:pt x="4309" y="5745"/>
                  </a:cubicBezTo>
                  <a:cubicBezTo>
                    <a:pt x="4454" y="5745"/>
                    <a:pt x="4570" y="5687"/>
                    <a:pt x="4671" y="5600"/>
                  </a:cubicBezTo>
                  <a:cubicBezTo>
                    <a:pt x="4759" y="5484"/>
                    <a:pt x="4817" y="5382"/>
                    <a:pt x="4817" y="5237"/>
                  </a:cubicBezTo>
                  <a:lnTo>
                    <a:pt x="4817" y="450"/>
                  </a:lnTo>
                  <a:cubicBezTo>
                    <a:pt x="4817" y="320"/>
                    <a:pt x="4773" y="204"/>
                    <a:pt x="4686" y="117"/>
                  </a:cubicBezTo>
                  <a:cubicBezTo>
                    <a:pt x="4599" y="30"/>
                    <a:pt x="4483" y="1"/>
                    <a:pt x="4352" y="1"/>
                  </a:cubicBezTo>
                  <a:cubicBezTo>
                    <a:pt x="4236" y="1"/>
                    <a:pt x="4120" y="30"/>
                    <a:pt x="4033" y="102"/>
                  </a:cubicBezTo>
                  <a:cubicBezTo>
                    <a:pt x="3946" y="189"/>
                    <a:pt x="3903" y="305"/>
                    <a:pt x="3903" y="421"/>
                  </a:cubicBezTo>
                  <a:lnTo>
                    <a:pt x="3903" y="3964"/>
                  </a:lnTo>
                  <a:lnTo>
                    <a:pt x="929" y="160"/>
                  </a:lnTo>
                  <a:cubicBezTo>
                    <a:pt x="900" y="102"/>
                    <a:pt x="842" y="59"/>
                    <a:pt x="755" y="30"/>
                  </a:cubicBezTo>
                  <a:cubicBezTo>
                    <a:pt x="683" y="15"/>
                    <a:pt x="581" y="1"/>
                    <a:pt x="509" y="1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5"/>
            <p:cNvSpPr/>
            <p:nvPr/>
          </p:nvSpPr>
          <p:spPr>
            <a:xfrm>
              <a:off x="4332525" y="1397000"/>
              <a:ext cx="116800" cy="143625"/>
            </a:xfrm>
            <a:custGeom>
              <a:rect b="b" l="l" r="r" t="t"/>
              <a:pathLst>
                <a:path extrusionOk="0" h="5745" w="4672">
                  <a:moveTo>
                    <a:pt x="509" y="1"/>
                  </a:moveTo>
                  <a:cubicBezTo>
                    <a:pt x="363" y="1"/>
                    <a:pt x="247" y="30"/>
                    <a:pt x="146" y="117"/>
                  </a:cubicBezTo>
                  <a:cubicBezTo>
                    <a:pt x="59" y="218"/>
                    <a:pt x="1" y="320"/>
                    <a:pt x="1" y="465"/>
                  </a:cubicBezTo>
                  <a:cubicBezTo>
                    <a:pt x="1" y="610"/>
                    <a:pt x="59" y="726"/>
                    <a:pt x="146" y="813"/>
                  </a:cubicBezTo>
                  <a:cubicBezTo>
                    <a:pt x="262" y="900"/>
                    <a:pt x="363" y="944"/>
                    <a:pt x="509" y="944"/>
                  </a:cubicBezTo>
                  <a:lnTo>
                    <a:pt x="1799" y="944"/>
                  </a:lnTo>
                  <a:lnTo>
                    <a:pt x="1799" y="5237"/>
                  </a:lnTo>
                  <a:cubicBezTo>
                    <a:pt x="1799" y="5382"/>
                    <a:pt x="1857" y="5513"/>
                    <a:pt x="1945" y="5600"/>
                  </a:cubicBezTo>
                  <a:cubicBezTo>
                    <a:pt x="2061" y="5687"/>
                    <a:pt x="2177" y="5745"/>
                    <a:pt x="2322" y="5745"/>
                  </a:cubicBezTo>
                  <a:cubicBezTo>
                    <a:pt x="2467" y="5745"/>
                    <a:pt x="2597" y="5687"/>
                    <a:pt x="2728" y="5600"/>
                  </a:cubicBezTo>
                  <a:cubicBezTo>
                    <a:pt x="2815" y="5484"/>
                    <a:pt x="2873" y="5382"/>
                    <a:pt x="2873" y="5237"/>
                  </a:cubicBezTo>
                  <a:lnTo>
                    <a:pt x="2873" y="944"/>
                  </a:lnTo>
                  <a:lnTo>
                    <a:pt x="4164" y="944"/>
                  </a:lnTo>
                  <a:cubicBezTo>
                    <a:pt x="4309" y="944"/>
                    <a:pt x="4425" y="900"/>
                    <a:pt x="4526" y="813"/>
                  </a:cubicBezTo>
                  <a:cubicBezTo>
                    <a:pt x="4613" y="726"/>
                    <a:pt x="4671" y="610"/>
                    <a:pt x="4671" y="465"/>
                  </a:cubicBezTo>
                  <a:cubicBezTo>
                    <a:pt x="4671" y="320"/>
                    <a:pt x="4613" y="218"/>
                    <a:pt x="4526" y="117"/>
                  </a:cubicBezTo>
                  <a:cubicBezTo>
                    <a:pt x="4410" y="30"/>
                    <a:pt x="4309" y="1"/>
                    <a:pt x="4164" y="1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3855675" y="1606975"/>
              <a:ext cx="136750" cy="144350"/>
            </a:xfrm>
            <a:custGeom>
              <a:rect b="b" l="l" r="r" t="t"/>
              <a:pathLst>
                <a:path extrusionOk="0" h="5774" w="5470">
                  <a:moveTo>
                    <a:pt x="4961" y="0"/>
                  </a:moveTo>
                  <a:cubicBezTo>
                    <a:pt x="4787" y="0"/>
                    <a:pt x="4671" y="73"/>
                    <a:pt x="4555" y="218"/>
                  </a:cubicBezTo>
                  <a:lnTo>
                    <a:pt x="2713" y="2961"/>
                  </a:lnTo>
                  <a:lnTo>
                    <a:pt x="2713" y="2961"/>
                  </a:lnTo>
                  <a:lnTo>
                    <a:pt x="929" y="232"/>
                  </a:lnTo>
                  <a:cubicBezTo>
                    <a:pt x="871" y="160"/>
                    <a:pt x="813" y="102"/>
                    <a:pt x="726" y="58"/>
                  </a:cubicBezTo>
                  <a:cubicBezTo>
                    <a:pt x="653" y="29"/>
                    <a:pt x="566" y="15"/>
                    <a:pt x="494" y="15"/>
                  </a:cubicBezTo>
                  <a:cubicBezTo>
                    <a:pt x="349" y="15"/>
                    <a:pt x="218" y="58"/>
                    <a:pt x="146" y="174"/>
                  </a:cubicBezTo>
                  <a:cubicBezTo>
                    <a:pt x="59" y="261"/>
                    <a:pt x="1" y="363"/>
                    <a:pt x="1" y="508"/>
                  </a:cubicBezTo>
                  <a:lnTo>
                    <a:pt x="1" y="5266"/>
                  </a:lnTo>
                  <a:cubicBezTo>
                    <a:pt x="1" y="5411"/>
                    <a:pt x="44" y="5541"/>
                    <a:pt x="131" y="5628"/>
                  </a:cubicBezTo>
                  <a:cubicBezTo>
                    <a:pt x="218" y="5715"/>
                    <a:pt x="334" y="5773"/>
                    <a:pt x="479" y="5773"/>
                  </a:cubicBezTo>
                  <a:cubicBezTo>
                    <a:pt x="624" y="5773"/>
                    <a:pt x="726" y="5715"/>
                    <a:pt x="813" y="5628"/>
                  </a:cubicBezTo>
                  <a:cubicBezTo>
                    <a:pt x="914" y="5512"/>
                    <a:pt x="943" y="5411"/>
                    <a:pt x="943" y="5266"/>
                  </a:cubicBezTo>
                  <a:lnTo>
                    <a:pt x="943" y="1897"/>
                  </a:lnTo>
                  <a:lnTo>
                    <a:pt x="2292" y="4033"/>
                  </a:lnTo>
                  <a:cubicBezTo>
                    <a:pt x="2336" y="4105"/>
                    <a:pt x="2394" y="4163"/>
                    <a:pt x="2467" y="4192"/>
                  </a:cubicBezTo>
                  <a:cubicBezTo>
                    <a:pt x="2539" y="4236"/>
                    <a:pt x="2612" y="4250"/>
                    <a:pt x="2684" y="4250"/>
                  </a:cubicBezTo>
                  <a:cubicBezTo>
                    <a:pt x="2757" y="4250"/>
                    <a:pt x="2829" y="4236"/>
                    <a:pt x="2902" y="4192"/>
                  </a:cubicBezTo>
                  <a:cubicBezTo>
                    <a:pt x="2974" y="4134"/>
                    <a:pt x="3032" y="4091"/>
                    <a:pt x="3090" y="4033"/>
                  </a:cubicBezTo>
                  <a:lnTo>
                    <a:pt x="4425" y="1990"/>
                  </a:lnTo>
                  <a:lnTo>
                    <a:pt x="4425" y="5266"/>
                  </a:lnTo>
                  <a:cubicBezTo>
                    <a:pt x="4425" y="5411"/>
                    <a:pt x="4483" y="5541"/>
                    <a:pt x="4570" y="5628"/>
                  </a:cubicBezTo>
                  <a:cubicBezTo>
                    <a:pt x="4686" y="5715"/>
                    <a:pt x="4816" y="5773"/>
                    <a:pt x="4961" y="5773"/>
                  </a:cubicBezTo>
                  <a:cubicBezTo>
                    <a:pt x="5106" y="5773"/>
                    <a:pt x="5222" y="5715"/>
                    <a:pt x="5324" y="5628"/>
                  </a:cubicBezTo>
                  <a:cubicBezTo>
                    <a:pt x="5411" y="5512"/>
                    <a:pt x="5469" y="5411"/>
                    <a:pt x="5469" y="5266"/>
                  </a:cubicBezTo>
                  <a:lnTo>
                    <a:pt x="5469" y="508"/>
                  </a:lnTo>
                  <a:cubicBezTo>
                    <a:pt x="5469" y="363"/>
                    <a:pt x="5411" y="247"/>
                    <a:pt x="5295" y="145"/>
                  </a:cubicBezTo>
                  <a:cubicBezTo>
                    <a:pt x="5208" y="58"/>
                    <a:pt x="5077" y="0"/>
                    <a:pt x="4961" y="0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4015225" y="1605525"/>
              <a:ext cx="139650" cy="147600"/>
            </a:xfrm>
            <a:custGeom>
              <a:rect b="b" l="l" r="r" t="t"/>
              <a:pathLst>
                <a:path extrusionOk="0" h="5904" w="5586">
                  <a:moveTo>
                    <a:pt x="2815" y="987"/>
                  </a:moveTo>
                  <a:cubicBezTo>
                    <a:pt x="3148" y="987"/>
                    <a:pt x="3453" y="1059"/>
                    <a:pt x="3700" y="1248"/>
                  </a:cubicBezTo>
                  <a:cubicBezTo>
                    <a:pt x="3961" y="1422"/>
                    <a:pt x="4164" y="1654"/>
                    <a:pt x="4309" y="1958"/>
                  </a:cubicBezTo>
                  <a:cubicBezTo>
                    <a:pt x="4454" y="2249"/>
                    <a:pt x="4526" y="2582"/>
                    <a:pt x="4526" y="2945"/>
                  </a:cubicBezTo>
                  <a:cubicBezTo>
                    <a:pt x="4526" y="3307"/>
                    <a:pt x="4454" y="3641"/>
                    <a:pt x="4309" y="3946"/>
                  </a:cubicBezTo>
                  <a:cubicBezTo>
                    <a:pt x="4164" y="4236"/>
                    <a:pt x="3961" y="4468"/>
                    <a:pt x="3700" y="4656"/>
                  </a:cubicBezTo>
                  <a:cubicBezTo>
                    <a:pt x="3453" y="4816"/>
                    <a:pt x="3148" y="4903"/>
                    <a:pt x="2815" y="4903"/>
                  </a:cubicBezTo>
                  <a:cubicBezTo>
                    <a:pt x="2496" y="4903"/>
                    <a:pt x="2177" y="4830"/>
                    <a:pt x="1930" y="4656"/>
                  </a:cubicBezTo>
                  <a:cubicBezTo>
                    <a:pt x="1669" y="4468"/>
                    <a:pt x="1480" y="4236"/>
                    <a:pt x="1335" y="3946"/>
                  </a:cubicBezTo>
                  <a:cubicBezTo>
                    <a:pt x="1190" y="3656"/>
                    <a:pt x="1118" y="3307"/>
                    <a:pt x="1118" y="2945"/>
                  </a:cubicBezTo>
                  <a:cubicBezTo>
                    <a:pt x="1118" y="2582"/>
                    <a:pt x="1190" y="2234"/>
                    <a:pt x="1335" y="1958"/>
                  </a:cubicBezTo>
                  <a:cubicBezTo>
                    <a:pt x="1480" y="1668"/>
                    <a:pt x="1669" y="1422"/>
                    <a:pt x="1930" y="1248"/>
                  </a:cubicBezTo>
                  <a:cubicBezTo>
                    <a:pt x="2177" y="1088"/>
                    <a:pt x="2496" y="987"/>
                    <a:pt x="2815" y="987"/>
                  </a:cubicBezTo>
                  <a:close/>
                  <a:moveTo>
                    <a:pt x="2800" y="0"/>
                  </a:moveTo>
                  <a:cubicBezTo>
                    <a:pt x="2380" y="0"/>
                    <a:pt x="2017" y="87"/>
                    <a:pt x="1669" y="232"/>
                  </a:cubicBezTo>
                  <a:cubicBezTo>
                    <a:pt x="1321" y="377"/>
                    <a:pt x="1031" y="595"/>
                    <a:pt x="784" y="871"/>
                  </a:cubicBezTo>
                  <a:cubicBezTo>
                    <a:pt x="523" y="1132"/>
                    <a:pt x="349" y="1451"/>
                    <a:pt x="204" y="1813"/>
                  </a:cubicBezTo>
                  <a:cubicBezTo>
                    <a:pt x="73" y="2147"/>
                    <a:pt x="1" y="2539"/>
                    <a:pt x="1" y="2945"/>
                  </a:cubicBezTo>
                  <a:cubicBezTo>
                    <a:pt x="1" y="3351"/>
                    <a:pt x="59" y="3728"/>
                    <a:pt x="204" y="4091"/>
                  </a:cubicBezTo>
                  <a:cubicBezTo>
                    <a:pt x="349" y="4453"/>
                    <a:pt x="538" y="4758"/>
                    <a:pt x="784" y="5034"/>
                  </a:cubicBezTo>
                  <a:cubicBezTo>
                    <a:pt x="1031" y="5309"/>
                    <a:pt x="1321" y="5498"/>
                    <a:pt x="1669" y="5672"/>
                  </a:cubicBezTo>
                  <a:cubicBezTo>
                    <a:pt x="2017" y="5831"/>
                    <a:pt x="2380" y="5904"/>
                    <a:pt x="2800" y="5904"/>
                  </a:cubicBezTo>
                  <a:cubicBezTo>
                    <a:pt x="3221" y="5904"/>
                    <a:pt x="3584" y="5817"/>
                    <a:pt x="3917" y="5672"/>
                  </a:cubicBezTo>
                  <a:cubicBezTo>
                    <a:pt x="4265" y="5527"/>
                    <a:pt x="4555" y="5309"/>
                    <a:pt x="4817" y="5034"/>
                  </a:cubicBezTo>
                  <a:cubicBezTo>
                    <a:pt x="5063" y="4758"/>
                    <a:pt x="5252" y="4453"/>
                    <a:pt x="5397" y="4091"/>
                  </a:cubicBezTo>
                  <a:cubicBezTo>
                    <a:pt x="5513" y="3743"/>
                    <a:pt x="5585" y="3365"/>
                    <a:pt x="5585" y="2945"/>
                  </a:cubicBezTo>
                  <a:cubicBezTo>
                    <a:pt x="5585" y="2539"/>
                    <a:pt x="5513" y="2147"/>
                    <a:pt x="5397" y="1813"/>
                  </a:cubicBezTo>
                  <a:cubicBezTo>
                    <a:pt x="5252" y="1451"/>
                    <a:pt x="5063" y="1132"/>
                    <a:pt x="4817" y="871"/>
                  </a:cubicBezTo>
                  <a:cubicBezTo>
                    <a:pt x="4555" y="595"/>
                    <a:pt x="4265" y="377"/>
                    <a:pt x="3917" y="232"/>
                  </a:cubicBezTo>
                  <a:cubicBezTo>
                    <a:pt x="3569" y="58"/>
                    <a:pt x="3221" y="0"/>
                    <a:pt x="2800" y="0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4178425" y="1606975"/>
              <a:ext cx="118950" cy="143975"/>
            </a:xfrm>
            <a:custGeom>
              <a:rect b="b" l="l" r="r" t="t"/>
              <a:pathLst>
                <a:path extrusionOk="0" h="5759" w="4758">
                  <a:moveTo>
                    <a:pt x="2814" y="987"/>
                  </a:moveTo>
                  <a:cubicBezTo>
                    <a:pt x="2959" y="987"/>
                    <a:pt x="3104" y="1059"/>
                    <a:pt x="3235" y="1219"/>
                  </a:cubicBezTo>
                  <a:cubicBezTo>
                    <a:pt x="3365" y="1393"/>
                    <a:pt x="3438" y="1581"/>
                    <a:pt x="3438" y="1828"/>
                  </a:cubicBezTo>
                  <a:cubicBezTo>
                    <a:pt x="3438" y="2002"/>
                    <a:pt x="3394" y="2162"/>
                    <a:pt x="3336" y="2336"/>
                  </a:cubicBezTo>
                  <a:cubicBezTo>
                    <a:pt x="3264" y="2481"/>
                    <a:pt x="3191" y="2597"/>
                    <a:pt x="3104" y="2698"/>
                  </a:cubicBezTo>
                  <a:cubicBezTo>
                    <a:pt x="3017" y="2785"/>
                    <a:pt x="2901" y="2814"/>
                    <a:pt x="2814" y="2814"/>
                  </a:cubicBezTo>
                  <a:lnTo>
                    <a:pt x="1016" y="2814"/>
                  </a:lnTo>
                  <a:lnTo>
                    <a:pt x="1016" y="987"/>
                  </a:lnTo>
                  <a:close/>
                  <a:moveTo>
                    <a:pt x="508" y="0"/>
                  </a:moveTo>
                  <a:cubicBezTo>
                    <a:pt x="363" y="0"/>
                    <a:pt x="247" y="58"/>
                    <a:pt x="145" y="145"/>
                  </a:cubicBezTo>
                  <a:cubicBezTo>
                    <a:pt x="58" y="261"/>
                    <a:pt x="0" y="363"/>
                    <a:pt x="0" y="508"/>
                  </a:cubicBezTo>
                  <a:lnTo>
                    <a:pt x="0" y="5251"/>
                  </a:lnTo>
                  <a:cubicBezTo>
                    <a:pt x="0" y="5396"/>
                    <a:pt x="58" y="5527"/>
                    <a:pt x="189" y="5614"/>
                  </a:cubicBezTo>
                  <a:cubicBezTo>
                    <a:pt x="319" y="5701"/>
                    <a:pt x="464" y="5759"/>
                    <a:pt x="609" y="5759"/>
                  </a:cubicBezTo>
                  <a:cubicBezTo>
                    <a:pt x="725" y="5759"/>
                    <a:pt x="841" y="5701"/>
                    <a:pt x="914" y="5614"/>
                  </a:cubicBezTo>
                  <a:cubicBezTo>
                    <a:pt x="987" y="5498"/>
                    <a:pt x="1016" y="5396"/>
                    <a:pt x="1016" y="5251"/>
                  </a:cubicBezTo>
                  <a:lnTo>
                    <a:pt x="1016" y="3656"/>
                  </a:lnTo>
                  <a:lnTo>
                    <a:pt x="2539" y="3656"/>
                  </a:lnTo>
                  <a:cubicBezTo>
                    <a:pt x="2669" y="3656"/>
                    <a:pt x="2785" y="3656"/>
                    <a:pt x="2872" y="3685"/>
                  </a:cubicBezTo>
                  <a:cubicBezTo>
                    <a:pt x="2959" y="3699"/>
                    <a:pt x="3032" y="3757"/>
                    <a:pt x="3104" y="3815"/>
                  </a:cubicBezTo>
                  <a:cubicBezTo>
                    <a:pt x="3177" y="3873"/>
                    <a:pt x="3206" y="3946"/>
                    <a:pt x="3249" y="4018"/>
                  </a:cubicBezTo>
                  <a:cubicBezTo>
                    <a:pt x="3278" y="4091"/>
                    <a:pt x="3307" y="4178"/>
                    <a:pt x="3307" y="4265"/>
                  </a:cubicBezTo>
                  <a:cubicBezTo>
                    <a:pt x="3307" y="4540"/>
                    <a:pt x="3336" y="4772"/>
                    <a:pt x="3394" y="4961"/>
                  </a:cubicBezTo>
                  <a:cubicBezTo>
                    <a:pt x="3452" y="5135"/>
                    <a:pt x="3525" y="5280"/>
                    <a:pt x="3612" y="5396"/>
                  </a:cubicBezTo>
                  <a:cubicBezTo>
                    <a:pt x="3699" y="5498"/>
                    <a:pt x="3800" y="5570"/>
                    <a:pt x="3888" y="5628"/>
                  </a:cubicBezTo>
                  <a:cubicBezTo>
                    <a:pt x="3960" y="5657"/>
                    <a:pt x="4033" y="5686"/>
                    <a:pt x="4120" y="5701"/>
                  </a:cubicBezTo>
                  <a:cubicBezTo>
                    <a:pt x="4163" y="5708"/>
                    <a:pt x="4207" y="5712"/>
                    <a:pt x="4252" y="5712"/>
                  </a:cubicBezTo>
                  <a:cubicBezTo>
                    <a:pt x="4297" y="5712"/>
                    <a:pt x="4344" y="5708"/>
                    <a:pt x="4395" y="5701"/>
                  </a:cubicBezTo>
                  <a:cubicBezTo>
                    <a:pt x="4482" y="5686"/>
                    <a:pt x="4569" y="5643"/>
                    <a:pt x="4627" y="5570"/>
                  </a:cubicBezTo>
                  <a:cubicBezTo>
                    <a:pt x="4714" y="5469"/>
                    <a:pt x="4758" y="5338"/>
                    <a:pt x="4714" y="5208"/>
                  </a:cubicBezTo>
                  <a:cubicBezTo>
                    <a:pt x="4700" y="5077"/>
                    <a:pt x="4627" y="4976"/>
                    <a:pt x="4497" y="4903"/>
                  </a:cubicBezTo>
                  <a:cubicBezTo>
                    <a:pt x="4424" y="4859"/>
                    <a:pt x="4366" y="4816"/>
                    <a:pt x="4352" y="4743"/>
                  </a:cubicBezTo>
                  <a:cubicBezTo>
                    <a:pt x="4323" y="4685"/>
                    <a:pt x="4294" y="4598"/>
                    <a:pt x="4294" y="4482"/>
                  </a:cubicBezTo>
                  <a:cubicBezTo>
                    <a:pt x="4294" y="4381"/>
                    <a:pt x="4279" y="4265"/>
                    <a:pt x="4265" y="4120"/>
                  </a:cubicBezTo>
                  <a:cubicBezTo>
                    <a:pt x="4250" y="3975"/>
                    <a:pt x="4207" y="3830"/>
                    <a:pt x="4149" y="3699"/>
                  </a:cubicBezTo>
                  <a:cubicBezTo>
                    <a:pt x="4105" y="3583"/>
                    <a:pt x="4033" y="3452"/>
                    <a:pt x="3917" y="3336"/>
                  </a:cubicBezTo>
                  <a:cubicBezTo>
                    <a:pt x="3853" y="3273"/>
                    <a:pt x="3778" y="3215"/>
                    <a:pt x="3695" y="3155"/>
                  </a:cubicBezTo>
                  <a:lnTo>
                    <a:pt x="3695" y="3155"/>
                  </a:lnTo>
                  <a:cubicBezTo>
                    <a:pt x="3815" y="3082"/>
                    <a:pt x="3931" y="2984"/>
                    <a:pt x="4033" y="2872"/>
                  </a:cubicBezTo>
                  <a:cubicBezTo>
                    <a:pt x="4178" y="2727"/>
                    <a:pt x="4279" y="2539"/>
                    <a:pt x="4366" y="2350"/>
                  </a:cubicBezTo>
                  <a:cubicBezTo>
                    <a:pt x="4468" y="2162"/>
                    <a:pt x="4497" y="1944"/>
                    <a:pt x="4497" y="1741"/>
                  </a:cubicBezTo>
                  <a:cubicBezTo>
                    <a:pt x="4497" y="1407"/>
                    <a:pt x="4410" y="1117"/>
                    <a:pt x="4265" y="842"/>
                  </a:cubicBezTo>
                  <a:cubicBezTo>
                    <a:pt x="4120" y="580"/>
                    <a:pt x="3917" y="363"/>
                    <a:pt x="3670" y="218"/>
                  </a:cubicBezTo>
                  <a:cubicBezTo>
                    <a:pt x="3409" y="73"/>
                    <a:pt x="3162" y="0"/>
                    <a:pt x="2872" y="0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4318750" y="1607325"/>
              <a:ext cx="94300" cy="141825"/>
            </a:xfrm>
            <a:custGeom>
              <a:rect b="b" l="l" r="r" t="t"/>
              <a:pathLst>
                <a:path extrusionOk="0" h="5673" w="3772">
                  <a:moveTo>
                    <a:pt x="523" y="1"/>
                  </a:moveTo>
                  <a:cubicBezTo>
                    <a:pt x="378" y="1"/>
                    <a:pt x="262" y="44"/>
                    <a:pt x="146" y="73"/>
                  </a:cubicBezTo>
                  <a:cubicBezTo>
                    <a:pt x="44" y="175"/>
                    <a:pt x="1" y="291"/>
                    <a:pt x="1" y="436"/>
                  </a:cubicBezTo>
                  <a:lnTo>
                    <a:pt x="1" y="5165"/>
                  </a:lnTo>
                  <a:cubicBezTo>
                    <a:pt x="1" y="5310"/>
                    <a:pt x="44" y="5440"/>
                    <a:pt x="146" y="5527"/>
                  </a:cubicBezTo>
                  <a:cubicBezTo>
                    <a:pt x="247" y="5614"/>
                    <a:pt x="363" y="5672"/>
                    <a:pt x="508" y="5672"/>
                  </a:cubicBezTo>
                  <a:lnTo>
                    <a:pt x="3235" y="5672"/>
                  </a:lnTo>
                  <a:cubicBezTo>
                    <a:pt x="3380" y="5672"/>
                    <a:pt x="3511" y="5629"/>
                    <a:pt x="3598" y="5542"/>
                  </a:cubicBezTo>
                  <a:cubicBezTo>
                    <a:pt x="3699" y="5455"/>
                    <a:pt x="3743" y="5339"/>
                    <a:pt x="3743" y="5194"/>
                  </a:cubicBezTo>
                  <a:cubicBezTo>
                    <a:pt x="3743" y="5078"/>
                    <a:pt x="3699" y="4962"/>
                    <a:pt x="3598" y="4874"/>
                  </a:cubicBezTo>
                  <a:cubicBezTo>
                    <a:pt x="3496" y="4787"/>
                    <a:pt x="3380" y="4729"/>
                    <a:pt x="3235" y="4729"/>
                  </a:cubicBezTo>
                  <a:lnTo>
                    <a:pt x="1030" y="4729"/>
                  </a:lnTo>
                  <a:lnTo>
                    <a:pt x="1030" y="3221"/>
                  </a:lnTo>
                  <a:lnTo>
                    <a:pt x="2873" y="3221"/>
                  </a:lnTo>
                  <a:cubicBezTo>
                    <a:pt x="3018" y="3221"/>
                    <a:pt x="3148" y="3192"/>
                    <a:pt x="3235" y="3090"/>
                  </a:cubicBezTo>
                  <a:cubicBezTo>
                    <a:pt x="3337" y="3018"/>
                    <a:pt x="3380" y="2916"/>
                    <a:pt x="3380" y="2771"/>
                  </a:cubicBezTo>
                  <a:cubicBezTo>
                    <a:pt x="3380" y="2626"/>
                    <a:pt x="3337" y="2510"/>
                    <a:pt x="3235" y="2423"/>
                  </a:cubicBezTo>
                  <a:cubicBezTo>
                    <a:pt x="3134" y="2336"/>
                    <a:pt x="3018" y="2293"/>
                    <a:pt x="2873" y="2293"/>
                  </a:cubicBezTo>
                  <a:lnTo>
                    <a:pt x="1030" y="2293"/>
                  </a:lnTo>
                  <a:lnTo>
                    <a:pt x="1030" y="915"/>
                  </a:lnTo>
                  <a:lnTo>
                    <a:pt x="3264" y="915"/>
                  </a:lnTo>
                  <a:cubicBezTo>
                    <a:pt x="3409" y="915"/>
                    <a:pt x="3525" y="886"/>
                    <a:pt x="3627" y="799"/>
                  </a:cubicBezTo>
                  <a:cubicBezTo>
                    <a:pt x="3714" y="712"/>
                    <a:pt x="3772" y="610"/>
                    <a:pt x="3772" y="465"/>
                  </a:cubicBezTo>
                  <a:cubicBezTo>
                    <a:pt x="3772" y="320"/>
                    <a:pt x="3714" y="218"/>
                    <a:pt x="3627" y="117"/>
                  </a:cubicBezTo>
                  <a:cubicBezTo>
                    <a:pt x="3511" y="30"/>
                    <a:pt x="3409" y="1"/>
                    <a:pt x="3264" y="1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3823775" y="1818025"/>
              <a:ext cx="116425" cy="143250"/>
            </a:xfrm>
            <a:custGeom>
              <a:rect b="b" l="l" r="r" t="t"/>
              <a:pathLst>
                <a:path extrusionOk="0" h="5730" w="4657">
                  <a:moveTo>
                    <a:pt x="508" y="0"/>
                  </a:moveTo>
                  <a:cubicBezTo>
                    <a:pt x="363" y="0"/>
                    <a:pt x="232" y="29"/>
                    <a:pt x="145" y="131"/>
                  </a:cubicBezTo>
                  <a:cubicBezTo>
                    <a:pt x="44" y="218"/>
                    <a:pt x="0" y="319"/>
                    <a:pt x="0" y="464"/>
                  </a:cubicBezTo>
                  <a:cubicBezTo>
                    <a:pt x="0" y="609"/>
                    <a:pt x="44" y="725"/>
                    <a:pt x="145" y="813"/>
                  </a:cubicBezTo>
                  <a:cubicBezTo>
                    <a:pt x="247" y="900"/>
                    <a:pt x="363" y="943"/>
                    <a:pt x="508" y="943"/>
                  </a:cubicBezTo>
                  <a:lnTo>
                    <a:pt x="1784" y="943"/>
                  </a:lnTo>
                  <a:lnTo>
                    <a:pt x="1784" y="5222"/>
                  </a:lnTo>
                  <a:cubicBezTo>
                    <a:pt x="1784" y="5367"/>
                    <a:pt x="1842" y="5498"/>
                    <a:pt x="1929" y="5585"/>
                  </a:cubicBezTo>
                  <a:cubicBezTo>
                    <a:pt x="2045" y="5672"/>
                    <a:pt x="2176" y="5730"/>
                    <a:pt x="2321" y="5730"/>
                  </a:cubicBezTo>
                  <a:cubicBezTo>
                    <a:pt x="2466" y="5730"/>
                    <a:pt x="2582" y="5686"/>
                    <a:pt x="2713" y="5599"/>
                  </a:cubicBezTo>
                  <a:cubicBezTo>
                    <a:pt x="2800" y="5498"/>
                    <a:pt x="2858" y="5382"/>
                    <a:pt x="2858" y="5237"/>
                  </a:cubicBezTo>
                  <a:lnTo>
                    <a:pt x="2858" y="943"/>
                  </a:lnTo>
                  <a:lnTo>
                    <a:pt x="4149" y="943"/>
                  </a:lnTo>
                  <a:cubicBezTo>
                    <a:pt x="4294" y="943"/>
                    <a:pt x="4424" y="900"/>
                    <a:pt x="4511" y="813"/>
                  </a:cubicBezTo>
                  <a:cubicBezTo>
                    <a:pt x="4598" y="725"/>
                    <a:pt x="4656" y="609"/>
                    <a:pt x="4656" y="464"/>
                  </a:cubicBezTo>
                  <a:cubicBezTo>
                    <a:pt x="4656" y="319"/>
                    <a:pt x="4598" y="218"/>
                    <a:pt x="4511" y="131"/>
                  </a:cubicBezTo>
                  <a:cubicBezTo>
                    <a:pt x="4395" y="29"/>
                    <a:pt x="4294" y="0"/>
                    <a:pt x="4149" y="0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3960850" y="1817300"/>
              <a:ext cx="118950" cy="143975"/>
            </a:xfrm>
            <a:custGeom>
              <a:rect b="b" l="l" r="r" t="t"/>
              <a:pathLst>
                <a:path extrusionOk="0" h="5759" w="4758">
                  <a:moveTo>
                    <a:pt x="2829" y="1001"/>
                  </a:moveTo>
                  <a:cubicBezTo>
                    <a:pt x="2974" y="1001"/>
                    <a:pt x="3119" y="1074"/>
                    <a:pt x="3249" y="1248"/>
                  </a:cubicBezTo>
                  <a:cubicBezTo>
                    <a:pt x="3380" y="1407"/>
                    <a:pt x="3452" y="1610"/>
                    <a:pt x="3452" y="1842"/>
                  </a:cubicBezTo>
                  <a:cubicBezTo>
                    <a:pt x="3452" y="2016"/>
                    <a:pt x="3409" y="2190"/>
                    <a:pt x="3365" y="2350"/>
                  </a:cubicBezTo>
                  <a:cubicBezTo>
                    <a:pt x="3293" y="2495"/>
                    <a:pt x="3220" y="2626"/>
                    <a:pt x="3119" y="2713"/>
                  </a:cubicBezTo>
                  <a:cubicBezTo>
                    <a:pt x="3032" y="2800"/>
                    <a:pt x="2930" y="2843"/>
                    <a:pt x="2829" y="2843"/>
                  </a:cubicBezTo>
                  <a:lnTo>
                    <a:pt x="1044" y="2843"/>
                  </a:lnTo>
                  <a:lnTo>
                    <a:pt x="1044" y="1001"/>
                  </a:lnTo>
                  <a:close/>
                  <a:moveTo>
                    <a:pt x="508" y="0"/>
                  </a:moveTo>
                  <a:cubicBezTo>
                    <a:pt x="363" y="0"/>
                    <a:pt x="247" y="58"/>
                    <a:pt x="145" y="145"/>
                  </a:cubicBezTo>
                  <a:cubicBezTo>
                    <a:pt x="58" y="261"/>
                    <a:pt x="0" y="363"/>
                    <a:pt x="0" y="508"/>
                  </a:cubicBezTo>
                  <a:lnTo>
                    <a:pt x="0" y="5251"/>
                  </a:lnTo>
                  <a:cubicBezTo>
                    <a:pt x="0" y="5396"/>
                    <a:pt x="58" y="5527"/>
                    <a:pt x="189" y="5614"/>
                  </a:cubicBezTo>
                  <a:cubicBezTo>
                    <a:pt x="319" y="5701"/>
                    <a:pt x="464" y="5759"/>
                    <a:pt x="609" y="5759"/>
                  </a:cubicBezTo>
                  <a:cubicBezTo>
                    <a:pt x="754" y="5759"/>
                    <a:pt x="841" y="5715"/>
                    <a:pt x="914" y="5614"/>
                  </a:cubicBezTo>
                  <a:cubicBezTo>
                    <a:pt x="986" y="5498"/>
                    <a:pt x="1015" y="5396"/>
                    <a:pt x="1015" y="5251"/>
                  </a:cubicBezTo>
                  <a:lnTo>
                    <a:pt x="1015" y="3655"/>
                  </a:lnTo>
                  <a:lnTo>
                    <a:pt x="2539" y="3655"/>
                  </a:lnTo>
                  <a:cubicBezTo>
                    <a:pt x="2669" y="3655"/>
                    <a:pt x="2785" y="3655"/>
                    <a:pt x="2872" y="3684"/>
                  </a:cubicBezTo>
                  <a:cubicBezTo>
                    <a:pt x="2959" y="3699"/>
                    <a:pt x="3032" y="3757"/>
                    <a:pt x="3104" y="3815"/>
                  </a:cubicBezTo>
                  <a:cubicBezTo>
                    <a:pt x="3177" y="3873"/>
                    <a:pt x="3206" y="3946"/>
                    <a:pt x="3249" y="4018"/>
                  </a:cubicBezTo>
                  <a:cubicBezTo>
                    <a:pt x="3278" y="4091"/>
                    <a:pt x="3307" y="4178"/>
                    <a:pt x="3307" y="4265"/>
                  </a:cubicBezTo>
                  <a:cubicBezTo>
                    <a:pt x="3307" y="4540"/>
                    <a:pt x="3336" y="4772"/>
                    <a:pt x="3394" y="4961"/>
                  </a:cubicBezTo>
                  <a:cubicBezTo>
                    <a:pt x="3452" y="5135"/>
                    <a:pt x="3525" y="5280"/>
                    <a:pt x="3612" y="5396"/>
                  </a:cubicBezTo>
                  <a:cubicBezTo>
                    <a:pt x="3699" y="5498"/>
                    <a:pt x="3800" y="5570"/>
                    <a:pt x="3887" y="5628"/>
                  </a:cubicBezTo>
                  <a:cubicBezTo>
                    <a:pt x="3960" y="5657"/>
                    <a:pt x="4033" y="5686"/>
                    <a:pt x="4120" y="5701"/>
                  </a:cubicBezTo>
                  <a:cubicBezTo>
                    <a:pt x="4163" y="5708"/>
                    <a:pt x="4207" y="5712"/>
                    <a:pt x="4252" y="5712"/>
                  </a:cubicBezTo>
                  <a:cubicBezTo>
                    <a:pt x="4297" y="5712"/>
                    <a:pt x="4344" y="5708"/>
                    <a:pt x="4395" y="5701"/>
                  </a:cubicBezTo>
                  <a:cubicBezTo>
                    <a:pt x="4482" y="5686"/>
                    <a:pt x="4569" y="5643"/>
                    <a:pt x="4627" y="5570"/>
                  </a:cubicBezTo>
                  <a:cubicBezTo>
                    <a:pt x="4714" y="5469"/>
                    <a:pt x="4758" y="5338"/>
                    <a:pt x="4714" y="5208"/>
                  </a:cubicBezTo>
                  <a:cubicBezTo>
                    <a:pt x="4700" y="5077"/>
                    <a:pt x="4627" y="4975"/>
                    <a:pt x="4497" y="4903"/>
                  </a:cubicBezTo>
                  <a:cubicBezTo>
                    <a:pt x="4424" y="4859"/>
                    <a:pt x="4366" y="4816"/>
                    <a:pt x="4352" y="4743"/>
                  </a:cubicBezTo>
                  <a:cubicBezTo>
                    <a:pt x="4323" y="4685"/>
                    <a:pt x="4294" y="4598"/>
                    <a:pt x="4294" y="4482"/>
                  </a:cubicBezTo>
                  <a:cubicBezTo>
                    <a:pt x="4294" y="4381"/>
                    <a:pt x="4279" y="4265"/>
                    <a:pt x="4265" y="4120"/>
                  </a:cubicBezTo>
                  <a:cubicBezTo>
                    <a:pt x="4250" y="3975"/>
                    <a:pt x="4207" y="3830"/>
                    <a:pt x="4149" y="3699"/>
                  </a:cubicBezTo>
                  <a:cubicBezTo>
                    <a:pt x="4105" y="3583"/>
                    <a:pt x="4033" y="3452"/>
                    <a:pt x="3916" y="3336"/>
                  </a:cubicBezTo>
                  <a:cubicBezTo>
                    <a:pt x="3853" y="3273"/>
                    <a:pt x="3778" y="3215"/>
                    <a:pt x="3695" y="3155"/>
                  </a:cubicBezTo>
                  <a:lnTo>
                    <a:pt x="3695" y="3155"/>
                  </a:lnTo>
                  <a:cubicBezTo>
                    <a:pt x="3815" y="3082"/>
                    <a:pt x="3931" y="2984"/>
                    <a:pt x="4033" y="2872"/>
                  </a:cubicBezTo>
                  <a:cubicBezTo>
                    <a:pt x="4178" y="2727"/>
                    <a:pt x="4279" y="2524"/>
                    <a:pt x="4366" y="2350"/>
                  </a:cubicBezTo>
                  <a:cubicBezTo>
                    <a:pt x="4468" y="2161"/>
                    <a:pt x="4497" y="1944"/>
                    <a:pt x="4497" y="1741"/>
                  </a:cubicBezTo>
                  <a:cubicBezTo>
                    <a:pt x="4497" y="1407"/>
                    <a:pt x="4410" y="1117"/>
                    <a:pt x="4265" y="842"/>
                  </a:cubicBezTo>
                  <a:cubicBezTo>
                    <a:pt x="4120" y="580"/>
                    <a:pt x="3916" y="363"/>
                    <a:pt x="3670" y="218"/>
                  </a:cubicBezTo>
                  <a:cubicBezTo>
                    <a:pt x="3409" y="73"/>
                    <a:pt x="3162" y="0"/>
                    <a:pt x="2872" y="0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4101550" y="1818025"/>
              <a:ext cx="94300" cy="141800"/>
            </a:xfrm>
            <a:custGeom>
              <a:rect b="b" l="l" r="r" t="t"/>
              <a:pathLst>
                <a:path extrusionOk="0" h="5672" w="3772">
                  <a:moveTo>
                    <a:pt x="522" y="0"/>
                  </a:moveTo>
                  <a:cubicBezTo>
                    <a:pt x="377" y="0"/>
                    <a:pt x="247" y="44"/>
                    <a:pt x="145" y="73"/>
                  </a:cubicBezTo>
                  <a:cubicBezTo>
                    <a:pt x="58" y="174"/>
                    <a:pt x="0" y="290"/>
                    <a:pt x="0" y="435"/>
                  </a:cubicBezTo>
                  <a:lnTo>
                    <a:pt x="0" y="5164"/>
                  </a:lnTo>
                  <a:cubicBezTo>
                    <a:pt x="0" y="5309"/>
                    <a:pt x="58" y="5440"/>
                    <a:pt x="145" y="5527"/>
                  </a:cubicBezTo>
                  <a:cubicBezTo>
                    <a:pt x="247" y="5614"/>
                    <a:pt x="363" y="5672"/>
                    <a:pt x="508" y="5672"/>
                  </a:cubicBezTo>
                  <a:lnTo>
                    <a:pt x="3249" y="5672"/>
                  </a:lnTo>
                  <a:cubicBezTo>
                    <a:pt x="3394" y="5672"/>
                    <a:pt x="3510" y="5643"/>
                    <a:pt x="3612" y="5541"/>
                  </a:cubicBezTo>
                  <a:cubicBezTo>
                    <a:pt x="3699" y="5454"/>
                    <a:pt x="3757" y="5353"/>
                    <a:pt x="3757" y="5208"/>
                  </a:cubicBezTo>
                  <a:cubicBezTo>
                    <a:pt x="3757" y="5077"/>
                    <a:pt x="3699" y="4961"/>
                    <a:pt x="3612" y="4874"/>
                  </a:cubicBezTo>
                  <a:cubicBezTo>
                    <a:pt x="3496" y="4787"/>
                    <a:pt x="3394" y="4729"/>
                    <a:pt x="3249" y="4729"/>
                  </a:cubicBezTo>
                  <a:lnTo>
                    <a:pt x="1030" y="4729"/>
                  </a:lnTo>
                  <a:lnTo>
                    <a:pt x="1030" y="3220"/>
                  </a:lnTo>
                  <a:lnTo>
                    <a:pt x="2887" y="3220"/>
                  </a:lnTo>
                  <a:cubicBezTo>
                    <a:pt x="3032" y="3220"/>
                    <a:pt x="3148" y="3191"/>
                    <a:pt x="3249" y="3104"/>
                  </a:cubicBezTo>
                  <a:cubicBezTo>
                    <a:pt x="3336" y="3017"/>
                    <a:pt x="3394" y="2916"/>
                    <a:pt x="3394" y="2771"/>
                  </a:cubicBezTo>
                  <a:cubicBezTo>
                    <a:pt x="3394" y="2626"/>
                    <a:pt x="3336" y="2524"/>
                    <a:pt x="3249" y="2423"/>
                  </a:cubicBezTo>
                  <a:cubicBezTo>
                    <a:pt x="3133" y="2336"/>
                    <a:pt x="3032" y="2307"/>
                    <a:pt x="2887" y="2307"/>
                  </a:cubicBezTo>
                  <a:lnTo>
                    <a:pt x="1030" y="2307"/>
                  </a:lnTo>
                  <a:lnTo>
                    <a:pt x="1030" y="929"/>
                  </a:lnTo>
                  <a:lnTo>
                    <a:pt x="3264" y="929"/>
                  </a:lnTo>
                  <a:cubicBezTo>
                    <a:pt x="3409" y="929"/>
                    <a:pt x="3539" y="885"/>
                    <a:pt x="3626" y="798"/>
                  </a:cubicBezTo>
                  <a:cubicBezTo>
                    <a:pt x="3713" y="725"/>
                    <a:pt x="3771" y="609"/>
                    <a:pt x="3771" y="464"/>
                  </a:cubicBezTo>
                  <a:cubicBezTo>
                    <a:pt x="3771" y="319"/>
                    <a:pt x="3713" y="218"/>
                    <a:pt x="3626" y="131"/>
                  </a:cubicBezTo>
                  <a:cubicBezTo>
                    <a:pt x="3510" y="29"/>
                    <a:pt x="3409" y="0"/>
                    <a:pt x="3264" y="0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4219025" y="1818025"/>
              <a:ext cx="93600" cy="141800"/>
            </a:xfrm>
            <a:custGeom>
              <a:rect b="b" l="l" r="r" t="t"/>
              <a:pathLst>
                <a:path extrusionOk="0" h="5672" w="3744">
                  <a:moveTo>
                    <a:pt x="508" y="0"/>
                  </a:moveTo>
                  <a:cubicBezTo>
                    <a:pt x="378" y="0"/>
                    <a:pt x="247" y="44"/>
                    <a:pt x="146" y="73"/>
                  </a:cubicBezTo>
                  <a:cubicBezTo>
                    <a:pt x="44" y="174"/>
                    <a:pt x="1" y="290"/>
                    <a:pt x="1" y="435"/>
                  </a:cubicBezTo>
                  <a:lnTo>
                    <a:pt x="1" y="5164"/>
                  </a:lnTo>
                  <a:cubicBezTo>
                    <a:pt x="1" y="5309"/>
                    <a:pt x="44" y="5440"/>
                    <a:pt x="146" y="5527"/>
                  </a:cubicBezTo>
                  <a:cubicBezTo>
                    <a:pt x="247" y="5614"/>
                    <a:pt x="363" y="5672"/>
                    <a:pt x="508" y="5672"/>
                  </a:cubicBezTo>
                  <a:lnTo>
                    <a:pt x="3221" y="5672"/>
                  </a:lnTo>
                  <a:cubicBezTo>
                    <a:pt x="3366" y="5672"/>
                    <a:pt x="3496" y="5643"/>
                    <a:pt x="3583" y="5541"/>
                  </a:cubicBezTo>
                  <a:cubicBezTo>
                    <a:pt x="3671" y="5454"/>
                    <a:pt x="3729" y="5353"/>
                    <a:pt x="3729" y="5208"/>
                  </a:cubicBezTo>
                  <a:cubicBezTo>
                    <a:pt x="3729" y="5077"/>
                    <a:pt x="3671" y="4961"/>
                    <a:pt x="3583" y="4874"/>
                  </a:cubicBezTo>
                  <a:cubicBezTo>
                    <a:pt x="3482" y="4787"/>
                    <a:pt x="3366" y="4729"/>
                    <a:pt x="3221" y="4729"/>
                  </a:cubicBezTo>
                  <a:lnTo>
                    <a:pt x="1016" y="4729"/>
                  </a:lnTo>
                  <a:lnTo>
                    <a:pt x="1016" y="3220"/>
                  </a:lnTo>
                  <a:lnTo>
                    <a:pt x="2858" y="3220"/>
                  </a:lnTo>
                  <a:cubicBezTo>
                    <a:pt x="3003" y="3220"/>
                    <a:pt x="3134" y="3191"/>
                    <a:pt x="3221" y="3104"/>
                  </a:cubicBezTo>
                  <a:cubicBezTo>
                    <a:pt x="3308" y="3017"/>
                    <a:pt x="3366" y="2916"/>
                    <a:pt x="3366" y="2771"/>
                  </a:cubicBezTo>
                  <a:cubicBezTo>
                    <a:pt x="3366" y="2626"/>
                    <a:pt x="3308" y="2524"/>
                    <a:pt x="3221" y="2423"/>
                  </a:cubicBezTo>
                  <a:cubicBezTo>
                    <a:pt x="3119" y="2336"/>
                    <a:pt x="3003" y="2307"/>
                    <a:pt x="2858" y="2307"/>
                  </a:cubicBezTo>
                  <a:lnTo>
                    <a:pt x="1016" y="2307"/>
                  </a:lnTo>
                  <a:lnTo>
                    <a:pt x="1016" y="929"/>
                  </a:lnTo>
                  <a:lnTo>
                    <a:pt x="3235" y="929"/>
                  </a:lnTo>
                  <a:cubicBezTo>
                    <a:pt x="3380" y="929"/>
                    <a:pt x="3511" y="885"/>
                    <a:pt x="3598" y="798"/>
                  </a:cubicBezTo>
                  <a:cubicBezTo>
                    <a:pt x="3700" y="725"/>
                    <a:pt x="3743" y="609"/>
                    <a:pt x="3743" y="464"/>
                  </a:cubicBezTo>
                  <a:cubicBezTo>
                    <a:pt x="3743" y="319"/>
                    <a:pt x="3700" y="218"/>
                    <a:pt x="3598" y="131"/>
                  </a:cubicBezTo>
                  <a:cubicBezTo>
                    <a:pt x="3496" y="29"/>
                    <a:pt x="3380" y="0"/>
                    <a:pt x="3235" y="0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4329625" y="1815475"/>
              <a:ext cx="105925" cy="147975"/>
            </a:xfrm>
            <a:custGeom>
              <a:rect b="b" l="l" r="r" t="t"/>
              <a:pathLst>
                <a:path extrusionOk="0" h="5919" w="4237">
                  <a:moveTo>
                    <a:pt x="2133" y="1"/>
                  </a:moveTo>
                  <a:cubicBezTo>
                    <a:pt x="1756" y="1"/>
                    <a:pt x="1408" y="73"/>
                    <a:pt x="1103" y="204"/>
                  </a:cubicBezTo>
                  <a:cubicBezTo>
                    <a:pt x="799" y="349"/>
                    <a:pt x="537" y="537"/>
                    <a:pt x="363" y="784"/>
                  </a:cubicBezTo>
                  <a:cubicBezTo>
                    <a:pt x="175" y="1045"/>
                    <a:pt x="88" y="1335"/>
                    <a:pt x="88" y="1698"/>
                  </a:cubicBezTo>
                  <a:cubicBezTo>
                    <a:pt x="88" y="1930"/>
                    <a:pt x="117" y="2147"/>
                    <a:pt x="189" y="2321"/>
                  </a:cubicBezTo>
                  <a:cubicBezTo>
                    <a:pt x="262" y="2510"/>
                    <a:pt x="392" y="2670"/>
                    <a:pt x="537" y="2815"/>
                  </a:cubicBezTo>
                  <a:cubicBezTo>
                    <a:pt x="683" y="2960"/>
                    <a:pt x="886" y="3076"/>
                    <a:pt x="1103" y="3163"/>
                  </a:cubicBezTo>
                  <a:cubicBezTo>
                    <a:pt x="1321" y="3250"/>
                    <a:pt x="1596" y="3322"/>
                    <a:pt x="1886" y="3366"/>
                  </a:cubicBezTo>
                  <a:cubicBezTo>
                    <a:pt x="2206" y="3395"/>
                    <a:pt x="2467" y="3467"/>
                    <a:pt x="2655" y="3540"/>
                  </a:cubicBezTo>
                  <a:cubicBezTo>
                    <a:pt x="2858" y="3612"/>
                    <a:pt x="3018" y="3728"/>
                    <a:pt x="3119" y="3830"/>
                  </a:cubicBezTo>
                  <a:cubicBezTo>
                    <a:pt x="3206" y="3946"/>
                    <a:pt x="3264" y="4091"/>
                    <a:pt x="3264" y="4251"/>
                  </a:cubicBezTo>
                  <a:cubicBezTo>
                    <a:pt x="3264" y="4381"/>
                    <a:pt x="3206" y="4497"/>
                    <a:pt x="3090" y="4613"/>
                  </a:cubicBezTo>
                  <a:cubicBezTo>
                    <a:pt x="2989" y="4715"/>
                    <a:pt x="2844" y="4816"/>
                    <a:pt x="2684" y="4860"/>
                  </a:cubicBezTo>
                  <a:cubicBezTo>
                    <a:pt x="2496" y="4918"/>
                    <a:pt x="2322" y="4961"/>
                    <a:pt x="2119" y="4961"/>
                  </a:cubicBezTo>
                  <a:cubicBezTo>
                    <a:pt x="1814" y="4961"/>
                    <a:pt x="1553" y="4918"/>
                    <a:pt x="1350" y="4831"/>
                  </a:cubicBezTo>
                  <a:cubicBezTo>
                    <a:pt x="1161" y="4744"/>
                    <a:pt x="944" y="4613"/>
                    <a:pt x="741" y="4454"/>
                  </a:cubicBezTo>
                  <a:cubicBezTo>
                    <a:pt x="668" y="4396"/>
                    <a:pt x="581" y="4352"/>
                    <a:pt x="465" y="4352"/>
                  </a:cubicBezTo>
                  <a:cubicBezTo>
                    <a:pt x="320" y="4352"/>
                    <a:pt x="218" y="4410"/>
                    <a:pt x="117" y="4497"/>
                  </a:cubicBezTo>
                  <a:cubicBezTo>
                    <a:pt x="30" y="4599"/>
                    <a:pt x="1" y="4700"/>
                    <a:pt x="1" y="4831"/>
                  </a:cubicBezTo>
                  <a:cubicBezTo>
                    <a:pt x="1" y="4918"/>
                    <a:pt x="15" y="4990"/>
                    <a:pt x="44" y="5063"/>
                  </a:cubicBezTo>
                  <a:cubicBezTo>
                    <a:pt x="88" y="5135"/>
                    <a:pt x="146" y="5208"/>
                    <a:pt x="218" y="5266"/>
                  </a:cubicBezTo>
                  <a:cubicBezTo>
                    <a:pt x="479" y="5498"/>
                    <a:pt x="770" y="5687"/>
                    <a:pt x="1074" y="5774"/>
                  </a:cubicBezTo>
                  <a:cubicBezTo>
                    <a:pt x="1393" y="5861"/>
                    <a:pt x="1741" y="5919"/>
                    <a:pt x="2119" y="5919"/>
                  </a:cubicBezTo>
                  <a:cubicBezTo>
                    <a:pt x="2496" y="5919"/>
                    <a:pt x="2844" y="5846"/>
                    <a:pt x="3163" y="5716"/>
                  </a:cubicBezTo>
                  <a:cubicBezTo>
                    <a:pt x="3497" y="5571"/>
                    <a:pt x="3743" y="5368"/>
                    <a:pt x="3946" y="5121"/>
                  </a:cubicBezTo>
                  <a:cubicBezTo>
                    <a:pt x="4149" y="4845"/>
                    <a:pt x="4236" y="4555"/>
                    <a:pt x="4236" y="4193"/>
                  </a:cubicBezTo>
                  <a:cubicBezTo>
                    <a:pt x="4236" y="3917"/>
                    <a:pt x="4207" y="3685"/>
                    <a:pt x="4106" y="3482"/>
                  </a:cubicBezTo>
                  <a:cubicBezTo>
                    <a:pt x="4033" y="3293"/>
                    <a:pt x="3917" y="3119"/>
                    <a:pt x="3743" y="3003"/>
                  </a:cubicBezTo>
                  <a:cubicBezTo>
                    <a:pt x="3584" y="2873"/>
                    <a:pt x="3380" y="2786"/>
                    <a:pt x="3134" y="2684"/>
                  </a:cubicBezTo>
                  <a:cubicBezTo>
                    <a:pt x="2873" y="2597"/>
                    <a:pt x="2583" y="2525"/>
                    <a:pt x="2264" y="2467"/>
                  </a:cubicBezTo>
                  <a:cubicBezTo>
                    <a:pt x="2002" y="2438"/>
                    <a:pt x="1785" y="2365"/>
                    <a:pt x="1611" y="2307"/>
                  </a:cubicBezTo>
                  <a:cubicBezTo>
                    <a:pt x="1422" y="2249"/>
                    <a:pt x="1277" y="2147"/>
                    <a:pt x="1190" y="2060"/>
                  </a:cubicBezTo>
                  <a:cubicBezTo>
                    <a:pt x="1103" y="1959"/>
                    <a:pt x="1045" y="1814"/>
                    <a:pt x="1045" y="1654"/>
                  </a:cubicBezTo>
                  <a:cubicBezTo>
                    <a:pt x="1045" y="1509"/>
                    <a:pt x="1103" y="1408"/>
                    <a:pt x="1176" y="1292"/>
                  </a:cubicBezTo>
                  <a:cubicBezTo>
                    <a:pt x="1248" y="1190"/>
                    <a:pt x="1379" y="1089"/>
                    <a:pt x="1538" y="1045"/>
                  </a:cubicBezTo>
                  <a:cubicBezTo>
                    <a:pt x="1698" y="987"/>
                    <a:pt x="1901" y="944"/>
                    <a:pt x="2133" y="944"/>
                  </a:cubicBezTo>
                  <a:cubicBezTo>
                    <a:pt x="2278" y="944"/>
                    <a:pt x="2423" y="973"/>
                    <a:pt x="2583" y="1016"/>
                  </a:cubicBezTo>
                  <a:cubicBezTo>
                    <a:pt x="2757" y="1060"/>
                    <a:pt x="2916" y="1118"/>
                    <a:pt x="3061" y="1190"/>
                  </a:cubicBezTo>
                  <a:cubicBezTo>
                    <a:pt x="3206" y="1263"/>
                    <a:pt x="3308" y="1335"/>
                    <a:pt x="3409" y="1408"/>
                  </a:cubicBezTo>
                  <a:cubicBezTo>
                    <a:pt x="3453" y="1451"/>
                    <a:pt x="3526" y="1480"/>
                    <a:pt x="3627" y="1480"/>
                  </a:cubicBezTo>
                  <a:cubicBezTo>
                    <a:pt x="3743" y="1480"/>
                    <a:pt x="3859" y="1422"/>
                    <a:pt x="3946" y="1335"/>
                  </a:cubicBezTo>
                  <a:cubicBezTo>
                    <a:pt x="4033" y="1234"/>
                    <a:pt x="4091" y="1132"/>
                    <a:pt x="4091" y="1002"/>
                  </a:cubicBezTo>
                  <a:cubicBezTo>
                    <a:pt x="4091" y="842"/>
                    <a:pt x="4019" y="697"/>
                    <a:pt x="3859" y="566"/>
                  </a:cubicBezTo>
                  <a:cubicBezTo>
                    <a:pt x="3656" y="407"/>
                    <a:pt x="3409" y="276"/>
                    <a:pt x="3119" y="175"/>
                  </a:cubicBezTo>
                  <a:cubicBezTo>
                    <a:pt x="2829" y="59"/>
                    <a:pt x="2496" y="1"/>
                    <a:pt x="2133" y="1"/>
                  </a:cubicBezTo>
                  <a:close/>
                </a:path>
              </a:pathLst>
            </a:custGeom>
            <a:solidFill>
              <a:srgbClr val="FEFA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3309200" y="1179075"/>
              <a:ext cx="179525" cy="765525"/>
            </a:xfrm>
            <a:custGeom>
              <a:rect b="b" l="l" r="r" t="t"/>
              <a:pathLst>
                <a:path extrusionOk="0" h="30621" w="7181">
                  <a:moveTo>
                    <a:pt x="160" y="0"/>
                  </a:moveTo>
                  <a:lnTo>
                    <a:pt x="0" y="73"/>
                  </a:lnTo>
                  <a:cubicBezTo>
                    <a:pt x="6992" y="15144"/>
                    <a:pt x="5324" y="30446"/>
                    <a:pt x="5309" y="30591"/>
                  </a:cubicBezTo>
                  <a:lnTo>
                    <a:pt x="5498" y="30620"/>
                  </a:lnTo>
                  <a:cubicBezTo>
                    <a:pt x="5498" y="30475"/>
                    <a:pt x="7181" y="15115"/>
                    <a:pt x="16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3441550" y="1357475"/>
              <a:ext cx="172275" cy="294475"/>
            </a:xfrm>
            <a:custGeom>
              <a:rect b="b" l="l" r="r" t="t"/>
              <a:pathLst>
                <a:path extrusionOk="0" h="11779" w="6891">
                  <a:moveTo>
                    <a:pt x="6775" y="1"/>
                  </a:moveTo>
                  <a:cubicBezTo>
                    <a:pt x="6731" y="30"/>
                    <a:pt x="1814" y="3642"/>
                    <a:pt x="1" y="11750"/>
                  </a:cubicBezTo>
                  <a:lnTo>
                    <a:pt x="175" y="11779"/>
                  </a:lnTo>
                  <a:cubicBezTo>
                    <a:pt x="1974" y="3758"/>
                    <a:pt x="6847" y="175"/>
                    <a:pt x="6891" y="146"/>
                  </a:cubicBezTo>
                  <a:lnTo>
                    <a:pt x="6775" y="1"/>
                  </a:ln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3438300" y="954975"/>
              <a:ext cx="512775" cy="525000"/>
            </a:xfrm>
            <a:custGeom>
              <a:rect b="b" l="l" r="r" t="t"/>
              <a:pathLst>
                <a:path extrusionOk="0" h="21000" w="20511">
                  <a:moveTo>
                    <a:pt x="20510" y="0"/>
                  </a:moveTo>
                  <a:cubicBezTo>
                    <a:pt x="20510" y="0"/>
                    <a:pt x="13940" y="1074"/>
                    <a:pt x="11184" y="5309"/>
                  </a:cubicBezTo>
                  <a:cubicBezTo>
                    <a:pt x="9777" y="7485"/>
                    <a:pt x="7224" y="8761"/>
                    <a:pt x="4903" y="10212"/>
                  </a:cubicBezTo>
                  <a:cubicBezTo>
                    <a:pt x="1" y="13267"/>
                    <a:pt x="2128" y="20999"/>
                    <a:pt x="7753" y="20999"/>
                  </a:cubicBezTo>
                  <a:cubicBezTo>
                    <a:pt x="7870" y="20999"/>
                    <a:pt x="7989" y="20996"/>
                    <a:pt x="8109" y="20989"/>
                  </a:cubicBezTo>
                  <a:cubicBezTo>
                    <a:pt x="11068" y="20829"/>
                    <a:pt x="13824" y="18654"/>
                    <a:pt x="14694" y="14230"/>
                  </a:cubicBezTo>
                  <a:cubicBezTo>
                    <a:pt x="16464" y="5382"/>
                    <a:pt x="20510" y="0"/>
                    <a:pt x="20510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3535475" y="953150"/>
              <a:ext cx="416325" cy="489925"/>
            </a:xfrm>
            <a:custGeom>
              <a:rect b="b" l="l" r="r" t="t"/>
              <a:pathLst>
                <a:path extrusionOk="0" h="19597" w="16653">
                  <a:moveTo>
                    <a:pt x="16565" y="1"/>
                  </a:moveTo>
                  <a:cubicBezTo>
                    <a:pt x="16493" y="30"/>
                    <a:pt x="9589" y="4570"/>
                    <a:pt x="6891" y="11387"/>
                  </a:cubicBezTo>
                  <a:cubicBezTo>
                    <a:pt x="4207" y="18117"/>
                    <a:pt x="30" y="19394"/>
                    <a:pt x="1" y="19423"/>
                  </a:cubicBezTo>
                  <a:lnTo>
                    <a:pt x="44" y="19597"/>
                  </a:lnTo>
                  <a:cubicBezTo>
                    <a:pt x="102" y="19582"/>
                    <a:pt x="4352" y="18277"/>
                    <a:pt x="7050" y="11460"/>
                  </a:cubicBezTo>
                  <a:cubicBezTo>
                    <a:pt x="9734" y="4700"/>
                    <a:pt x="16580" y="175"/>
                    <a:pt x="16652" y="146"/>
                  </a:cubicBezTo>
                  <a:lnTo>
                    <a:pt x="16565" y="1"/>
                  </a:ln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3153275" y="757700"/>
              <a:ext cx="358875" cy="611950"/>
            </a:xfrm>
            <a:custGeom>
              <a:rect b="b" l="l" r="r" t="t"/>
              <a:pathLst>
                <a:path extrusionOk="0" h="24478" w="14355">
                  <a:moveTo>
                    <a:pt x="145" y="0"/>
                  </a:moveTo>
                  <a:cubicBezTo>
                    <a:pt x="145" y="1"/>
                    <a:pt x="2060" y="6455"/>
                    <a:pt x="682" y="15361"/>
                  </a:cubicBezTo>
                  <a:cubicBezTo>
                    <a:pt x="0" y="19814"/>
                    <a:pt x="1813" y="22817"/>
                    <a:pt x="4526" y="23992"/>
                  </a:cubicBezTo>
                  <a:cubicBezTo>
                    <a:pt x="5295" y="24326"/>
                    <a:pt x="6055" y="24477"/>
                    <a:pt x="6782" y="24477"/>
                  </a:cubicBezTo>
                  <a:cubicBezTo>
                    <a:pt x="11166" y="24477"/>
                    <a:pt x="14354" y="18978"/>
                    <a:pt x="11256" y="14984"/>
                  </a:cubicBezTo>
                  <a:cubicBezTo>
                    <a:pt x="9588" y="12837"/>
                    <a:pt x="7615" y="10734"/>
                    <a:pt x="7050" y="8210"/>
                  </a:cubicBezTo>
                  <a:cubicBezTo>
                    <a:pt x="5947" y="3264"/>
                    <a:pt x="146" y="1"/>
                    <a:pt x="145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3155075" y="755875"/>
              <a:ext cx="223775" cy="603075"/>
            </a:xfrm>
            <a:custGeom>
              <a:rect b="b" l="l" r="r" t="t"/>
              <a:pathLst>
                <a:path extrusionOk="0" h="24123" w="8951">
                  <a:moveTo>
                    <a:pt x="146" y="1"/>
                  </a:moveTo>
                  <a:lnTo>
                    <a:pt x="1" y="117"/>
                  </a:lnTo>
                  <a:cubicBezTo>
                    <a:pt x="30" y="189"/>
                    <a:pt x="4904" y="6789"/>
                    <a:pt x="5092" y="14056"/>
                  </a:cubicBezTo>
                  <a:cubicBezTo>
                    <a:pt x="5266" y="21396"/>
                    <a:pt x="8805" y="24094"/>
                    <a:pt x="8849" y="24123"/>
                  </a:cubicBezTo>
                  <a:lnTo>
                    <a:pt x="8950" y="23949"/>
                  </a:lnTo>
                  <a:cubicBezTo>
                    <a:pt x="8921" y="23934"/>
                    <a:pt x="5455" y="21294"/>
                    <a:pt x="5266" y="14042"/>
                  </a:cubicBezTo>
                  <a:cubicBezTo>
                    <a:pt x="5092" y="6717"/>
                    <a:pt x="189" y="73"/>
                    <a:pt x="14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3027075" y="1851025"/>
              <a:ext cx="833700" cy="314775"/>
            </a:xfrm>
            <a:custGeom>
              <a:rect b="b" l="l" r="r" t="t"/>
              <a:pathLst>
                <a:path extrusionOk="0" h="12591" w="33348">
                  <a:moveTo>
                    <a:pt x="16667" y="0"/>
                  </a:moveTo>
                  <a:cubicBezTo>
                    <a:pt x="6383" y="15"/>
                    <a:pt x="1" y="12591"/>
                    <a:pt x="1" y="12591"/>
                  </a:cubicBezTo>
                  <a:lnTo>
                    <a:pt x="33348" y="12591"/>
                  </a:lnTo>
                  <a:cubicBezTo>
                    <a:pt x="33348" y="12591"/>
                    <a:pt x="26965" y="0"/>
                    <a:pt x="1666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2936975" y="1966825"/>
              <a:ext cx="1239650" cy="470225"/>
            </a:xfrm>
            <a:custGeom>
              <a:rect b="b" l="l" r="r" t="t"/>
              <a:pathLst>
                <a:path extrusionOk="0" h="18809" w="49586">
                  <a:moveTo>
                    <a:pt x="22193" y="0"/>
                  </a:moveTo>
                  <a:cubicBezTo>
                    <a:pt x="11363" y="0"/>
                    <a:pt x="14166" y="4695"/>
                    <a:pt x="20707" y="4695"/>
                  </a:cubicBezTo>
                  <a:cubicBezTo>
                    <a:pt x="20726" y="4695"/>
                    <a:pt x="20745" y="4695"/>
                    <a:pt x="20764" y="4695"/>
                  </a:cubicBezTo>
                  <a:cubicBezTo>
                    <a:pt x="22011" y="4695"/>
                    <a:pt x="23099" y="4782"/>
                    <a:pt x="24057" y="4927"/>
                  </a:cubicBezTo>
                  <a:cubicBezTo>
                    <a:pt x="25783" y="5203"/>
                    <a:pt x="25565" y="7756"/>
                    <a:pt x="23825" y="7756"/>
                  </a:cubicBezTo>
                  <a:cubicBezTo>
                    <a:pt x="23603" y="7757"/>
                    <a:pt x="23379" y="7757"/>
                    <a:pt x="23151" y="7757"/>
                  </a:cubicBezTo>
                  <a:cubicBezTo>
                    <a:pt x="20468" y="7757"/>
                    <a:pt x="17368" y="7674"/>
                    <a:pt x="14614" y="7393"/>
                  </a:cubicBezTo>
                  <a:cubicBezTo>
                    <a:pt x="10133" y="6939"/>
                    <a:pt x="4805" y="5128"/>
                    <a:pt x="2036" y="5128"/>
                  </a:cubicBezTo>
                  <a:cubicBezTo>
                    <a:pt x="736" y="5128"/>
                    <a:pt x="1" y="5527"/>
                    <a:pt x="181" y="6653"/>
                  </a:cubicBezTo>
                  <a:cubicBezTo>
                    <a:pt x="590" y="9199"/>
                    <a:pt x="13063" y="15439"/>
                    <a:pt x="23937" y="15439"/>
                  </a:cubicBezTo>
                  <a:cubicBezTo>
                    <a:pt x="24647" y="15439"/>
                    <a:pt x="25351" y="15412"/>
                    <a:pt x="26044" y="15356"/>
                  </a:cubicBezTo>
                  <a:cubicBezTo>
                    <a:pt x="27113" y="15270"/>
                    <a:pt x="28122" y="15230"/>
                    <a:pt x="29071" y="15230"/>
                  </a:cubicBezTo>
                  <a:cubicBezTo>
                    <a:pt x="38148" y="15230"/>
                    <a:pt x="41869" y="18808"/>
                    <a:pt x="41869" y="18808"/>
                  </a:cubicBezTo>
                  <a:cubicBezTo>
                    <a:pt x="41869" y="18808"/>
                    <a:pt x="49586" y="15588"/>
                    <a:pt x="48382" y="6885"/>
                  </a:cubicBezTo>
                  <a:cubicBezTo>
                    <a:pt x="48382" y="6885"/>
                    <a:pt x="37590" y="677"/>
                    <a:pt x="24303" y="53"/>
                  </a:cubicBezTo>
                  <a:cubicBezTo>
                    <a:pt x="23549" y="17"/>
                    <a:pt x="22846" y="0"/>
                    <a:pt x="22193" y="0"/>
                  </a:cubicBezTo>
                  <a:close/>
                </a:path>
              </a:pathLst>
            </a:custGeom>
            <a:solidFill>
              <a:srgbClr val="F9BE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02" name="Google Shape;702;p25"/>
          <p:cNvPicPr preferRelativeResize="0"/>
          <p:nvPr/>
        </p:nvPicPr>
        <p:blipFill rotWithShape="1">
          <a:blip r:embed="rId3">
            <a:alphaModFix/>
          </a:blip>
          <a:srcRect b="0" l="0" r="49711" t="52600"/>
          <a:stretch/>
        </p:blipFill>
        <p:spPr>
          <a:xfrm rot="814737">
            <a:off x="-48189" y="2690061"/>
            <a:ext cx="2692378" cy="2537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25"/>
          <p:cNvPicPr preferRelativeResize="0"/>
          <p:nvPr/>
        </p:nvPicPr>
        <p:blipFill rotWithShape="1">
          <a:blip r:embed="rId3">
            <a:alphaModFix/>
          </a:blip>
          <a:srcRect b="49661" l="49543" r="0" t="5385"/>
          <a:stretch/>
        </p:blipFill>
        <p:spPr>
          <a:xfrm rot="-5400005">
            <a:off x="7440248" y="1505952"/>
            <a:ext cx="1911426" cy="172442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25"/>
          <p:cNvSpPr txBox="1"/>
          <p:nvPr>
            <p:ph idx="4294967295" type="subTitle"/>
          </p:nvPr>
        </p:nvSpPr>
        <p:spPr>
          <a:xfrm>
            <a:off x="2257650" y="2653225"/>
            <a:ext cx="4628700" cy="21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 </a:t>
            </a:r>
            <a:r>
              <a:rPr lang="en" sz="1800"/>
              <a:t>圖像辨識二手交換軟體</a:t>
            </a:r>
            <a:endParaRPr sz="15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第8A組</a:t>
            </a:r>
            <a:endParaRPr sz="1500"/>
          </a:p>
        </p:txBody>
      </p:sp>
      <p:grpSp>
        <p:nvGrpSpPr>
          <p:cNvPr id="705" name="Google Shape;705;p25"/>
          <p:cNvGrpSpPr/>
          <p:nvPr/>
        </p:nvGrpSpPr>
        <p:grpSpPr>
          <a:xfrm>
            <a:off x="1039681" y="433585"/>
            <a:ext cx="1639908" cy="1614155"/>
            <a:chOff x="4952625" y="759525"/>
            <a:chExt cx="1779800" cy="1751850"/>
          </a:xfrm>
        </p:grpSpPr>
        <p:sp>
          <p:nvSpPr>
            <p:cNvPr id="706" name="Google Shape;706;p25"/>
            <p:cNvSpPr/>
            <p:nvPr/>
          </p:nvSpPr>
          <p:spPr>
            <a:xfrm>
              <a:off x="4952625" y="759525"/>
              <a:ext cx="1779800" cy="1751850"/>
            </a:xfrm>
            <a:custGeom>
              <a:rect b="b" l="l" r="r" t="t"/>
              <a:pathLst>
                <a:path extrusionOk="0" h="70074" w="71192">
                  <a:moveTo>
                    <a:pt x="21895" y="0"/>
                  </a:moveTo>
                  <a:cubicBezTo>
                    <a:pt x="19124" y="0"/>
                    <a:pt x="16355" y="423"/>
                    <a:pt x="13693" y="1291"/>
                  </a:cubicBezTo>
                  <a:cubicBezTo>
                    <a:pt x="7311" y="3365"/>
                    <a:pt x="2873" y="7688"/>
                    <a:pt x="1495" y="13156"/>
                  </a:cubicBezTo>
                  <a:cubicBezTo>
                    <a:pt x="1451" y="13287"/>
                    <a:pt x="1437" y="13417"/>
                    <a:pt x="1407" y="13548"/>
                  </a:cubicBezTo>
                  <a:cubicBezTo>
                    <a:pt x="1" y="19524"/>
                    <a:pt x="2495" y="24267"/>
                    <a:pt x="6165" y="27052"/>
                  </a:cubicBezTo>
                  <a:cubicBezTo>
                    <a:pt x="6180" y="29010"/>
                    <a:pt x="6383" y="31055"/>
                    <a:pt x="6731" y="33202"/>
                  </a:cubicBezTo>
                  <a:cubicBezTo>
                    <a:pt x="6948" y="34566"/>
                    <a:pt x="8123" y="35523"/>
                    <a:pt x="9443" y="35523"/>
                  </a:cubicBezTo>
                  <a:cubicBezTo>
                    <a:pt x="9487" y="35523"/>
                    <a:pt x="9516" y="35523"/>
                    <a:pt x="9574" y="35494"/>
                  </a:cubicBezTo>
                  <a:lnTo>
                    <a:pt x="9574" y="35740"/>
                  </a:lnTo>
                  <a:cubicBezTo>
                    <a:pt x="9574" y="50826"/>
                    <a:pt x="21845" y="63082"/>
                    <a:pt x="36916" y="63082"/>
                  </a:cubicBezTo>
                  <a:cubicBezTo>
                    <a:pt x="37104" y="63082"/>
                    <a:pt x="37264" y="63068"/>
                    <a:pt x="37438" y="63068"/>
                  </a:cubicBezTo>
                  <a:cubicBezTo>
                    <a:pt x="37728" y="63590"/>
                    <a:pt x="38047" y="64054"/>
                    <a:pt x="38337" y="64417"/>
                  </a:cubicBezTo>
                  <a:cubicBezTo>
                    <a:pt x="38758" y="64939"/>
                    <a:pt x="39382" y="65505"/>
                    <a:pt x="40223" y="65940"/>
                  </a:cubicBezTo>
                  <a:cubicBezTo>
                    <a:pt x="44081" y="68638"/>
                    <a:pt x="48665" y="70074"/>
                    <a:pt x="53263" y="70074"/>
                  </a:cubicBezTo>
                  <a:cubicBezTo>
                    <a:pt x="55511" y="70074"/>
                    <a:pt x="57774" y="69740"/>
                    <a:pt x="59935" y="69030"/>
                  </a:cubicBezTo>
                  <a:cubicBezTo>
                    <a:pt x="65172" y="67318"/>
                    <a:pt x="68827" y="63750"/>
                    <a:pt x="69973" y="59210"/>
                  </a:cubicBezTo>
                  <a:cubicBezTo>
                    <a:pt x="69988" y="59108"/>
                    <a:pt x="70031" y="59021"/>
                    <a:pt x="70046" y="58905"/>
                  </a:cubicBezTo>
                  <a:cubicBezTo>
                    <a:pt x="71191" y="54031"/>
                    <a:pt x="69233" y="50144"/>
                    <a:pt x="66274" y="47794"/>
                  </a:cubicBezTo>
                  <a:cubicBezTo>
                    <a:pt x="66245" y="46286"/>
                    <a:pt x="66100" y="44748"/>
                    <a:pt x="65825" y="43109"/>
                  </a:cubicBezTo>
                  <a:cubicBezTo>
                    <a:pt x="65636" y="41992"/>
                    <a:pt x="64809" y="41136"/>
                    <a:pt x="63779" y="40890"/>
                  </a:cubicBezTo>
                  <a:cubicBezTo>
                    <a:pt x="64098" y="39222"/>
                    <a:pt x="64258" y="37496"/>
                    <a:pt x="64258" y="35740"/>
                  </a:cubicBezTo>
                  <a:cubicBezTo>
                    <a:pt x="64258" y="22178"/>
                    <a:pt x="54351" y="10893"/>
                    <a:pt x="41383" y="8761"/>
                  </a:cubicBezTo>
                  <a:cubicBezTo>
                    <a:pt x="41006" y="7978"/>
                    <a:pt x="40571" y="7325"/>
                    <a:pt x="40151" y="6832"/>
                  </a:cubicBezTo>
                  <a:cubicBezTo>
                    <a:pt x="39875" y="6513"/>
                    <a:pt x="39150" y="5715"/>
                    <a:pt x="37975" y="5091"/>
                  </a:cubicBezTo>
                  <a:cubicBezTo>
                    <a:pt x="33214" y="1762"/>
                    <a:pt x="27551" y="0"/>
                    <a:pt x="21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5201025" y="1039275"/>
              <a:ext cx="1348275" cy="1228600"/>
            </a:xfrm>
            <a:custGeom>
              <a:rect b="b" l="l" r="r" t="t"/>
              <a:pathLst>
                <a:path extrusionOk="0" h="49144" w="53931">
                  <a:moveTo>
                    <a:pt x="26965" y="1"/>
                  </a:moveTo>
                  <a:cubicBezTo>
                    <a:pt x="20677" y="1"/>
                    <a:pt x="14390" y="2401"/>
                    <a:pt x="9588" y="7202"/>
                  </a:cubicBezTo>
                  <a:cubicBezTo>
                    <a:pt x="0" y="16790"/>
                    <a:pt x="0" y="32354"/>
                    <a:pt x="9588" y="41942"/>
                  </a:cubicBezTo>
                  <a:cubicBezTo>
                    <a:pt x="14390" y="46743"/>
                    <a:pt x="20677" y="49144"/>
                    <a:pt x="26965" y="49144"/>
                  </a:cubicBezTo>
                  <a:cubicBezTo>
                    <a:pt x="33253" y="49144"/>
                    <a:pt x="39541" y="46743"/>
                    <a:pt x="44342" y="41942"/>
                  </a:cubicBezTo>
                  <a:cubicBezTo>
                    <a:pt x="53930" y="32354"/>
                    <a:pt x="53930" y="16790"/>
                    <a:pt x="44342" y="7202"/>
                  </a:cubicBezTo>
                  <a:cubicBezTo>
                    <a:pt x="39541" y="2401"/>
                    <a:pt x="33253" y="1"/>
                    <a:pt x="26965" y="1"/>
                  </a:cubicBezTo>
                  <a:close/>
                </a:path>
              </a:pathLst>
            </a:custGeom>
            <a:solidFill>
              <a:srgbClr val="FBF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5601000" y="935525"/>
              <a:ext cx="375350" cy="220350"/>
            </a:xfrm>
            <a:custGeom>
              <a:rect b="b" l="l" r="r" t="t"/>
              <a:pathLst>
                <a:path extrusionOk="0" h="8814" w="15014">
                  <a:moveTo>
                    <a:pt x="8590" y="0"/>
                  </a:moveTo>
                  <a:cubicBezTo>
                    <a:pt x="6591" y="0"/>
                    <a:pt x="3730" y="1167"/>
                    <a:pt x="1" y="5507"/>
                  </a:cubicBezTo>
                  <a:cubicBezTo>
                    <a:pt x="1" y="5507"/>
                    <a:pt x="2769" y="3450"/>
                    <a:pt x="5945" y="3450"/>
                  </a:cubicBezTo>
                  <a:cubicBezTo>
                    <a:pt x="8357" y="3450"/>
                    <a:pt x="11005" y="4637"/>
                    <a:pt x="12852" y="8814"/>
                  </a:cubicBezTo>
                  <a:cubicBezTo>
                    <a:pt x="15013" y="4985"/>
                    <a:pt x="12069" y="1576"/>
                    <a:pt x="12069" y="1576"/>
                  </a:cubicBezTo>
                  <a:cubicBezTo>
                    <a:pt x="12069" y="1576"/>
                    <a:pt x="10912" y="0"/>
                    <a:pt x="8590" y="0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5011000" y="830125"/>
              <a:ext cx="891725" cy="608275"/>
            </a:xfrm>
            <a:custGeom>
              <a:rect b="b" l="l" r="r" t="t"/>
              <a:pathLst>
                <a:path extrusionOk="0" h="24331" w="35669">
                  <a:moveTo>
                    <a:pt x="19521" y="0"/>
                  </a:moveTo>
                  <a:cubicBezTo>
                    <a:pt x="11104" y="0"/>
                    <a:pt x="3558" y="4237"/>
                    <a:pt x="1843" y="11043"/>
                  </a:cubicBezTo>
                  <a:cubicBezTo>
                    <a:pt x="1828" y="11159"/>
                    <a:pt x="1785" y="11260"/>
                    <a:pt x="1770" y="11376"/>
                  </a:cubicBezTo>
                  <a:cubicBezTo>
                    <a:pt x="1" y="18904"/>
                    <a:pt x="6077" y="24331"/>
                    <a:pt x="12256" y="24331"/>
                  </a:cubicBezTo>
                  <a:cubicBezTo>
                    <a:pt x="15447" y="24331"/>
                    <a:pt x="18666" y="22883"/>
                    <a:pt x="20845" y="19528"/>
                  </a:cubicBezTo>
                  <a:cubicBezTo>
                    <a:pt x="24822" y="13390"/>
                    <a:pt x="27797" y="5820"/>
                    <a:pt x="35515" y="5820"/>
                  </a:cubicBezTo>
                  <a:cubicBezTo>
                    <a:pt x="35566" y="5820"/>
                    <a:pt x="35617" y="5820"/>
                    <a:pt x="35669" y="5821"/>
                  </a:cubicBezTo>
                  <a:cubicBezTo>
                    <a:pt x="30825" y="1788"/>
                    <a:pt x="24989" y="0"/>
                    <a:pt x="19521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5152075" y="850175"/>
              <a:ext cx="518575" cy="730350"/>
            </a:xfrm>
            <a:custGeom>
              <a:rect b="b" l="l" r="r" t="t"/>
              <a:pathLst>
                <a:path extrusionOk="0" h="29214" w="20743">
                  <a:moveTo>
                    <a:pt x="20641" y="0"/>
                  </a:moveTo>
                  <a:cubicBezTo>
                    <a:pt x="20554" y="15"/>
                    <a:pt x="10879" y="1248"/>
                    <a:pt x="5135" y="8921"/>
                  </a:cubicBezTo>
                  <a:cubicBezTo>
                    <a:pt x="1277" y="14056"/>
                    <a:pt x="0" y="20873"/>
                    <a:pt x="1378" y="29141"/>
                  </a:cubicBezTo>
                  <a:cubicBezTo>
                    <a:pt x="1378" y="29170"/>
                    <a:pt x="1436" y="29213"/>
                    <a:pt x="1480" y="29213"/>
                  </a:cubicBezTo>
                  <a:cubicBezTo>
                    <a:pt x="1538" y="29213"/>
                    <a:pt x="1581" y="29155"/>
                    <a:pt x="1581" y="29097"/>
                  </a:cubicBezTo>
                  <a:cubicBezTo>
                    <a:pt x="218" y="20887"/>
                    <a:pt x="1480" y="14128"/>
                    <a:pt x="5295" y="9037"/>
                  </a:cubicBezTo>
                  <a:cubicBezTo>
                    <a:pt x="10995" y="1436"/>
                    <a:pt x="20583" y="203"/>
                    <a:pt x="20670" y="189"/>
                  </a:cubicBezTo>
                  <a:cubicBezTo>
                    <a:pt x="20714" y="160"/>
                    <a:pt x="20743" y="131"/>
                    <a:pt x="20743" y="73"/>
                  </a:cubicBezTo>
                  <a:cubicBezTo>
                    <a:pt x="20728" y="44"/>
                    <a:pt x="20699" y="0"/>
                    <a:pt x="20641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5906325" y="2183900"/>
              <a:ext cx="297025" cy="174475"/>
            </a:xfrm>
            <a:custGeom>
              <a:rect b="b" l="l" r="r" t="t"/>
              <a:pathLst>
                <a:path extrusionOk="0" h="6979" w="11881">
                  <a:moveTo>
                    <a:pt x="1712" y="1"/>
                  </a:moveTo>
                  <a:cubicBezTo>
                    <a:pt x="1" y="3018"/>
                    <a:pt x="2322" y="5730"/>
                    <a:pt x="2322" y="5730"/>
                  </a:cubicBezTo>
                  <a:cubicBezTo>
                    <a:pt x="2322" y="5730"/>
                    <a:pt x="3239" y="6979"/>
                    <a:pt x="5079" y="6979"/>
                  </a:cubicBezTo>
                  <a:cubicBezTo>
                    <a:pt x="6662" y="6979"/>
                    <a:pt x="8928" y="6054"/>
                    <a:pt x="11881" y="2612"/>
                  </a:cubicBezTo>
                  <a:lnTo>
                    <a:pt x="11881" y="2612"/>
                  </a:lnTo>
                  <a:cubicBezTo>
                    <a:pt x="11880" y="2612"/>
                    <a:pt x="9682" y="4238"/>
                    <a:pt x="7168" y="4238"/>
                  </a:cubicBezTo>
                  <a:cubicBezTo>
                    <a:pt x="5258" y="4238"/>
                    <a:pt x="3165" y="3300"/>
                    <a:pt x="171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5964000" y="1960350"/>
              <a:ext cx="706875" cy="482325"/>
            </a:xfrm>
            <a:custGeom>
              <a:rect b="b" l="l" r="r" t="t"/>
              <a:pathLst>
                <a:path extrusionOk="0" h="19293" w="28275">
                  <a:moveTo>
                    <a:pt x="18574" y="1"/>
                  </a:moveTo>
                  <a:cubicBezTo>
                    <a:pt x="16045" y="1"/>
                    <a:pt x="13494" y="1149"/>
                    <a:pt x="11764" y="3808"/>
                  </a:cubicBezTo>
                  <a:cubicBezTo>
                    <a:pt x="8602" y="8659"/>
                    <a:pt x="6245" y="14687"/>
                    <a:pt x="89" y="14687"/>
                  </a:cubicBezTo>
                  <a:cubicBezTo>
                    <a:pt x="59" y="14687"/>
                    <a:pt x="30" y="14687"/>
                    <a:pt x="0" y="14687"/>
                  </a:cubicBezTo>
                  <a:lnTo>
                    <a:pt x="0" y="14687"/>
                  </a:lnTo>
                  <a:cubicBezTo>
                    <a:pt x="3837" y="17878"/>
                    <a:pt x="8460" y="19292"/>
                    <a:pt x="12791" y="19292"/>
                  </a:cubicBezTo>
                  <a:cubicBezTo>
                    <a:pt x="19464" y="19292"/>
                    <a:pt x="25445" y="15936"/>
                    <a:pt x="26791" y="10553"/>
                  </a:cubicBezTo>
                  <a:cubicBezTo>
                    <a:pt x="26835" y="10466"/>
                    <a:pt x="26849" y="10364"/>
                    <a:pt x="26878" y="10277"/>
                  </a:cubicBezTo>
                  <a:cubicBezTo>
                    <a:pt x="28274" y="4300"/>
                    <a:pt x="23467" y="1"/>
                    <a:pt x="18574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6148200" y="1847025"/>
              <a:ext cx="410875" cy="579150"/>
            </a:xfrm>
            <a:custGeom>
              <a:rect b="b" l="l" r="r" t="t"/>
              <a:pathLst>
                <a:path extrusionOk="0" h="23166" w="16435">
                  <a:moveTo>
                    <a:pt x="15246" y="1"/>
                  </a:moveTo>
                  <a:cubicBezTo>
                    <a:pt x="15188" y="15"/>
                    <a:pt x="15173" y="59"/>
                    <a:pt x="15173" y="102"/>
                  </a:cubicBezTo>
                  <a:cubicBezTo>
                    <a:pt x="16246" y="6615"/>
                    <a:pt x="15260" y="11967"/>
                    <a:pt x="12229" y="15985"/>
                  </a:cubicBezTo>
                  <a:cubicBezTo>
                    <a:pt x="7717" y="22005"/>
                    <a:pt x="146" y="22977"/>
                    <a:pt x="73" y="22991"/>
                  </a:cubicBezTo>
                  <a:cubicBezTo>
                    <a:pt x="30" y="23006"/>
                    <a:pt x="1" y="23049"/>
                    <a:pt x="1" y="23093"/>
                  </a:cubicBezTo>
                  <a:cubicBezTo>
                    <a:pt x="1" y="23136"/>
                    <a:pt x="44" y="23165"/>
                    <a:pt x="88" y="23165"/>
                  </a:cubicBezTo>
                  <a:cubicBezTo>
                    <a:pt x="175" y="23151"/>
                    <a:pt x="7833" y="22179"/>
                    <a:pt x="12374" y="16101"/>
                  </a:cubicBezTo>
                  <a:cubicBezTo>
                    <a:pt x="15449" y="12011"/>
                    <a:pt x="16435" y="6629"/>
                    <a:pt x="15347" y="73"/>
                  </a:cubicBezTo>
                  <a:cubicBezTo>
                    <a:pt x="15333" y="15"/>
                    <a:pt x="15304" y="1"/>
                    <a:pt x="15246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5567275" y="1371975"/>
              <a:ext cx="145075" cy="203100"/>
            </a:xfrm>
            <a:custGeom>
              <a:rect b="b" l="l" r="r" t="t"/>
              <a:pathLst>
                <a:path extrusionOk="0" h="8124" w="5803">
                  <a:moveTo>
                    <a:pt x="2945" y="1"/>
                  </a:moveTo>
                  <a:cubicBezTo>
                    <a:pt x="2437" y="1"/>
                    <a:pt x="1959" y="88"/>
                    <a:pt x="1524" y="277"/>
                  </a:cubicBezTo>
                  <a:cubicBezTo>
                    <a:pt x="1103" y="451"/>
                    <a:pt x="769" y="726"/>
                    <a:pt x="508" y="1074"/>
                  </a:cubicBezTo>
                  <a:cubicBezTo>
                    <a:pt x="262" y="1408"/>
                    <a:pt x="131" y="1829"/>
                    <a:pt x="131" y="2322"/>
                  </a:cubicBezTo>
                  <a:cubicBezTo>
                    <a:pt x="131" y="2641"/>
                    <a:pt x="189" y="2931"/>
                    <a:pt x="291" y="3192"/>
                  </a:cubicBezTo>
                  <a:cubicBezTo>
                    <a:pt x="407" y="3439"/>
                    <a:pt x="566" y="3656"/>
                    <a:pt x="769" y="3859"/>
                  </a:cubicBezTo>
                  <a:cubicBezTo>
                    <a:pt x="987" y="4048"/>
                    <a:pt x="1234" y="4207"/>
                    <a:pt x="1538" y="4338"/>
                  </a:cubicBezTo>
                  <a:cubicBezTo>
                    <a:pt x="1857" y="4454"/>
                    <a:pt x="2220" y="4556"/>
                    <a:pt x="2612" y="4599"/>
                  </a:cubicBezTo>
                  <a:cubicBezTo>
                    <a:pt x="3032" y="4657"/>
                    <a:pt x="3395" y="4744"/>
                    <a:pt x="3670" y="4860"/>
                  </a:cubicBezTo>
                  <a:cubicBezTo>
                    <a:pt x="3931" y="4962"/>
                    <a:pt x="4149" y="5092"/>
                    <a:pt x="4280" y="5252"/>
                  </a:cubicBezTo>
                  <a:cubicBezTo>
                    <a:pt x="4410" y="5411"/>
                    <a:pt x="4483" y="5614"/>
                    <a:pt x="4483" y="5832"/>
                  </a:cubicBezTo>
                  <a:cubicBezTo>
                    <a:pt x="4483" y="6035"/>
                    <a:pt x="4410" y="6195"/>
                    <a:pt x="4265" y="6340"/>
                  </a:cubicBezTo>
                  <a:cubicBezTo>
                    <a:pt x="4120" y="6485"/>
                    <a:pt x="3931" y="6601"/>
                    <a:pt x="3699" y="6688"/>
                  </a:cubicBezTo>
                  <a:cubicBezTo>
                    <a:pt x="3467" y="6775"/>
                    <a:pt x="3206" y="6818"/>
                    <a:pt x="2945" y="6818"/>
                  </a:cubicBezTo>
                  <a:cubicBezTo>
                    <a:pt x="2524" y="6818"/>
                    <a:pt x="2176" y="6760"/>
                    <a:pt x="1886" y="6630"/>
                  </a:cubicBezTo>
                  <a:cubicBezTo>
                    <a:pt x="1596" y="6528"/>
                    <a:pt x="1321" y="6340"/>
                    <a:pt x="1030" y="6108"/>
                  </a:cubicBezTo>
                  <a:cubicBezTo>
                    <a:pt x="929" y="6021"/>
                    <a:pt x="798" y="5977"/>
                    <a:pt x="653" y="5977"/>
                  </a:cubicBezTo>
                  <a:cubicBezTo>
                    <a:pt x="450" y="5977"/>
                    <a:pt x="305" y="6050"/>
                    <a:pt x="189" y="6180"/>
                  </a:cubicBezTo>
                  <a:cubicBezTo>
                    <a:pt x="59" y="6311"/>
                    <a:pt x="1" y="6456"/>
                    <a:pt x="1" y="6630"/>
                  </a:cubicBezTo>
                  <a:cubicBezTo>
                    <a:pt x="1" y="6731"/>
                    <a:pt x="30" y="6833"/>
                    <a:pt x="73" y="6934"/>
                  </a:cubicBezTo>
                  <a:cubicBezTo>
                    <a:pt x="117" y="7050"/>
                    <a:pt x="204" y="7137"/>
                    <a:pt x="291" y="7225"/>
                  </a:cubicBezTo>
                  <a:cubicBezTo>
                    <a:pt x="697" y="7558"/>
                    <a:pt x="1088" y="7790"/>
                    <a:pt x="1509" y="7921"/>
                  </a:cubicBezTo>
                  <a:cubicBezTo>
                    <a:pt x="1930" y="8051"/>
                    <a:pt x="2394" y="8124"/>
                    <a:pt x="2931" y="8124"/>
                  </a:cubicBezTo>
                  <a:cubicBezTo>
                    <a:pt x="3424" y="8124"/>
                    <a:pt x="3902" y="8066"/>
                    <a:pt x="4338" y="7863"/>
                  </a:cubicBezTo>
                  <a:cubicBezTo>
                    <a:pt x="4773" y="7660"/>
                    <a:pt x="5135" y="7399"/>
                    <a:pt x="5411" y="7050"/>
                  </a:cubicBezTo>
                  <a:cubicBezTo>
                    <a:pt x="5672" y="6688"/>
                    <a:pt x="5803" y="6267"/>
                    <a:pt x="5803" y="5774"/>
                  </a:cubicBezTo>
                  <a:cubicBezTo>
                    <a:pt x="5803" y="5397"/>
                    <a:pt x="5745" y="5078"/>
                    <a:pt x="5643" y="4802"/>
                  </a:cubicBezTo>
                  <a:cubicBezTo>
                    <a:pt x="5527" y="4527"/>
                    <a:pt x="5353" y="4309"/>
                    <a:pt x="5135" y="4135"/>
                  </a:cubicBezTo>
                  <a:cubicBezTo>
                    <a:pt x="4918" y="3946"/>
                    <a:pt x="4628" y="3801"/>
                    <a:pt x="4280" y="3700"/>
                  </a:cubicBezTo>
                  <a:cubicBezTo>
                    <a:pt x="3931" y="3584"/>
                    <a:pt x="3540" y="3497"/>
                    <a:pt x="3090" y="3410"/>
                  </a:cubicBezTo>
                  <a:cubicBezTo>
                    <a:pt x="2742" y="3337"/>
                    <a:pt x="2452" y="3265"/>
                    <a:pt x="2191" y="3163"/>
                  </a:cubicBezTo>
                  <a:cubicBezTo>
                    <a:pt x="1959" y="3091"/>
                    <a:pt x="1756" y="2975"/>
                    <a:pt x="1640" y="2829"/>
                  </a:cubicBezTo>
                  <a:cubicBezTo>
                    <a:pt x="1509" y="2684"/>
                    <a:pt x="1437" y="2481"/>
                    <a:pt x="1437" y="2264"/>
                  </a:cubicBezTo>
                  <a:cubicBezTo>
                    <a:pt x="1437" y="2075"/>
                    <a:pt x="1495" y="1916"/>
                    <a:pt x="1596" y="1771"/>
                  </a:cubicBezTo>
                  <a:cubicBezTo>
                    <a:pt x="1727" y="1626"/>
                    <a:pt x="1886" y="1524"/>
                    <a:pt x="2104" y="1422"/>
                  </a:cubicBezTo>
                  <a:cubicBezTo>
                    <a:pt x="2321" y="1335"/>
                    <a:pt x="2597" y="1306"/>
                    <a:pt x="2916" y="1306"/>
                  </a:cubicBezTo>
                  <a:cubicBezTo>
                    <a:pt x="3119" y="1306"/>
                    <a:pt x="3337" y="1321"/>
                    <a:pt x="3554" y="1393"/>
                  </a:cubicBezTo>
                  <a:cubicBezTo>
                    <a:pt x="3772" y="1451"/>
                    <a:pt x="3990" y="1539"/>
                    <a:pt x="4193" y="1626"/>
                  </a:cubicBezTo>
                  <a:cubicBezTo>
                    <a:pt x="4396" y="1727"/>
                    <a:pt x="4555" y="1814"/>
                    <a:pt x="4686" y="1916"/>
                  </a:cubicBezTo>
                  <a:cubicBezTo>
                    <a:pt x="4773" y="1988"/>
                    <a:pt x="4874" y="2032"/>
                    <a:pt x="4990" y="2032"/>
                  </a:cubicBezTo>
                  <a:cubicBezTo>
                    <a:pt x="5164" y="2032"/>
                    <a:pt x="5309" y="1959"/>
                    <a:pt x="5440" y="1829"/>
                  </a:cubicBezTo>
                  <a:cubicBezTo>
                    <a:pt x="5571" y="1684"/>
                    <a:pt x="5643" y="1539"/>
                    <a:pt x="5643" y="1379"/>
                  </a:cubicBezTo>
                  <a:cubicBezTo>
                    <a:pt x="5643" y="1161"/>
                    <a:pt x="5527" y="958"/>
                    <a:pt x="5309" y="770"/>
                  </a:cubicBezTo>
                  <a:cubicBezTo>
                    <a:pt x="5063" y="538"/>
                    <a:pt x="4715" y="364"/>
                    <a:pt x="4294" y="219"/>
                  </a:cubicBezTo>
                  <a:cubicBezTo>
                    <a:pt x="3888" y="74"/>
                    <a:pt x="3424" y="1"/>
                    <a:pt x="294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5726825" y="1373800"/>
              <a:ext cx="174825" cy="200200"/>
            </a:xfrm>
            <a:custGeom>
              <a:rect b="b" l="l" r="r" t="t"/>
              <a:pathLst>
                <a:path extrusionOk="0" h="8008" w="6993">
                  <a:moveTo>
                    <a:pt x="3453" y="2225"/>
                  </a:moveTo>
                  <a:lnTo>
                    <a:pt x="4581" y="4860"/>
                  </a:lnTo>
                  <a:lnTo>
                    <a:pt x="2339" y="4860"/>
                  </a:lnTo>
                  <a:lnTo>
                    <a:pt x="3453" y="2225"/>
                  </a:lnTo>
                  <a:close/>
                  <a:moveTo>
                    <a:pt x="3526" y="1"/>
                  </a:moveTo>
                  <a:cubicBezTo>
                    <a:pt x="3381" y="1"/>
                    <a:pt x="3250" y="15"/>
                    <a:pt x="3119" y="102"/>
                  </a:cubicBezTo>
                  <a:cubicBezTo>
                    <a:pt x="3003" y="175"/>
                    <a:pt x="2902" y="305"/>
                    <a:pt x="2858" y="450"/>
                  </a:cubicBezTo>
                  <a:lnTo>
                    <a:pt x="44" y="7195"/>
                  </a:lnTo>
                  <a:cubicBezTo>
                    <a:pt x="30" y="7268"/>
                    <a:pt x="1" y="7340"/>
                    <a:pt x="1" y="7413"/>
                  </a:cubicBezTo>
                  <a:cubicBezTo>
                    <a:pt x="1" y="7572"/>
                    <a:pt x="59" y="7717"/>
                    <a:pt x="146" y="7833"/>
                  </a:cubicBezTo>
                  <a:cubicBezTo>
                    <a:pt x="247" y="7935"/>
                    <a:pt x="407" y="7993"/>
                    <a:pt x="610" y="7993"/>
                  </a:cubicBezTo>
                  <a:cubicBezTo>
                    <a:pt x="726" y="7993"/>
                    <a:pt x="857" y="7935"/>
                    <a:pt x="973" y="7862"/>
                  </a:cubicBezTo>
                  <a:cubicBezTo>
                    <a:pt x="1074" y="7790"/>
                    <a:pt x="1147" y="7688"/>
                    <a:pt x="1205" y="7543"/>
                  </a:cubicBezTo>
                  <a:lnTo>
                    <a:pt x="1787" y="6165"/>
                  </a:lnTo>
                  <a:lnTo>
                    <a:pt x="5140" y="6165"/>
                  </a:lnTo>
                  <a:lnTo>
                    <a:pt x="5730" y="7543"/>
                  </a:lnTo>
                  <a:cubicBezTo>
                    <a:pt x="5788" y="7688"/>
                    <a:pt x="5875" y="7790"/>
                    <a:pt x="5991" y="7891"/>
                  </a:cubicBezTo>
                  <a:cubicBezTo>
                    <a:pt x="6093" y="7978"/>
                    <a:pt x="6224" y="8007"/>
                    <a:pt x="6354" y="8007"/>
                  </a:cubicBezTo>
                  <a:cubicBezTo>
                    <a:pt x="6514" y="8007"/>
                    <a:pt x="6659" y="7964"/>
                    <a:pt x="6789" y="7833"/>
                  </a:cubicBezTo>
                  <a:cubicBezTo>
                    <a:pt x="6920" y="7703"/>
                    <a:pt x="6992" y="7543"/>
                    <a:pt x="6992" y="7340"/>
                  </a:cubicBezTo>
                  <a:cubicBezTo>
                    <a:pt x="6992" y="7253"/>
                    <a:pt x="6963" y="7166"/>
                    <a:pt x="6934" y="7064"/>
                  </a:cubicBezTo>
                  <a:lnTo>
                    <a:pt x="4164" y="450"/>
                  </a:lnTo>
                  <a:cubicBezTo>
                    <a:pt x="4106" y="305"/>
                    <a:pt x="4019" y="204"/>
                    <a:pt x="3903" y="131"/>
                  </a:cubicBezTo>
                  <a:cubicBezTo>
                    <a:pt x="3772" y="30"/>
                    <a:pt x="3656" y="1"/>
                    <a:pt x="352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5"/>
            <p:cNvSpPr/>
            <p:nvPr/>
          </p:nvSpPr>
          <p:spPr>
            <a:xfrm>
              <a:off x="5886750" y="1373075"/>
              <a:ext cx="174825" cy="199100"/>
            </a:xfrm>
            <a:custGeom>
              <a:rect b="b" l="l" r="r" t="t"/>
              <a:pathLst>
                <a:path extrusionOk="0" h="7964" w="6993">
                  <a:moveTo>
                    <a:pt x="697" y="0"/>
                  </a:moveTo>
                  <a:cubicBezTo>
                    <a:pt x="552" y="0"/>
                    <a:pt x="407" y="73"/>
                    <a:pt x="247" y="189"/>
                  </a:cubicBezTo>
                  <a:cubicBezTo>
                    <a:pt x="73" y="320"/>
                    <a:pt x="1" y="479"/>
                    <a:pt x="1" y="697"/>
                  </a:cubicBezTo>
                  <a:cubicBezTo>
                    <a:pt x="1" y="755"/>
                    <a:pt x="30" y="784"/>
                    <a:pt x="30" y="842"/>
                  </a:cubicBezTo>
                  <a:cubicBezTo>
                    <a:pt x="30" y="900"/>
                    <a:pt x="44" y="958"/>
                    <a:pt x="59" y="987"/>
                  </a:cubicBezTo>
                  <a:lnTo>
                    <a:pt x="2858" y="7529"/>
                  </a:lnTo>
                  <a:cubicBezTo>
                    <a:pt x="2916" y="7659"/>
                    <a:pt x="3003" y="7775"/>
                    <a:pt x="3105" y="7848"/>
                  </a:cubicBezTo>
                  <a:cubicBezTo>
                    <a:pt x="3221" y="7906"/>
                    <a:pt x="3322" y="7964"/>
                    <a:pt x="3453" y="7964"/>
                  </a:cubicBezTo>
                  <a:cubicBezTo>
                    <a:pt x="3583" y="7964"/>
                    <a:pt x="3699" y="7935"/>
                    <a:pt x="3830" y="7862"/>
                  </a:cubicBezTo>
                  <a:cubicBezTo>
                    <a:pt x="3960" y="7790"/>
                    <a:pt x="4047" y="7674"/>
                    <a:pt x="4120" y="7529"/>
                  </a:cubicBezTo>
                  <a:lnTo>
                    <a:pt x="6920" y="1001"/>
                  </a:lnTo>
                  <a:cubicBezTo>
                    <a:pt x="6978" y="900"/>
                    <a:pt x="6992" y="784"/>
                    <a:pt x="6992" y="697"/>
                  </a:cubicBezTo>
                  <a:cubicBezTo>
                    <a:pt x="6992" y="494"/>
                    <a:pt x="6920" y="349"/>
                    <a:pt x="6774" y="233"/>
                  </a:cubicBezTo>
                  <a:cubicBezTo>
                    <a:pt x="6629" y="102"/>
                    <a:pt x="6470" y="44"/>
                    <a:pt x="6281" y="44"/>
                  </a:cubicBezTo>
                  <a:cubicBezTo>
                    <a:pt x="5991" y="44"/>
                    <a:pt x="5774" y="189"/>
                    <a:pt x="5643" y="436"/>
                  </a:cubicBezTo>
                  <a:lnTo>
                    <a:pt x="3573" y="5770"/>
                  </a:lnTo>
                  <a:lnTo>
                    <a:pt x="1306" y="436"/>
                  </a:lnTo>
                  <a:cubicBezTo>
                    <a:pt x="1190" y="160"/>
                    <a:pt x="987" y="0"/>
                    <a:pt x="69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5"/>
            <p:cNvSpPr/>
            <p:nvPr/>
          </p:nvSpPr>
          <p:spPr>
            <a:xfrm>
              <a:off x="6090900" y="1375250"/>
              <a:ext cx="128775" cy="196575"/>
            </a:xfrm>
            <a:custGeom>
              <a:rect b="b" l="l" r="r" t="t"/>
              <a:pathLst>
                <a:path extrusionOk="0" h="7863" w="5151">
                  <a:moveTo>
                    <a:pt x="668" y="1"/>
                  </a:moveTo>
                  <a:cubicBezTo>
                    <a:pt x="494" y="1"/>
                    <a:pt x="335" y="44"/>
                    <a:pt x="204" y="160"/>
                  </a:cubicBezTo>
                  <a:cubicBezTo>
                    <a:pt x="73" y="276"/>
                    <a:pt x="1" y="450"/>
                    <a:pt x="1" y="639"/>
                  </a:cubicBezTo>
                  <a:lnTo>
                    <a:pt x="1" y="7166"/>
                  </a:lnTo>
                  <a:cubicBezTo>
                    <a:pt x="1" y="7369"/>
                    <a:pt x="73" y="7529"/>
                    <a:pt x="204" y="7659"/>
                  </a:cubicBezTo>
                  <a:cubicBezTo>
                    <a:pt x="320" y="7790"/>
                    <a:pt x="494" y="7862"/>
                    <a:pt x="683" y="7862"/>
                  </a:cubicBezTo>
                  <a:lnTo>
                    <a:pt x="4454" y="7862"/>
                  </a:lnTo>
                  <a:cubicBezTo>
                    <a:pt x="4657" y="7862"/>
                    <a:pt x="4817" y="7804"/>
                    <a:pt x="4947" y="7688"/>
                  </a:cubicBezTo>
                  <a:cubicBezTo>
                    <a:pt x="5078" y="7558"/>
                    <a:pt x="5150" y="7398"/>
                    <a:pt x="5150" y="7210"/>
                  </a:cubicBezTo>
                  <a:cubicBezTo>
                    <a:pt x="5150" y="7050"/>
                    <a:pt x="5078" y="6876"/>
                    <a:pt x="4947" y="6760"/>
                  </a:cubicBezTo>
                  <a:cubicBezTo>
                    <a:pt x="4817" y="6629"/>
                    <a:pt x="4657" y="6557"/>
                    <a:pt x="4454" y="6557"/>
                  </a:cubicBezTo>
                  <a:lnTo>
                    <a:pt x="1393" y="6557"/>
                  </a:lnTo>
                  <a:lnTo>
                    <a:pt x="1393" y="4468"/>
                  </a:lnTo>
                  <a:lnTo>
                    <a:pt x="3946" y="4468"/>
                  </a:lnTo>
                  <a:cubicBezTo>
                    <a:pt x="4149" y="4468"/>
                    <a:pt x="4309" y="4396"/>
                    <a:pt x="4439" y="4294"/>
                  </a:cubicBezTo>
                  <a:cubicBezTo>
                    <a:pt x="4570" y="4178"/>
                    <a:pt x="4643" y="4018"/>
                    <a:pt x="4643" y="3844"/>
                  </a:cubicBezTo>
                  <a:cubicBezTo>
                    <a:pt x="4643" y="3656"/>
                    <a:pt x="4570" y="3496"/>
                    <a:pt x="4439" y="3366"/>
                  </a:cubicBezTo>
                  <a:cubicBezTo>
                    <a:pt x="4309" y="3235"/>
                    <a:pt x="4149" y="3192"/>
                    <a:pt x="3946" y="3192"/>
                  </a:cubicBezTo>
                  <a:lnTo>
                    <a:pt x="1393" y="3192"/>
                  </a:lnTo>
                  <a:lnTo>
                    <a:pt x="1393" y="1277"/>
                  </a:lnTo>
                  <a:lnTo>
                    <a:pt x="4439" y="1277"/>
                  </a:lnTo>
                  <a:cubicBezTo>
                    <a:pt x="4643" y="1277"/>
                    <a:pt x="4802" y="1204"/>
                    <a:pt x="4933" y="1103"/>
                  </a:cubicBezTo>
                  <a:cubicBezTo>
                    <a:pt x="5063" y="987"/>
                    <a:pt x="5136" y="827"/>
                    <a:pt x="5136" y="653"/>
                  </a:cubicBezTo>
                  <a:cubicBezTo>
                    <a:pt x="5136" y="465"/>
                    <a:pt x="5063" y="305"/>
                    <a:pt x="4933" y="175"/>
                  </a:cubicBezTo>
                  <a:cubicBezTo>
                    <a:pt x="4802" y="44"/>
                    <a:pt x="4643" y="1"/>
                    <a:pt x="443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5"/>
            <p:cNvSpPr/>
            <p:nvPr/>
          </p:nvSpPr>
          <p:spPr>
            <a:xfrm>
              <a:off x="5387425" y="1645775"/>
              <a:ext cx="137825" cy="197650"/>
            </a:xfrm>
            <a:custGeom>
              <a:rect b="b" l="l" r="r" t="t"/>
              <a:pathLst>
                <a:path extrusionOk="0" h="7906" w="5513">
                  <a:moveTo>
                    <a:pt x="3264" y="1291"/>
                  </a:moveTo>
                  <a:cubicBezTo>
                    <a:pt x="3409" y="1291"/>
                    <a:pt x="3554" y="1349"/>
                    <a:pt x="3684" y="1465"/>
                  </a:cubicBezTo>
                  <a:cubicBezTo>
                    <a:pt x="3829" y="1581"/>
                    <a:pt x="3931" y="1741"/>
                    <a:pt x="4033" y="1915"/>
                  </a:cubicBezTo>
                  <a:cubicBezTo>
                    <a:pt x="4120" y="2118"/>
                    <a:pt x="4149" y="2321"/>
                    <a:pt x="4149" y="2539"/>
                  </a:cubicBezTo>
                  <a:cubicBezTo>
                    <a:pt x="4149" y="2742"/>
                    <a:pt x="4120" y="2930"/>
                    <a:pt x="4033" y="3133"/>
                  </a:cubicBezTo>
                  <a:cubicBezTo>
                    <a:pt x="3931" y="3336"/>
                    <a:pt x="3815" y="3482"/>
                    <a:pt x="3684" y="3612"/>
                  </a:cubicBezTo>
                  <a:cubicBezTo>
                    <a:pt x="3554" y="3728"/>
                    <a:pt x="3409" y="3786"/>
                    <a:pt x="3264" y="3786"/>
                  </a:cubicBezTo>
                  <a:lnTo>
                    <a:pt x="1291" y="3786"/>
                  </a:lnTo>
                  <a:lnTo>
                    <a:pt x="1291" y="1291"/>
                  </a:lnTo>
                  <a:close/>
                  <a:moveTo>
                    <a:pt x="696" y="0"/>
                  </a:moveTo>
                  <a:cubicBezTo>
                    <a:pt x="493" y="0"/>
                    <a:pt x="334" y="73"/>
                    <a:pt x="203" y="203"/>
                  </a:cubicBezTo>
                  <a:cubicBezTo>
                    <a:pt x="73" y="319"/>
                    <a:pt x="0" y="479"/>
                    <a:pt x="0" y="682"/>
                  </a:cubicBezTo>
                  <a:lnTo>
                    <a:pt x="0" y="7209"/>
                  </a:lnTo>
                  <a:cubicBezTo>
                    <a:pt x="0" y="7412"/>
                    <a:pt x="58" y="7572"/>
                    <a:pt x="189" y="7703"/>
                  </a:cubicBezTo>
                  <a:cubicBezTo>
                    <a:pt x="305" y="7833"/>
                    <a:pt x="464" y="7906"/>
                    <a:pt x="653" y="7906"/>
                  </a:cubicBezTo>
                  <a:cubicBezTo>
                    <a:pt x="856" y="7906"/>
                    <a:pt x="1001" y="7833"/>
                    <a:pt x="1117" y="7703"/>
                  </a:cubicBezTo>
                  <a:cubicBezTo>
                    <a:pt x="1248" y="7572"/>
                    <a:pt x="1306" y="7412"/>
                    <a:pt x="1306" y="7209"/>
                  </a:cubicBezTo>
                  <a:lnTo>
                    <a:pt x="1306" y="5077"/>
                  </a:lnTo>
                  <a:lnTo>
                    <a:pt x="3264" y="5077"/>
                  </a:lnTo>
                  <a:cubicBezTo>
                    <a:pt x="3655" y="5077"/>
                    <a:pt x="4018" y="4961"/>
                    <a:pt x="4366" y="4729"/>
                  </a:cubicBezTo>
                  <a:cubicBezTo>
                    <a:pt x="4714" y="4497"/>
                    <a:pt x="4990" y="4192"/>
                    <a:pt x="5207" y="3801"/>
                  </a:cubicBezTo>
                  <a:cubicBezTo>
                    <a:pt x="5410" y="3424"/>
                    <a:pt x="5512" y="3003"/>
                    <a:pt x="5512" y="2539"/>
                  </a:cubicBezTo>
                  <a:cubicBezTo>
                    <a:pt x="5512" y="2060"/>
                    <a:pt x="5425" y="1625"/>
                    <a:pt x="5207" y="1248"/>
                  </a:cubicBezTo>
                  <a:cubicBezTo>
                    <a:pt x="4990" y="871"/>
                    <a:pt x="4714" y="581"/>
                    <a:pt x="4366" y="348"/>
                  </a:cubicBezTo>
                  <a:cubicBezTo>
                    <a:pt x="4033" y="102"/>
                    <a:pt x="3670" y="0"/>
                    <a:pt x="3264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5"/>
            <p:cNvSpPr/>
            <p:nvPr/>
          </p:nvSpPr>
          <p:spPr>
            <a:xfrm>
              <a:off x="5557850" y="1644675"/>
              <a:ext cx="125850" cy="197675"/>
            </a:xfrm>
            <a:custGeom>
              <a:rect b="b" l="l" r="r" t="t"/>
              <a:pathLst>
                <a:path extrusionOk="0" h="7907" w="5034">
                  <a:moveTo>
                    <a:pt x="726" y="1"/>
                  </a:moveTo>
                  <a:cubicBezTo>
                    <a:pt x="508" y="1"/>
                    <a:pt x="320" y="73"/>
                    <a:pt x="204" y="204"/>
                  </a:cubicBezTo>
                  <a:cubicBezTo>
                    <a:pt x="73" y="334"/>
                    <a:pt x="0" y="494"/>
                    <a:pt x="0" y="697"/>
                  </a:cubicBezTo>
                  <a:lnTo>
                    <a:pt x="0" y="7224"/>
                  </a:lnTo>
                  <a:cubicBezTo>
                    <a:pt x="0" y="7427"/>
                    <a:pt x="73" y="7587"/>
                    <a:pt x="204" y="7717"/>
                  </a:cubicBezTo>
                  <a:cubicBezTo>
                    <a:pt x="320" y="7834"/>
                    <a:pt x="494" y="7906"/>
                    <a:pt x="682" y="7906"/>
                  </a:cubicBezTo>
                  <a:lnTo>
                    <a:pt x="4352" y="7906"/>
                  </a:lnTo>
                  <a:cubicBezTo>
                    <a:pt x="4555" y="7906"/>
                    <a:pt x="4715" y="7863"/>
                    <a:pt x="4845" y="7732"/>
                  </a:cubicBezTo>
                  <a:cubicBezTo>
                    <a:pt x="4961" y="7601"/>
                    <a:pt x="5034" y="7442"/>
                    <a:pt x="5034" y="7253"/>
                  </a:cubicBezTo>
                  <a:cubicBezTo>
                    <a:pt x="5034" y="7079"/>
                    <a:pt x="4976" y="6920"/>
                    <a:pt x="4845" y="6789"/>
                  </a:cubicBezTo>
                  <a:cubicBezTo>
                    <a:pt x="4715" y="6659"/>
                    <a:pt x="4555" y="6601"/>
                    <a:pt x="4352" y="6601"/>
                  </a:cubicBezTo>
                  <a:lnTo>
                    <a:pt x="4352" y="6572"/>
                  </a:lnTo>
                  <a:lnTo>
                    <a:pt x="1407" y="6572"/>
                  </a:lnTo>
                  <a:lnTo>
                    <a:pt x="1407" y="697"/>
                  </a:lnTo>
                  <a:cubicBezTo>
                    <a:pt x="1407" y="494"/>
                    <a:pt x="1335" y="334"/>
                    <a:pt x="1190" y="204"/>
                  </a:cubicBezTo>
                  <a:cubicBezTo>
                    <a:pt x="1074" y="73"/>
                    <a:pt x="900" y="1"/>
                    <a:pt x="72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5"/>
            <p:cNvSpPr/>
            <p:nvPr/>
          </p:nvSpPr>
          <p:spPr>
            <a:xfrm>
              <a:off x="5697825" y="1644325"/>
              <a:ext cx="174800" cy="200550"/>
            </a:xfrm>
            <a:custGeom>
              <a:rect b="b" l="l" r="r" t="t"/>
              <a:pathLst>
                <a:path extrusionOk="0" h="8022" w="6992">
                  <a:moveTo>
                    <a:pt x="3453" y="2225"/>
                  </a:moveTo>
                  <a:lnTo>
                    <a:pt x="4581" y="4859"/>
                  </a:lnTo>
                  <a:lnTo>
                    <a:pt x="2339" y="4859"/>
                  </a:lnTo>
                  <a:lnTo>
                    <a:pt x="3453" y="2225"/>
                  </a:lnTo>
                  <a:close/>
                  <a:moveTo>
                    <a:pt x="3525" y="0"/>
                  </a:moveTo>
                  <a:cubicBezTo>
                    <a:pt x="3380" y="0"/>
                    <a:pt x="3250" y="15"/>
                    <a:pt x="3119" y="116"/>
                  </a:cubicBezTo>
                  <a:cubicBezTo>
                    <a:pt x="3003" y="189"/>
                    <a:pt x="2901" y="305"/>
                    <a:pt x="2858" y="450"/>
                  </a:cubicBezTo>
                  <a:lnTo>
                    <a:pt x="44" y="7195"/>
                  </a:lnTo>
                  <a:cubicBezTo>
                    <a:pt x="15" y="7267"/>
                    <a:pt x="0" y="7340"/>
                    <a:pt x="0" y="7412"/>
                  </a:cubicBezTo>
                  <a:cubicBezTo>
                    <a:pt x="0" y="7586"/>
                    <a:pt x="58" y="7731"/>
                    <a:pt x="145" y="7833"/>
                  </a:cubicBezTo>
                  <a:cubicBezTo>
                    <a:pt x="247" y="7949"/>
                    <a:pt x="407" y="7993"/>
                    <a:pt x="610" y="7993"/>
                  </a:cubicBezTo>
                  <a:cubicBezTo>
                    <a:pt x="726" y="7993"/>
                    <a:pt x="856" y="7949"/>
                    <a:pt x="972" y="7877"/>
                  </a:cubicBezTo>
                  <a:cubicBezTo>
                    <a:pt x="1074" y="7804"/>
                    <a:pt x="1146" y="7688"/>
                    <a:pt x="1204" y="7543"/>
                  </a:cubicBezTo>
                  <a:lnTo>
                    <a:pt x="1787" y="6165"/>
                  </a:lnTo>
                  <a:lnTo>
                    <a:pt x="5140" y="6165"/>
                  </a:lnTo>
                  <a:lnTo>
                    <a:pt x="5730" y="7543"/>
                  </a:lnTo>
                  <a:cubicBezTo>
                    <a:pt x="5788" y="7688"/>
                    <a:pt x="5875" y="7804"/>
                    <a:pt x="5991" y="7891"/>
                  </a:cubicBezTo>
                  <a:cubicBezTo>
                    <a:pt x="6093" y="7978"/>
                    <a:pt x="6223" y="8022"/>
                    <a:pt x="6354" y="8022"/>
                  </a:cubicBezTo>
                  <a:cubicBezTo>
                    <a:pt x="6513" y="8022"/>
                    <a:pt x="6658" y="7964"/>
                    <a:pt x="6789" y="7833"/>
                  </a:cubicBezTo>
                  <a:cubicBezTo>
                    <a:pt x="6905" y="7702"/>
                    <a:pt x="6992" y="7543"/>
                    <a:pt x="6992" y="7340"/>
                  </a:cubicBezTo>
                  <a:cubicBezTo>
                    <a:pt x="6992" y="7253"/>
                    <a:pt x="6963" y="7166"/>
                    <a:pt x="6934" y="7079"/>
                  </a:cubicBezTo>
                  <a:lnTo>
                    <a:pt x="4163" y="450"/>
                  </a:lnTo>
                  <a:cubicBezTo>
                    <a:pt x="4105" y="305"/>
                    <a:pt x="4004" y="203"/>
                    <a:pt x="3902" y="131"/>
                  </a:cubicBezTo>
                  <a:cubicBezTo>
                    <a:pt x="3772" y="44"/>
                    <a:pt x="3656" y="0"/>
                    <a:pt x="352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5"/>
            <p:cNvSpPr/>
            <p:nvPr/>
          </p:nvSpPr>
          <p:spPr>
            <a:xfrm>
              <a:off x="5896550" y="1645775"/>
              <a:ext cx="164650" cy="197650"/>
            </a:xfrm>
            <a:custGeom>
              <a:rect b="b" l="l" r="r" t="t"/>
              <a:pathLst>
                <a:path extrusionOk="0" h="7906" w="6586">
                  <a:moveTo>
                    <a:pt x="682" y="0"/>
                  </a:moveTo>
                  <a:cubicBezTo>
                    <a:pt x="479" y="0"/>
                    <a:pt x="319" y="73"/>
                    <a:pt x="189" y="203"/>
                  </a:cubicBezTo>
                  <a:cubicBezTo>
                    <a:pt x="73" y="319"/>
                    <a:pt x="0" y="493"/>
                    <a:pt x="0" y="682"/>
                  </a:cubicBezTo>
                  <a:lnTo>
                    <a:pt x="0" y="7267"/>
                  </a:lnTo>
                  <a:cubicBezTo>
                    <a:pt x="0" y="7456"/>
                    <a:pt x="58" y="7601"/>
                    <a:pt x="160" y="7717"/>
                  </a:cubicBezTo>
                  <a:cubicBezTo>
                    <a:pt x="276" y="7848"/>
                    <a:pt x="421" y="7906"/>
                    <a:pt x="595" y="7906"/>
                  </a:cubicBezTo>
                  <a:cubicBezTo>
                    <a:pt x="783" y="7906"/>
                    <a:pt x="943" y="7848"/>
                    <a:pt x="1045" y="7717"/>
                  </a:cubicBezTo>
                  <a:cubicBezTo>
                    <a:pt x="1175" y="7601"/>
                    <a:pt x="1233" y="7456"/>
                    <a:pt x="1233" y="7267"/>
                  </a:cubicBezTo>
                  <a:lnTo>
                    <a:pt x="1233" y="2457"/>
                  </a:lnTo>
                  <a:lnTo>
                    <a:pt x="5367" y="7703"/>
                  </a:lnTo>
                  <a:cubicBezTo>
                    <a:pt x="5425" y="7775"/>
                    <a:pt x="5498" y="7819"/>
                    <a:pt x="5599" y="7848"/>
                  </a:cubicBezTo>
                  <a:cubicBezTo>
                    <a:pt x="5686" y="7891"/>
                    <a:pt x="5802" y="7906"/>
                    <a:pt x="5889" y="7906"/>
                  </a:cubicBezTo>
                  <a:cubicBezTo>
                    <a:pt x="6092" y="7906"/>
                    <a:pt x="6252" y="7833"/>
                    <a:pt x="6382" y="7703"/>
                  </a:cubicBezTo>
                  <a:cubicBezTo>
                    <a:pt x="6513" y="7572"/>
                    <a:pt x="6586" y="7412"/>
                    <a:pt x="6586" y="7209"/>
                  </a:cubicBezTo>
                  <a:lnTo>
                    <a:pt x="6586" y="639"/>
                  </a:lnTo>
                  <a:cubicBezTo>
                    <a:pt x="6586" y="450"/>
                    <a:pt x="6528" y="305"/>
                    <a:pt x="6411" y="174"/>
                  </a:cubicBezTo>
                  <a:cubicBezTo>
                    <a:pt x="6310" y="58"/>
                    <a:pt x="6165" y="0"/>
                    <a:pt x="5976" y="0"/>
                  </a:cubicBezTo>
                  <a:cubicBezTo>
                    <a:pt x="5788" y="0"/>
                    <a:pt x="5643" y="44"/>
                    <a:pt x="5527" y="145"/>
                  </a:cubicBezTo>
                  <a:cubicBezTo>
                    <a:pt x="5425" y="276"/>
                    <a:pt x="5367" y="421"/>
                    <a:pt x="5367" y="595"/>
                  </a:cubicBezTo>
                  <a:lnTo>
                    <a:pt x="5367" y="5457"/>
                  </a:lnTo>
                  <a:lnTo>
                    <a:pt x="1262" y="232"/>
                  </a:lnTo>
                  <a:cubicBezTo>
                    <a:pt x="1204" y="160"/>
                    <a:pt x="1117" y="87"/>
                    <a:pt x="1016" y="58"/>
                  </a:cubicBezTo>
                  <a:cubicBezTo>
                    <a:pt x="900" y="15"/>
                    <a:pt x="798" y="0"/>
                    <a:pt x="682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5"/>
            <p:cNvSpPr/>
            <p:nvPr/>
          </p:nvSpPr>
          <p:spPr>
            <a:xfrm>
              <a:off x="6103975" y="1645775"/>
              <a:ext cx="128750" cy="197300"/>
            </a:xfrm>
            <a:custGeom>
              <a:rect b="b" l="l" r="r" t="t"/>
              <a:pathLst>
                <a:path extrusionOk="0" h="7892" w="5150">
                  <a:moveTo>
                    <a:pt x="682" y="0"/>
                  </a:moveTo>
                  <a:cubicBezTo>
                    <a:pt x="479" y="0"/>
                    <a:pt x="319" y="44"/>
                    <a:pt x="203" y="174"/>
                  </a:cubicBezTo>
                  <a:cubicBezTo>
                    <a:pt x="73" y="305"/>
                    <a:pt x="0" y="464"/>
                    <a:pt x="0" y="668"/>
                  </a:cubicBezTo>
                  <a:lnTo>
                    <a:pt x="0" y="7195"/>
                  </a:lnTo>
                  <a:cubicBezTo>
                    <a:pt x="0" y="7398"/>
                    <a:pt x="73" y="7557"/>
                    <a:pt x="203" y="7688"/>
                  </a:cubicBezTo>
                  <a:cubicBezTo>
                    <a:pt x="334" y="7819"/>
                    <a:pt x="493" y="7891"/>
                    <a:pt x="696" y="7891"/>
                  </a:cubicBezTo>
                  <a:lnTo>
                    <a:pt x="4468" y="7891"/>
                  </a:lnTo>
                  <a:cubicBezTo>
                    <a:pt x="4656" y="7891"/>
                    <a:pt x="4830" y="7833"/>
                    <a:pt x="4946" y="7703"/>
                  </a:cubicBezTo>
                  <a:cubicBezTo>
                    <a:pt x="5077" y="7572"/>
                    <a:pt x="5149" y="7412"/>
                    <a:pt x="5149" y="7238"/>
                  </a:cubicBezTo>
                  <a:cubicBezTo>
                    <a:pt x="5149" y="7064"/>
                    <a:pt x="5077" y="6905"/>
                    <a:pt x="4946" y="6774"/>
                  </a:cubicBezTo>
                  <a:cubicBezTo>
                    <a:pt x="4830" y="6644"/>
                    <a:pt x="4656" y="6571"/>
                    <a:pt x="4468" y="6571"/>
                  </a:cubicBezTo>
                  <a:lnTo>
                    <a:pt x="1393" y="6571"/>
                  </a:lnTo>
                  <a:lnTo>
                    <a:pt x="1393" y="4482"/>
                  </a:lnTo>
                  <a:lnTo>
                    <a:pt x="3960" y="4482"/>
                  </a:lnTo>
                  <a:cubicBezTo>
                    <a:pt x="4149" y="4482"/>
                    <a:pt x="4323" y="4410"/>
                    <a:pt x="4439" y="4294"/>
                  </a:cubicBezTo>
                  <a:cubicBezTo>
                    <a:pt x="4569" y="4192"/>
                    <a:pt x="4642" y="4018"/>
                    <a:pt x="4642" y="3844"/>
                  </a:cubicBezTo>
                  <a:cubicBezTo>
                    <a:pt x="4642" y="3656"/>
                    <a:pt x="4569" y="3496"/>
                    <a:pt x="4439" y="3365"/>
                  </a:cubicBezTo>
                  <a:cubicBezTo>
                    <a:pt x="4323" y="3249"/>
                    <a:pt x="4149" y="3191"/>
                    <a:pt x="3960" y="3191"/>
                  </a:cubicBezTo>
                  <a:lnTo>
                    <a:pt x="1393" y="3191"/>
                  </a:lnTo>
                  <a:lnTo>
                    <a:pt x="1393" y="1291"/>
                  </a:lnTo>
                  <a:lnTo>
                    <a:pt x="4453" y="1291"/>
                  </a:lnTo>
                  <a:cubicBezTo>
                    <a:pt x="4642" y="1291"/>
                    <a:pt x="4816" y="1219"/>
                    <a:pt x="4932" y="1103"/>
                  </a:cubicBezTo>
                  <a:cubicBezTo>
                    <a:pt x="5062" y="1001"/>
                    <a:pt x="5135" y="827"/>
                    <a:pt x="5135" y="653"/>
                  </a:cubicBezTo>
                  <a:cubicBezTo>
                    <a:pt x="5135" y="464"/>
                    <a:pt x="5062" y="305"/>
                    <a:pt x="4932" y="174"/>
                  </a:cubicBezTo>
                  <a:cubicBezTo>
                    <a:pt x="4816" y="58"/>
                    <a:pt x="4642" y="0"/>
                    <a:pt x="445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6251925" y="1645050"/>
              <a:ext cx="159575" cy="198025"/>
            </a:xfrm>
            <a:custGeom>
              <a:rect b="b" l="l" r="r" t="t"/>
              <a:pathLst>
                <a:path extrusionOk="0" h="7921" w="6383">
                  <a:moveTo>
                    <a:pt x="682" y="0"/>
                  </a:moveTo>
                  <a:cubicBezTo>
                    <a:pt x="493" y="0"/>
                    <a:pt x="319" y="73"/>
                    <a:pt x="203" y="189"/>
                  </a:cubicBezTo>
                  <a:cubicBezTo>
                    <a:pt x="73" y="319"/>
                    <a:pt x="0" y="464"/>
                    <a:pt x="0" y="653"/>
                  </a:cubicBezTo>
                  <a:cubicBezTo>
                    <a:pt x="0" y="856"/>
                    <a:pt x="73" y="1001"/>
                    <a:pt x="203" y="1132"/>
                  </a:cubicBezTo>
                  <a:cubicBezTo>
                    <a:pt x="319" y="1262"/>
                    <a:pt x="493" y="1320"/>
                    <a:pt x="682" y="1320"/>
                  </a:cubicBezTo>
                  <a:lnTo>
                    <a:pt x="2466" y="1320"/>
                  </a:lnTo>
                  <a:lnTo>
                    <a:pt x="2466" y="7224"/>
                  </a:lnTo>
                  <a:cubicBezTo>
                    <a:pt x="2466" y="7427"/>
                    <a:pt x="2539" y="7586"/>
                    <a:pt x="2669" y="7717"/>
                  </a:cubicBezTo>
                  <a:cubicBezTo>
                    <a:pt x="2814" y="7848"/>
                    <a:pt x="2974" y="7920"/>
                    <a:pt x="3191" y="7920"/>
                  </a:cubicBezTo>
                  <a:cubicBezTo>
                    <a:pt x="3409" y="7920"/>
                    <a:pt x="3583" y="7848"/>
                    <a:pt x="3713" y="7717"/>
                  </a:cubicBezTo>
                  <a:cubicBezTo>
                    <a:pt x="3859" y="7586"/>
                    <a:pt x="3931" y="7427"/>
                    <a:pt x="3931" y="7224"/>
                  </a:cubicBezTo>
                  <a:lnTo>
                    <a:pt x="3931" y="1320"/>
                  </a:lnTo>
                  <a:lnTo>
                    <a:pt x="5686" y="1320"/>
                  </a:lnTo>
                  <a:cubicBezTo>
                    <a:pt x="5889" y="1320"/>
                    <a:pt x="6049" y="1248"/>
                    <a:pt x="6179" y="1132"/>
                  </a:cubicBezTo>
                  <a:cubicBezTo>
                    <a:pt x="6310" y="1001"/>
                    <a:pt x="6382" y="856"/>
                    <a:pt x="6382" y="653"/>
                  </a:cubicBezTo>
                  <a:cubicBezTo>
                    <a:pt x="6382" y="464"/>
                    <a:pt x="6310" y="319"/>
                    <a:pt x="6179" y="189"/>
                  </a:cubicBezTo>
                  <a:cubicBezTo>
                    <a:pt x="6049" y="58"/>
                    <a:pt x="5889" y="0"/>
                    <a:pt x="568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5"/>
            <p:cNvSpPr/>
            <p:nvPr/>
          </p:nvSpPr>
          <p:spPr>
            <a:xfrm>
              <a:off x="5802950" y="1923550"/>
              <a:ext cx="144825" cy="127300"/>
            </a:xfrm>
            <a:custGeom>
              <a:rect b="b" l="l" r="r" t="t"/>
              <a:pathLst>
                <a:path extrusionOk="0" h="5092" w="5793">
                  <a:moveTo>
                    <a:pt x="1655" y="0"/>
                  </a:moveTo>
                  <a:cubicBezTo>
                    <a:pt x="830" y="0"/>
                    <a:pt x="0" y="706"/>
                    <a:pt x="248" y="1726"/>
                  </a:cubicBezTo>
                  <a:cubicBezTo>
                    <a:pt x="771" y="4047"/>
                    <a:pt x="2903" y="5091"/>
                    <a:pt x="2903" y="5091"/>
                  </a:cubicBezTo>
                  <a:cubicBezTo>
                    <a:pt x="2903" y="5091"/>
                    <a:pt x="5050" y="4062"/>
                    <a:pt x="5572" y="1726"/>
                  </a:cubicBezTo>
                  <a:cubicBezTo>
                    <a:pt x="5792" y="706"/>
                    <a:pt x="4953" y="0"/>
                    <a:pt x="4124" y="0"/>
                  </a:cubicBezTo>
                  <a:cubicBezTo>
                    <a:pt x="3645" y="0"/>
                    <a:pt x="3169" y="236"/>
                    <a:pt x="2903" y="783"/>
                  </a:cubicBezTo>
                  <a:cubicBezTo>
                    <a:pt x="2888" y="812"/>
                    <a:pt x="2888" y="1219"/>
                    <a:pt x="2888" y="1219"/>
                  </a:cubicBezTo>
                  <a:cubicBezTo>
                    <a:pt x="2888" y="1219"/>
                    <a:pt x="2888" y="812"/>
                    <a:pt x="2874" y="783"/>
                  </a:cubicBezTo>
                  <a:cubicBezTo>
                    <a:pt x="2608" y="236"/>
                    <a:pt x="2132" y="0"/>
                    <a:pt x="1655" y="0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6"/>
          <p:cNvSpPr txBox="1"/>
          <p:nvPr>
            <p:ph idx="1" type="subTitle"/>
          </p:nvPr>
        </p:nvSpPr>
        <p:spPr>
          <a:xfrm>
            <a:off x="3795372" y="2567950"/>
            <a:ext cx="4628700" cy="11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mmersmith One"/>
              <a:buChar char="●"/>
            </a:pPr>
            <a:r>
              <a:rPr lang="en" sz="1700">
                <a:latin typeface="Hammersmith One"/>
                <a:ea typeface="Hammersmith One"/>
                <a:cs typeface="Hammersmith One"/>
                <a:sym typeface="Hammersmith One"/>
              </a:rPr>
              <a:t>一款便捷有趣的AI圖像辨識二手交換軟體</a:t>
            </a:r>
            <a:endParaRPr sz="17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Hammersmith One"/>
              <a:buChar char="●"/>
            </a:pPr>
            <a:r>
              <a:rPr lang="en" sz="1700">
                <a:latin typeface="Hammersmith One"/>
                <a:ea typeface="Hammersmith One"/>
                <a:cs typeface="Hammersmith One"/>
                <a:sym typeface="Hammersmith One"/>
              </a:rPr>
              <a:t>減少廢棄物與降低不負責任生產</a:t>
            </a:r>
            <a:endParaRPr sz="17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Hammersmith One"/>
                <a:ea typeface="Hammersmith One"/>
                <a:cs typeface="Hammersmith One"/>
                <a:sym typeface="Hammersmith One"/>
              </a:rPr>
              <a:t>   </a:t>
            </a:r>
            <a:r>
              <a:rPr b="1" lang="en" sz="1700">
                <a:latin typeface="Hammersmith One"/>
                <a:ea typeface="Hammersmith One"/>
                <a:cs typeface="Hammersmith One"/>
                <a:sym typeface="Hammersmith One"/>
              </a:rPr>
              <a:t>一張照片帶來的物品配對旅程</a:t>
            </a:r>
            <a:endParaRPr b="1" sz="17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31" name="Google Shape;731;p26"/>
          <p:cNvSpPr txBox="1"/>
          <p:nvPr>
            <p:ph type="title"/>
          </p:nvPr>
        </p:nvSpPr>
        <p:spPr>
          <a:xfrm>
            <a:off x="3795700" y="1768325"/>
            <a:ext cx="4628700" cy="7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</a:t>
            </a:r>
            <a:r>
              <a:rPr lang="en">
                <a:solidFill>
                  <a:schemeClr val="accent3"/>
                </a:solidFill>
              </a:rPr>
              <a:t>Swap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732" name="Google Shape;732;p26"/>
          <p:cNvGrpSpPr/>
          <p:nvPr/>
        </p:nvGrpSpPr>
        <p:grpSpPr>
          <a:xfrm>
            <a:off x="6969479" y="222274"/>
            <a:ext cx="1690810" cy="1768317"/>
            <a:chOff x="4952625" y="759525"/>
            <a:chExt cx="1779800" cy="1751850"/>
          </a:xfrm>
        </p:grpSpPr>
        <p:sp>
          <p:nvSpPr>
            <p:cNvPr id="733" name="Google Shape;733;p26"/>
            <p:cNvSpPr/>
            <p:nvPr/>
          </p:nvSpPr>
          <p:spPr>
            <a:xfrm>
              <a:off x="4952625" y="759525"/>
              <a:ext cx="1779800" cy="1751850"/>
            </a:xfrm>
            <a:custGeom>
              <a:rect b="b" l="l" r="r" t="t"/>
              <a:pathLst>
                <a:path extrusionOk="0" h="70074" w="71192">
                  <a:moveTo>
                    <a:pt x="21895" y="0"/>
                  </a:moveTo>
                  <a:cubicBezTo>
                    <a:pt x="19124" y="0"/>
                    <a:pt x="16355" y="423"/>
                    <a:pt x="13693" y="1291"/>
                  </a:cubicBezTo>
                  <a:cubicBezTo>
                    <a:pt x="7311" y="3365"/>
                    <a:pt x="2873" y="7688"/>
                    <a:pt x="1495" y="13156"/>
                  </a:cubicBezTo>
                  <a:cubicBezTo>
                    <a:pt x="1451" y="13287"/>
                    <a:pt x="1437" y="13417"/>
                    <a:pt x="1407" y="13548"/>
                  </a:cubicBezTo>
                  <a:cubicBezTo>
                    <a:pt x="1" y="19524"/>
                    <a:pt x="2495" y="24267"/>
                    <a:pt x="6165" y="27052"/>
                  </a:cubicBezTo>
                  <a:cubicBezTo>
                    <a:pt x="6180" y="29010"/>
                    <a:pt x="6383" y="31055"/>
                    <a:pt x="6731" y="33202"/>
                  </a:cubicBezTo>
                  <a:cubicBezTo>
                    <a:pt x="6948" y="34566"/>
                    <a:pt x="8123" y="35523"/>
                    <a:pt x="9443" y="35523"/>
                  </a:cubicBezTo>
                  <a:cubicBezTo>
                    <a:pt x="9487" y="35523"/>
                    <a:pt x="9516" y="35523"/>
                    <a:pt x="9574" y="35494"/>
                  </a:cubicBezTo>
                  <a:lnTo>
                    <a:pt x="9574" y="35740"/>
                  </a:lnTo>
                  <a:cubicBezTo>
                    <a:pt x="9574" y="50826"/>
                    <a:pt x="21845" y="63082"/>
                    <a:pt x="36916" y="63082"/>
                  </a:cubicBezTo>
                  <a:cubicBezTo>
                    <a:pt x="37104" y="63082"/>
                    <a:pt x="37264" y="63068"/>
                    <a:pt x="37438" y="63068"/>
                  </a:cubicBezTo>
                  <a:cubicBezTo>
                    <a:pt x="37728" y="63590"/>
                    <a:pt x="38047" y="64054"/>
                    <a:pt x="38337" y="64417"/>
                  </a:cubicBezTo>
                  <a:cubicBezTo>
                    <a:pt x="38758" y="64939"/>
                    <a:pt x="39382" y="65505"/>
                    <a:pt x="40223" y="65940"/>
                  </a:cubicBezTo>
                  <a:cubicBezTo>
                    <a:pt x="44081" y="68638"/>
                    <a:pt x="48665" y="70074"/>
                    <a:pt x="53263" y="70074"/>
                  </a:cubicBezTo>
                  <a:cubicBezTo>
                    <a:pt x="55511" y="70074"/>
                    <a:pt x="57774" y="69740"/>
                    <a:pt x="59935" y="69030"/>
                  </a:cubicBezTo>
                  <a:cubicBezTo>
                    <a:pt x="65172" y="67318"/>
                    <a:pt x="68827" y="63750"/>
                    <a:pt x="69973" y="59210"/>
                  </a:cubicBezTo>
                  <a:cubicBezTo>
                    <a:pt x="69988" y="59108"/>
                    <a:pt x="70031" y="59021"/>
                    <a:pt x="70046" y="58905"/>
                  </a:cubicBezTo>
                  <a:cubicBezTo>
                    <a:pt x="71191" y="54031"/>
                    <a:pt x="69233" y="50144"/>
                    <a:pt x="66274" y="47794"/>
                  </a:cubicBezTo>
                  <a:cubicBezTo>
                    <a:pt x="66245" y="46286"/>
                    <a:pt x="66100" y="44748"/>
                    <a:pt x="65825" y="43109"/>
                  </a:cubicBezTo>
                  <a:cubicBezTo>
                    <a:pt x="65636" y="41992"/>
                    <a:pt x="64809" y="41136"/>
                    <a:pt x="63779" y="40890"/>
                  </a:cubicBezTo>
                  <a:cubicBezTo>
                    <a:pt x="64098" y="39222"/>
                    <a:pt x="64258" y="37496"/>
                    <a:pt x="64258" y="35740"/>
                  </a:cubicBezTo>
                  <a:cubicBezTo>
                    <a:pt x="64258" y="22178"/>
                    <a:pt x="54351" y="10893"/>
                    <a:pt x="41383" y="8761"/>
                  </a:cubicBezTo>
                  <a:cubicBezTo>
                    <a:pt x="41006" y="7978"/>
                    <a:pt x="40571" y="7325"/>
                    <a:pt x="40151" y="6832"/>
                  </a:cubicBezTo>
                  <a:cubicBezTo>
                    <a:pt x="39875" y="6513"/>
                    <a:pt x="39150" y="5715"/>
                    <a:pt x="37975" y="5091"/>
                  </a:cubicBezTo>
                  <a:cubicBezTo>
                    <a:pt x="33214" y="1762"/>
                    <a:pt x="27551" y="0"/>
                    <a:pt x="21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5201025" y="1039275"/>
              <a:ext cx="1348275" cy="1228600"/>
            </a:xfrm>
            <a:custGeom>
              <a:rect b="b" l="l" r="r" t="t"/>
              <a:pathLst>
                <a:path extrusionOk="0" h="49144" w="53931">
                  <a:moveTo>
                    <a:pt x="26965" y="1"/>
                  </a:moveTo>
                  <a:cubicBezTo>
                    <a:pt x="20677" y="1"/>
                    <a:pt x="14390" y="2401"/>
                    <a:pt x="9588" y="7202"/>
                  </a:cubicBezTo>
                  <a:cubicBezTo>
                    <a:pt x="0" y="16790"/>
                    <a:pt x="0" y="32354"/>
                    <a:pt x="9588" y="41942"/>
                  </a:cubicBezTo>
                  <a:cubicBezTo>
                    <a:pt x="14390" y="46743"/>
                    <a:pt x="20677" y="49144"/>
                    <a:pt x="26965" y="49144"/>
                  </a:cubicBezTo>
                  <a:cubicBezTo>
                    <a:pt x="33253" y="49144"/>
                    <a:pt x="39541" y="46743"/>
                    <a:pt x="44342" y="41942"/>
                  </a:cubicBezTo>
                  <a:cubicBezTo>
                    <a:pt x="53930" y="32354"/>
                    <a:pt x="53930" y="16790"/>
                    <a:pt x="44342" y="7202"/>
                  </a:cubicBezTo>
                  <a:cubicBezTo>
                    <a:pt x="39541" y="2401"/>
                    <a:pt x="33253" y="1"/>
                    <a:pt x="26965" y="1"/>
                  </a:cubicBezTo>
                  <a:close/>
                </a:path>
              </a:pathLst>
            </a:custGeom>
            <a:solidFill>
              <a:srgbClr val="FBF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5601000" y="935525"/>
              <a:ext cx="375350" cy="220350"/>
            </a:xfrm>
            <a:custGeom>
              <a:rect b="b" l="l" r="r" t="t"/>
              <a:pathLst>
                <a:path extrusionOk="0" h="8814" w="15014">
                  <a:moveTo>
                    <a:pt x="8590" y="0"/>
                  </a:moveTo>
                  <a:cubicBezTo>
                    <a:pt x="6591" y="0"/>
                    <a:pt x="3730" y="1167"/>
                    <a:pt x="1" y="5507"/>
                  </a:cubicBezTo>
                  <a:cubicBezTo>
                    <a:pt x="1" y="5507"/>
                    <a:pt x="2769" y="3450"/>
                    <a:pt x="5945" y="3450"/>
                  </a:cubicBezTo>
                  <a:cubicBezTo>
                    <a:pt x="8357" y="3450"/>
                    <a:pt x="11005" y="4637"/>
                    <a:pt x="12852" y="8814"/>
                  </a:cubicBezTo>
                  <a:cubicBezTo>
                    <a:pt x="15013" y="4985"/>
                    <a:pt x="12069" y="1576"/>
                    <a:pt x="12069" y="1576"/>
                  </a:cubicBezTo>
                  <a:cubicBezTo>
                    <a:pt x="12069" y="1576"/>
                    <a:pt x="10912" y="0"/>
                    <a:pt x="8590" y="0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5011000" y="830125"/>
              <a:ext cx="891725" cy="608275"/>
            </a:xfrm>
            <a:custGeom>
              <a:rect b="b" l="l" r="r" t="t"/>
              <a:pathLst>
                <a:path extrusionOk="0" h="24331" w="35669">
                  <a:moveTo>
                    <a:pt x="19521" y="0"/>
                  </a:moveTo>
                  <a:cubicBezTo>
                    <a:pt x="11104" y="0"/>
                    <a:pt x="3558" y="4237"/>
                    <a:pt x="1843" y="11043"/>
                  </a:cubicBezTo>
                  <a:cubicBezTo>
                    <a:pt x="1828" y="11159"/>
                    <a:pt x="1785" y="11260"/>
                    <a:pt x="1770" y="11376"/>
                  </a:cubicBezTo>
                  <a:cubicBezTo>
                    <a:pt x="1" y="18904"/>
                    <a:pt x="6077" y="24331"/>
                    <a:pt x="12256" y="24331"/>
                  </a:cubicBezTo>
                  <a:cubicBezTo>
                    <a:pt x="15447" y="24331"/>
                    <a:pt x="18666" y="22883"/>
                    <a:pt x="20845" y="19528"/>
                  </a:cubicBezTo>
                  <a:cubicBezTo>
                    <a:pt x="24822" y="13390"/>
                    <a:pt x="27797" y="5820"/>
                    <a:pt x="35515" y="5820"/>
                  </a:cubicBezTo>
                  <a:cubicBezTo>
                    <a:pt x="35566" y="5820"/>
                    <a:pt x="35617" y="5820"/>
                    <a:pt x="35669" y="5821"/>
                  </a:cubicBezTo>
                  <a:cubicBezTo>
                    <a:pt x="30825" y="1788"/>
                    <a:pt x="24989" y="0"/>
                    <a:pt x="19521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5152075" y="850175"/>
              <a:ext cx="518575" cy="730350"/>
            </a:xfrm>
            <a:custGeom>
              <a:rect b="b" l="l" r="r" t="t"/>
              <a:pathLst>
                <a:path extrusionOk="0" h="29214" w="20743">
                  <a:moveTo>
                    <a:pt x="20641" y="0"/>
                  </a:moveTo>
                  <a:cubicBezTo>
                    <a:pt x="20554" y="15"/>
                    <a:pt x="10879" y="1248"/>
                    <a:pt x="5135" y="8921"/>
                  </a:cubicBezTo>
                  <a:cubicBezTo>
                    <a:pt x="1277" y="14056"/>
                    <a:pt x="0" y="20873"/>
                    <a:pt x="1378" y="29141"/>
                  </a:cubicBezTo>
                  <a:cubicBezTo>
                    <a:pt x="1378" y="29170"/>
                    <a:pt x="1436" y="29213"/>
                    <a:pt x="1480" y="29213"/>
                  </a:cubicBezTo>
                  <a:cubicBezTo>
                    <a:pt x="1538" y="29213"/>
                    <a:pt x="1581" y="29155"/>
                    <a:pt x="1581" y="29097"/>
                  </a:cubicBezTo>
                  <a:cubicBezTo>
                    <a:pt x="218" y="20887"/>
                    <a:pt x="1480" y="14128"/>
                    <a:pt x="5295" y="9037"/>
                  </a:cubicBezTo>
                  <a:cubicBezTo>
                    <a:pt x="10995" y="1436"/>
                    <a:pt x="20583" y="203"/>
                    <a:pt x="20670" y="189"/>
                  </a:cubicBezTo>
                  <a:cubicBezTo>
                    <a:pt x="20714" y="160"/>
                    <a:pt x="20743" y="131"/>
                    <a:pt x="20743" y="73"/>
                  </a:cubicBezTo>
                  <a:cubicBezTo>
                    <a:pt x="20728" y="44"/>
                    <a:pt x="20699" y="0"/>
                    <a:pt x="20641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5906325" y="2183900"/>
              <a:ext cx="297025" cy="174475"/>
            </a:xfrm>
            <a:custGeom>
              <a:rect b="b" l="l" r="r" t="t"/>
              <a:pathLst>
                <a:path extrusionOk="0" h="6979" w="11881">
                  <a:moveTo>
                    <a:pt x="1712" y="1"/>
                  </a:moveTo>
                  <a:cubicBezTo>
                    <a:pt x="1" y="3018"/>
                    <a:pt x="2322" y="5730"/>
                    <a:pt x="2322" y="5730"/>
                  </a:cubicBezTo>
                  <a:cubicBezTo>
                    <a:pt x="2322" y="5730"/>
                    <a:pt x="3239" y="6979"/>
                    <a:pt x="5079" y="6979"/>
                  </a:cubicBezTo>
                  <a:cubicBezTo>
                    <a:pt x="6662" y="6979"/>
                    <a:pt x="8928" y="6054"/>
                    <a:pt x="11881" y="2612"/>
                  </a:cubicBezTo>
                  <a:lnTo>
                    <a:pt x="11881" y="2612"/>
                  </a:lnTo>
                  <a:cubicBezTo>
                    <a:pt x="11880" y="2612"/>
                    <a:pt x="9682" y="4238"/>
                    <a:pt x="7168" y="4238"/>
                  </a:cubicBezTo>
                  <a:cubicBezTo>
                    <a:pt x="5258" y="4238"/>
                    <a:pt x="3165" y="3300"/>
                    <a:pt x="171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6"/>
            <p:cNvSpPr/>
            <p:nvPr/>
          </p:nvSpPr>
          <p:spPr>
            <a:xfrm>
              <a:off x="5964000" y="1960350"/>
              <a:ext cx="706875" cy="482325"/>
            </a:xfrm>
            <a:custGeom>
              <a:rect b="b" l="l" r="r" t="t"/>
              <a:pathLst>
                <a:path extrusionOk="0" h="19293" w="28275">
                  <a:moveTo>
                    <a:pt x="18574" y="1"/>
                  </a:moveTo>
                  <a:cubicBezTo>
                    <a:pt x="16045" y="1"/>
                    <a:pt x="13494" y="1149"/>
                    <a:pt x="11764" y="3808"/>
                  </a:cubicBezTo>
                  <a:cubicBezTo>
                    <a:pt x="8602" y="8659"/>
                    <a:pt x="6245" y="14687"/>
                    <a:pt x="89" y="14687"/>
                  </a:cubicBezTo>
                  <a:cubicBezTo>
                    <a:pt x="59" y="14687"/>
                    <a:pt x="30" y="14687"/>
                    <a:pt x="0" y="14687"/>
                  </a:cubicBezTo>
                  <a:lnTo>
                    <a:pt x="0" y="14687"/>
                  </a:lnTo>
                  <a:cubicBezTo>
                    <a:pt x="3837" y="17878"/>
                    <a:pt x="8460" y="19292"/>
                    <a:pt x="12791" y="19292"/>
                  </a:cubicBezTo>
                  <a:cubicBezTo>
                    <a:pt x="19464" y="19292"/>
                    <a:pt x="25445" y="15936"/>
                    <a:pt x="26791" y="10553"/>
                  </a:cubicBezTo>
                  <a:cubicBezTo>
                    <a:pt x="26835" y="10466"/>
                    <a:pt x="26849" y="10364"/>
                    <a:pt x="26878" y="10277"/>
                  </a:cubicBezTo>
                  <a:cubicBezTo>
                    <a:pt x="28274" y="4300"/>
                    <a:pt x="23467" y="1"/>
                    <a:pt x="18574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6148200" y="1847025"/>
              <a:ext cx="410875" cy="579150"/>
            </a:xfrm>
            <a:custGeom>
              <a:rect b="b" l="l" r="r" t="t"/>
              <a:pathLst>
                <a:path extrusionOk="0" h="23166" w="16435">
                  <a:moveTo>
                    <a:pt x="15246" y="1"/>
                  </a:moveTo>
                  <a:cubicBezTo>
                    <a:pt x="15188" y="15"/>
                    <a:pt x="15173" y="59"/>
                    <a:pt x="15173" y="102"/>
                  </a:cubicBezTo>
                  <a:cubicBezTo>
                    <a:pt x="16246" y="6615"/>
                    <a:pt x="15260" y="11967"/>
                    <a:pt x="12229" y="15985"/>
                  </a:cubicBezTo>
                  <a:cubicBezTo>
                    <a:pt x="7717" y="22005"/>
                    <a:pt x="146" y="22977"/>
                    <a:pt x="73" y="22991"/>
                  </a:cubicBezTo>
                  <a:cubicBezTo>
                    <a:pt x="30" y="23006"/>
                    <a:pt x="1" y="23049"/>
                    <a:pt x="1" y="23093"/>
                  </a:cubicBezTo>
                  <a:cubicBezTo>
                    <a:pt x="1" y="23136"/>
                    <a:pt x="44" y="23165"/>
                    <a:pt x="88" y="23165"/>
                  </a:cubicBezTo>
                  <a:cubicBezTo>
                    <a:pt x="175" y="23151"/>
                    <a:pt x="7833" y="22179"/>
                    <a:pt x="12374" y="16101"/>
                  </a:cubicBezTo>
                  <a:cubicBezTo>
                    <a:pt x="15449" y="12011"/>
                    <a:pt x="16435" y="6629"/>
                    <a:pt x="15347" y="73"/>
                  </a:cubicBezTo>
                  <a:cubicBezTo>
                    <a:pt x="15333" y="15"/>
                    <a:pt x="15304" y="1"/>
                    <a:pt x="15246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5567275" y="1371975"/>
              <a:ext cx="145075" cy="203100"/>
            </a:xfrm>
            <a:custGeom>
              <a:rect b="b" l="l" r="r" t="t"/>
              <a:pathLst>
                <a:path extrusionOk="0" h="8124" w="5803">
                  <a:moveTo>
                    <a:pt x="2945" y="1"/>
                  </a:moveTo>
                  <a:cubicBezTo>
                    <a:pt x="2437" y="1"/>
                    <a:pt x="1959" y="88"/>
                    <a:pt x="1524" y="277"/>
                  </a:cubicBezTo>
                  <a:cubicBezTo>
                    <a:pt x="1103" y="451"/>
                    <a:pt x="769" y="726"/>
                    <a:pt x="508" y="1074"/>
                  </a:cubicBezTo>
                  <a:cubicBezTo>
                    <a:pt x="262" y="1408"/>
                    <a:pt x="131" y="1829"/>
                    <a:pt x="131" y="2322"/>
                  </a:cubicBezTo>
                  <a:cubicBezTo>
                    <a:pt x="131" y="2641"/>
                    <a:pt x="189" y="2931"/>
                    <a:pt x="291" y="3192"/>
                  </a:cubicBezTo>
                  <a:cubicBezTo>
                    <a:pt x="407" y="3439"/>
                    <a:pt x="566" y="3656"/>
                    <a:pt x="769" y="3859"/>
                  </a:cubicBezTo>
                  <a:cubicBezTo>
                    <a:pt x="987" y="4048"/>
                    <a:pt x="1234" y="4207"/>
                    <a:pt x="1538" y="4338"/>
                  </a:cubicBezTo>
                  <a:cubicBezTo>
                    <a:pt x="1857" y="4454"/>
                    <a:pt x="2220" y="4556"/>
                    <a:pt x="2612" y="4599"/>
                  </a:cubicBezTo>
                  <a:cubicBezTo>
                    <a:pt x="3032" y="4657"/>
                    <a:pt x="3395" y="4744"/>
                    <a:pt x="3670" y="4860"/>
                  </a:cubicBezTo>
                  <a:cubicBezTo>
                    <a:pt x="3931" y="4962"/>
                    <a:pt x="4149" y="5092"/>
                    <a:pt x="4280" y="5252"/>
                  </a:cubicBezTo>
                  <a:cubicBezTo>
                    <a:pt x="4410" y="5411"/>
                    <a:pt x="4483" y="5614"/>
                    <a:pt x="4483" y="5832"/>
                  </a:cubicBezTo>
                  <a:cubicBezTo>
                    <a:pt x="4483" y="6035"/>
                    <a:pt x="4410" y="6195"/>
                    <a:pt x="4265" y="6340"/>
                  </a:cubicBezTo>
                  <a:cubicBezTo>
                    <a:pt x="4120" y="6485"/>
                    <a:pt x="3931" y="6601"/>
                    <a:pt x="3699" y="6688"/>
                  </a:cubicBezTo>
                  <a:cubicBezTo>
                    <a:pt x="3467" y="6775"/>
                    <a:pt x="3206" y="6818"/>
                    <a:pt x="2945" y="6818"/>
                  </a:cubicBezTo>
                  <a:cubicBezTo>
                    <a:pt x="2524" y="6818"/>
                    <a:pt x="2176" y="6760"/>
                    <a:pt x="1886" y="6630"/>
                  </a:cubicBezTo>
                  <a:cubicBezTo>
                    <a:pt x="1596" y="6528"/>
                    <a:pt x="1321" y="6340"/>
                    <a:pt x="1030" y="6108"/>
                  </a:cubicBezTo>
                  <a:cubicBezTo>
                    <a:pt x="929" y="6021"/>
                    <a:pt x="798" y="5977"/>
                    <a:pt x="653" y="5977"/>
                  </a:cubicBezTo>
                  <a:cubicBezTo>
                    <a:pt x="450" y="5977"/>
                    <a:pt x="305" y="6050"/>
                    <a:pt x="189" y="6180"/>
                  </a:cubicBezTo>
                  <a:cubicBezTo>
                    <a:pt x="59" y="6311"/>
                    <a:pt x="1" y="6456"/>
                    <a:pt x="1" y="6630"/>
                  </a:cubicBezTo>
                  <a:cubicBezTo>
                    <a:pt x="1" y="6731"/>
                    <a:pt x="30" y="6833"/>
                    <a:pt x="73" y="6934"/>
                  </a:cubicBezTo>
                  <a:cubicBezTo>
                    <a:pt x="117" y="7050"/>
                    <a:pt x="204" y="7137"/>
                    <a:pt x="291" y="7225"/>
                  </a:cubicBezTo>
                  <a:cubicBezTo>
                    <a:pt x="697" y="7558"/>
                    <a:pt x="1088" y="7790"/>
                    <a:pt x="1509" y="7921"/>
                  </a:cubicBezTo>
                  <a:cubicBezTo>
                    <a:pt x="1930" y="8051"/>
                    <a:pt x="2394" y="8124"/>
                    <a:pt x="2931" y="8124"/>
                  </a:cubicBezTo>
                  <a:cubicBezTo>
                    <a:pt x="3424" y="8124"/>
                    <a:pt x="3902" y="8066"/>
                    <a:pt x="4338" y="7863"/>
                  </a:cubicBezTo>
                  <a:cubicBezTo>
                    <a:pt x="4773" y="7660"/>
                    <a:pt x="5135" y="7399"/>
                    <a:pt x="5411" y="7050"/>
                  </a:cubicBezTo>
                  <a:cubicBezTo>
                    <a:pt x="5672" y="6688"/>
                    <a:pt x="5803" y="6267"/>
                    <a:pt x="5803" y="5774"/>
                  </a:cubicBezTo>
                  <a:cubicBezTo>
                    <a:pt x="5803" y="5397"/>
                    <a:pt x="5745" y="5078"/>
                    <a:pt x="5643" y="4802"/>
                  </a:cubicBezTo>
                  <a:cubicBezTo>
                    <a:pt x="5527" y="4527"/>
                    <a:pt x="5353" y="4309"/>
                    <a:pt x="5135" y="4135"/>
                  </a:cubicBezTo>
                  <a:cubicBezTo>
                    <a:pt x="4918" y="3946"/>
                    <a:pt x="4628" y="3801"/>
                    <a:pt x="4280" y="3700"/>
                  </a:cubicBezTo>
                  <a:cubicBezTo>
                    <a:pt x="3931" y="3584"/>
                    <a:pt x="3540" y="3497"/>
                    <a:pt x="3090" y="3410"/>
                  </a:cubicBezTo>
                  <a:cubicBezTo>
                    <a:pt x="2742" y="3337"/>
                    <a:pt x="2452" y="3265"/>
                    <a:pt x="2191" y="3163"/>
                  </a:cubicBezTo>
                  <a:cubicBezTo>
                    <a:pt x="1959" y="3091"/>
                    <a:pt x="1756" y="2975"/>
                    <a:pt x="1640" y="2829"/>
                  </a:cubicBezTo>
                  <a:cubicBezTo>
                    <a:pt x="1509" y="2684"/>
                    <a:pt x="1437" y="2481"/>
                    <a:pt x="1437" y="2264"/>
                  </a:cubicBezTo>
                  <a:cubicBezTo>
                    <a:pt x="1437" y="2075"/>
                    <a:pt x="1495" y="1916"/>
                    <a:pt x="1596" y="1771"/>
                  </a:cubicBezTo>
                  <a:cubicBezTo>
                    <a:pt x="1727" y="1626"/>
                    <a:pt x="1886" y="1524"/>
                    <a:pt x="2104" y="1422"/>
                  </a:cubicBezTo>
                  <a:cubicBezTo>
                    <a:pt x="2321" y="1335"/>
                    <a:pt x="2597" y="1306"/>
                    <a:pt x="2916" y="1306"/>
                  </a:cubicBezTo>
                  <a:cubicBezTo>
                    <a:pt x="3119" y="1306"/>
                    <a:pt x="3337" y="1321"/>
                    <a:pt x="3554" y="1393"/>
                  </a:cubicBezTo>
                  <a:cubicBezTo>
                    <a:pt x="3772" y="1451"/>
                    <a:pt x="3990" y="1539"/>
                    <a:pt x="4193" y="1626"/>
                  </a:cubicBezTo>
                  <a:cubicBezTo>
                    <a:pt x="4396" y="1727"/>
                    <a:pt x="4555" y="1814"/>
                    <a:pt x="4686" y="1916"/>
                  </a:cubicBezTo>
                  <a:cubicBezTo>
                    <a:pt x="4773" y="1988"/>
                    <a:pt x="4874" y="2032"/>
                    <a:pt x="4990" y="2032"/>
                  </a:cubicBezTo>
                  <a:cubicBezTo>
                    <a:pt x="5164" y="2032"/>
                    <a:pt x="5309" y="1959"/>
                    <a:pt x="5440" y="1829"/>
                  </a:cubicBezTo>
                  <a:cubicBezTo>
                    <a:pt x="5571" y="1684"/>
                    <a:pt x="5643" y="1539"/>
                    <a:pt x="5643" y="1379"/>
                  </a:cubicBezTo>
                  <a:cubicBezTo>
                    <a:pt x="5643" y="1161"/>
                    <a:pt x="5527" y="958"/>
                    <a:pt x="5309" y="770"/>
                  </a:cubicBezTo>
                  <a:cubicBezTo>
                    <a:pt x="5063" y="538"/>
                    <a:pt x="4715" y="364"/>
                    <a:pt x="4294" y="219"/>
                  </a:cubicBezTo>
                  <a:cubicBezTo>
                    <a:pt x="3888" y="74"/>
                    <a:pt x="3424" y="1"/>
                    <a:pt x="2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5726825" y="1373800"/>
              <a:ext cx="174825" cy="200200"/>
            </a:xfrm>
            <a:custGeom>
              <a:rect b="b" l="l" r="r" t="t"/>
              <a:pathLst>
                <a:path extrusionOk="0" h="8008" w="6993">
                  <a:moveTo>
                    <a:pt x="3453" y="2225"/>
                  </a:moveTo>
                  <a:lnTo>
                    <a:pt x="4581" y="4860"/>
                  </a:lnTo>
                  <a:lnTo>
                    <a:pt x="2339" y="4860"/>
                  </a:lnTo>
                  <a:lnTo>
                    <a:pt x="3453" y="2225"/>
                  </a:lnTo>
                  <a:close/>
                  <a:moveTo>
                    <a:pt x="3526" y="1"/>
                  </a:moveTo>
                  <a:cubicBezTo>
                    <a:pt x="3381" y="1"/>
                    <a:pt x="3250" y="15"/>
                    <a:pt x="3119" y="102"/>
                  </a:cubicBezTo>
                  <a:cubicBezTo>
                    <a:pt x="3003" y="175"/>
                    <a:pt x="2902" y="305"/>
                    <a:pt x="2858" y="450"/>
                  </a:cubicBezTo>
                  <a:lnTo>
                    <a:pt x="44" y="7195"/>
                  </a:lnTo>
                  <a:cubicBezTo>
                    <a:pt x="30" y="7268"/>
                    <a:pt x="1" y="7340"/>
                    <a:pt x="1" y="7413"/>
                  </a:cubicBezTo>
                  <a:cubicBezTo>
                    <a:pt x="1" y="7572"/>
                    <a:pt x="59" y="7717"/>
                    <a:pt x="146" y="7833"/>
                  </a:cubicBezTo>
                  <a:cubicBezTo>
                    <a:pt x="247" y="7935"/>
                    <a:pt x="407" y="7993"/>
                    <a:pt x="610" y="7993"/>
                  </a:cubicBezTo>
                  <a:cubicBezTo>
                    <a:pt x="726" y="7993"/>
                    <a:pt x="857" y="7935"/>
                    <a:pt x="973" y="7862"/>
                  </a:cubicBezTo>
                  <a:cubicBezTo>
                    <a:pt x="1074" y="7790"/>
                    <a:pt x="1147" y="7688"/>
                    <a:pt x="1205" y="7543"/>
                  </a:cubicBezTo>
                  <a:lnTo>
                    <a:pt x="1787" y="6165"/>
                  </a:lnTo>
                  <a:lnTo>
                    <a:pt x="5140" y="6165"/>
                  </a:lnTo>
                  <a:lnTo>
                    <a:pt x="5730" y="7543"/>
                  </a:lnTo>
                  <a:cubicBezTo>
                    <a:pt x="5788" y="7688"/>
                    <a:pt x="5875" y="7790"/>
                    <a:pt x="5991" y="7891"/>
                  </a:cubicBezTo>
                  <a:cubicBezTo>
                    <a:pt x="6093" y="7978"/>
                    <a:pt x="6224" y="8007"/>
                    <a:pt x="6354" y="8007"/>
                  </a:cubicBezTo>
                  <a:cubicBezTo>
                    <a:pt x="6514" y="8007"/>
                    <a:pt x="6659" y="7964"/>
                    <a:pt x="6789" y="7833"/>
                  </a:cubicBezTo>
                  <a:cubicBezTo>
                    <a:pt x="6920" y="7703"/>
                    <a:pt x="6992" y="7543"/>
                    <a:pt x="6992" y="7340"/>
                  </a:cubicBezTo>
                  <a:cubicBezTo>
                    <a:pt x="6992" y="7253"/>
                    <a:pt x="6963" y="7166"/>
                    <a:pt x="6934" y="7064"/>
                  </a:cubicBezTo>
                  <a:lnTo>
                    <a:pt x="4164" y="450"/>
                  </a:lnTo>
                  <a:cubicBezTo>
                    <a:pt x="4106" y="305"/>
                    <a:pt x="4019" y="204"/>
                    <a:pt x="3903" y="131"/>
                  </a:cubicBezTo>
                  <a:cubicBezTo>
                    <a:pt x="3772" y="30"/>
                    <a:pt x="365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5886750" y="1373075"/>
              <a:ext cx="174825" cy="199100"/>
            </a:xfrm>
            <a:custGeom>
              <a:rect b="b" l="l" r="r" t="t"/>
              <a:pathLst>
                <a:path extrusionOk="0" h="7964" w="6993">
                  <a:moveTo>
                    <a:pt x="697" y="0"/>
                  </a:moveTo>
                  <a:cubicBezTo>
                    <a:pt x="552" y="0"/>
                    <a:pt x="407" y="73"/>
                    <a:pt x="247" y="189"/>
                  </a:cubicBezTo>
                  <a:cubicBezTo>
                    <a:pt x="73" y="320"/>
                    <a:pt x="1" y="479"/>
                    <a:pt x="1" y="697"/>
                  </a:cubicBezTo>
                  <a:cubicBezTo>
                    <a:pt x="1" y="755"/>
                    <a:pt x="30" y="784"/>
                    <a:pt x="30" y="842"/>
                  </a:cubicBezTo>
                  <a:cubicBezTo>
                    <a:pt x="30" y="900"/>
                    <a:pt x="44" y="958"/>
                    <a:pt x="59" y="987"/>
                  </a:cubicBezTo>
                  <a:lnTo>
                    <a:pt x="2858" y="7529"/>
                  </a:lnTo>
                  <a:cubicBezTo>
                    <a:pt x="2916" y="7659"/>
                    <a:pt x="3003" y="7775"/>
                    <a:pt x="3105" y="7848"/>
                  </a:cubicBezTo>
                  <a:cubicBezTo>
                    <a:pt x="3221" y="7906"/>
                    <a:pt x="3322" y="7964"/>
                    <a:pt x="3453" y="7964"/>
                  </a:cubicBezTo>
                  <a:cubicBezTo>
                    <a:pt x="3583" y="7964"/>
                    <a:pt x="3699" y="7935"/>
                    <a:pt x="3830" y="7862"/>
                  </a:cubicBezTo>
                  <a:cubicBezTo>
                    <a:pt x="3960" y="7790"/>
                    <a:pt x="4047" y="7674"/>
                    <a:pt x="4120" y="7529"/>
                  </a:cubicBezTo>
                  <a:lnTo>
                    <a:pt x="6920" y="1001"/>
                  </a:lnTo>
                  <a:cubicBezTo>
                    <a:pt x="6978" y="900"/>
                    <a:pt x="6992" y="784"/>
                    <a:pt x="6992" y="697"/>
                  </a:cubicBezTo>
                  <a:cubicBezTo>
                    <a:pt x="6992" y="494"/>
                    <a:pt x="6920" y="349"/>
                    <a:pt x="6774" y="233"/>
                  </a:cubicBezTo>
                  <a:cubicBezTo>
                    <a:pt x="6629" y="102"/>
                    <a:pt x="6470" y="44"/>
                    <a:pt x="6281" y="44"/>
                  </a:cubicBezTo>
                  <a:cubicBezTo>
                    <a:pt x="5991" y="44"/>
                    <a:pt x="5774" y="189"/>
                    <a:pt x="5643" y="436"/>
                  </a:cubicBezTo>
                  <a:lnTo>
                    <a:pt x="3573" y="5770"/>
                  </a:lnTo>
                  <a:lnTo>
                    <a:pt x="1306" y="436"/>
                  </a:lnTo>
                  <a:cubicBezTo>
                    <a:pt x="1190" y="160"/>
                    <a:pt x="987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090900" y="1375250"/>
              <a:ext cx="128775" cy="196575"/>
            </a:xfrm>
            <a:custGeom>
              <a:rect b="b" l="l" r="r" t="t"/>
              <a:pathLst>
                <a:path extrusionOk="0" h="7863" w="5151">
                  <a:moveTo>
                    <a:pt x="668" y="1"/>
                  </a:moveTo>
                  <a:cubicBezTo>
                    <a:pt x="494" y="1"/>
                    <a:pt x="335" y="44"/>
                    <a:pt x="204" y="160"/>
                  </a:cubicBezTo>
                  <a:cubicBezTo>
                    <a:pt x="73" y="276"/>
                    <a:pt x="1" y="450"/>
                    <a:pt x="1" y="639"/>
                  </a:cubicBezTo>
                  <a:lnTo>
                    <a:pt x="1" y="7166"/>
                  </a:lnTo>
                  <a:cubicBezTo>
                    <a:pt x="1" y="7369"/>
                    <a:pt x="73" y="7529"/>
                    <a:pt x="204" y="7659"/>
                  </a:cubicBezTo>
                  <a:cubicBezTo>
                    <a:pt x="320" y="7790"/>
                    <a:pt x="494" y="7862"/>
                    <a:pt x="683" y="7862"/>
                  </a:cubicBezTo>
                  <a:lnTo>
                    <a:pt x="4454" y="7862"/>
                  </a:lnTo>
                  <a:cubicBezTo>
                    <a:pt x="4657" y="7862"/>
                    <a:pt x="4817" y="7804"/>
                    <a:pt x="4947" y="7688"/>
                  </a:cubicBezTo>
                  <a:cubicBezTo>
                    <a:pt x="5078" y="7558"/>
                    <a:pt x="5150" y="7398"/>
                    <a:pt x="5150" y="7210"/>
                  </a:cubicBezTo>
                  <a:cubicBezTo>
                    <a:pt x="5150" y="7050"/>
                    <a:pt x="5078" y="6876"/>
                    <a:pt x="4947" y="6760"/>
                  </a:cubicBezTo>
                  <a:cubicBezTo>
                    <a:pt x="4817" y="6629"/>
                    <a:pt x="4657" y="6557"/>
                    <a:pt x="4454" y="6557"/>
                  </a:cubicBezTo>
                  <a:lnTo>
                    <a:pt x="1393" y="6557"/>
                  </a:lnTo>
                  <a:lnTo>
                    <a:pt x="1393" y="4468"/>
                  </a:lnTo>
                  <a:lnTo>
                    <a:pt x="3946" y="4468"/>
                  </a:lnTo>
                  <a:cubicBezTo>
                    <a:pt x="4149" y="4468"/>
                    <a:pt x="4309" y="4396"/>
                    <a:pt x="4439" y="4294"/>
                  </a:cubicBezTo>
                  <a:cubicBezTo>
                    <a:pt x="4570" y="4178"/>
                    <a:pt x="4643" y="4018"/>
                    <a:pt x="4643" y="3844"/>
                  </a:cubicBezTo>
                  <a:cubicBezTo>
                    <a:pt x="4643" y="3656"/>
                    <a:pt x="4570" y="3496"/>
                    <a:pt x="4439" y="3366"/>
                  </a:cubicBezTo>
                  <a:cubicBezTo>
                    <a:pt x="4309" y="3235"/>
                    <a:pt x="4149" y="3192"/>
                    <a:pt x="3946" y="3192"/>
                  </a:cubicBezTo>
                  <a:lnTo>
                    <a:pt x="1393" y="3192"/>
                  </a:lnTo>
                  <a:lnTo>
                    <a:pt x="1393" y="1277"/>
                  </a:lnTo>
                  <a:lnTo>
                    <a:pt x="4439" y="1277"/>
                  </a:lnTo>
                  <a:cubicBezTo>
                    <a:pt x="4643" y="1277"/>
                    <a:pt x="4802" y="1204"/>
                    <a:pt x="4933" y="1103"/>
                  </a:cubicBezTo>
                  <a:cubicBezTo>
                    <a:pt x="5063" y="987"/>
                    <a:pt x="5136" y="827"/>
                    <a:pt x="5136" y="653"/>
                  </a:cubicBezTo>
                  <a:cubicBezTo>
                    <a:pt x="5136" y="465"/>
                    <a:pt x="5063" y="305"/>
                    <a:pt x="4933" y="175"/>
                  </a:cubicBezTo>
                  <a:cubicBezTo>
                    <a:pt x="4802" y="44"/>
                    <a:pt x="4643" y="1"/>
                    <a:pt x="4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5387425" y="1645775"/>
              <a:ext cx="137825" cy="197650"/>
            </a:xfrm>
            <a:custGeom>
              <a:rect b="b" l="l" r="r" t="t"/>
              <a:pathLst>
                <a:path extrusionOk="0" h="7906" w="5513">
                  <a:moveTo>
                    <a:pt x="3264" y="1291"/>
                  </a:moveTo>
                  <a:cubicBezTo>
                    <a:pt x="3409" y="1291"/>
                    <a:pt x="3554" y="1349"/>
                    <a:pt x="3684" y="1465"/>
                  </a:cubicBezTo>
                  <a:cubicBezTo>
                    <a:pt x="3829" y="1581"/>
                    <a:pt x="3931" y="1741"/>
                    <a:pt x="4033" y="1915"/>
                  </a:cubicBezTo>
                  <a:cubicBezTo>
                    <a:pt x="4120" y="2118"/>
                    <a:pt x="4149" y="2321"/>
                    <a:pt x="4149" y="2539"/>
                  </a:cubicBezTo>
                  <a:cubicBezTo>
                    <a:pt x="4149" y="2742"/>
                    <a:pt x="4120" y="2930"/>
                    <a:pt x="4033" y="3133"/>
                  </a:cubicBezTo>
                  <a:cubicBezTo>
                    <a:pt x="3931" y="3336"/>
                    <a:pt x="3815" y="3482"/>
                    <a:pt x="3684" y="3612"/>
                  </a:cubicBezTo>
                  <a:cubicBezTo>
                    <a:pt x="3554" y="3728"/>
                    <a:pt x="3409" y="3786"/>
                    <a:pt x="3264" y="3786"/>
                  </a:cubicBezTo>
                  <a:lnTo>
                    <a:pt x="1291" y="3786"/>
                  </a:lnTo>
                  <a:lnTo>
                    <a:pt x="1291" y="1291"/>
                  </a:lnTo>
                  <a:close/>
                  <a:moveTo>
                    <a:pt x="696" y="0"/>
                  </a:moveTo>
                  <a:cubicBezTo>
                    <a:pt x="493" y="0"/>
                    <a:pt x="334" y="73"/>
                    <a:pt x="203" y="203"/>
                  </a:cubicBezTo>
                  <a:cubicBezTo>
                    <a:pt x="73" y="319"/>
                    <a:pt x="0" y="479"/>
                    <a:pt x="0" y="682"/>
                  </a:cubicBezTo>
                  <a:lnTo>
                    <a:pt x="0" y="7209"/>
                  </a:lnTo>
                  <a:cubicBezTo>
                    <a:pt x="0" y="7412"/>
                    <a:pt x="58" y="7572"/>
                    <a:pt x="189" y="7703"/>
                  </a:cubicBezTo>
                  <a:cubicBezTo>
                    <a:pt x="305" y="7833"/>
                    <a:pt x="464" y="7906"/>
                    <a:pt x="653" y="7906"/>
                  </a:cubicBezTo>
                  <a:cubicBezTo>
                    <a:pt x="856" y="7906"/>
                    <a:pt x="1001" y="7833"/>
                    <a:pt x="1117" y="7703"/>
                  </a:cubicBezTo>
                  <a:cubicBezTo>
                    <a:pt x="1248" y="7572"/>
                    <a:pt x="1306" y="7412"/>
                    <a:pt x="1306" y="7209"/>
                  </a:cubicBezTo>
                  <a:lnTo>
                    <a:pt x="1306" y="5077"/>
                  </a:lnTo>
                  <a:lnTo>
                    <a:pt x="3264" y="5077"/>
                  </a:lnTo>
                  <a:cubicBezTo>
                    <a:pt x="3655" y="5077"/>
                    <a:pt x="4018" y="4961"/>
                    <a:pt x="4366" y="4729"/>
                  </a:cubicBezTo>
                  <a:cubicBezTo>
                    <a:pt x="4714" y="4497"/>
                    <a:pt x="4990" y="4192"/>
                    <a:pt x="5207" y="3801"/>
                  </a:cubicBezTo>
                  <a:cubicBezTo>
                    <a:pt x="5410" y="3424"/>
                    <a:pt x="5512" y="3003"/>
                    <a:pt x="5512" y="2539"/>
                  </a:cubicBezTo>
                  <a:cubicBezTo>
                    <a:pt x="5512" y="2060"/>
                    <a:pt x="5425" y="1625"/>
                    <a:pt x="5207" y="1248"/>
                  </a:cubicBezTo>
                  <a:cubicBezTo>
                    <a:pt x="4990" y="871"/>
                    <a:pt x="4714" y="581"/>
                    <a:pt x="4366" y="348"/>
                  </a:cubicBezTo>
                  <a:cubicBezTo>
                    <a:pt x="4033" y="102"/>
                    <a:pt x="3670" y="0"/>
                    <a:pt x="3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5557850" y="1644675"/>
              <a:ext cx="125850" cy="197675"/>
            </a:xfrm>
            <a:custGeom>
              <a:rect b="b" l="l" r="r" t="t"/>
              <a:pathLst>
                <a:path extrusionOk="0" h="7907" w="5034">
                  <a:moveTo>
                    <a:pt x="726" y="1"/>
                  </a:moveTo>
                  <a:cubicBezTo>
                    <a:pt x="508" y="1"/>
                    <a:pt x="320" y="73"/>
                    <a:pt x="204" y="204"/>
                  </a:cubicBezTo>
                  <a:cubicBezTo>
                    <a:pt x="73" y="334"/>
                    <a:pt x="0" y="494"/>
                    <a:pt x="0" y="697"/>
                  </a:cubicBezTo>
                  <a:lnTo>
                    <a:pt x="0" y="7224"/>
                  </a:lnTo>
                  <a:cubicBezTo>
                    <a:pt x="0" y="7427"/>
                    <a:pt x="73" y="7587"/>
                    <a:pt x="204" y="7717"/>
                  </a:cubicBezTo>
                  <a:cubicBezTo>
                    <a:pt x="320" y="7834"/>
                    <a:pt x="494" y="7906"/>
                    <a:pt x="682" y="7906"/>
                  </a:cubicBezTo>
                  <a:lnTo>
                    <a:pt x="4352" y="7906"/>
                  </a:lnTo>
                  <a:cubicBezTo>
                    <a:pt x="4555" y="7906"/>
                    <a:pt x="4715" y="7863"/>
                    <a:pt x="4845" y="7732"/>
                  </a:cubicBezTo>
                  <a:cubicBezTo>
                    <a:pt x="4961" y="7601"/>
                    <a:pt x="5034" y="7442"/>
                    <a:pt x="5034" y="7253"/>
                  </a:cubicBezTo>
                  <a:cubicBezTo>
                    <a:pt x="5034" y="7079"/>
                    <a:pt x="4976" y="6920"/>
                    <a:pt x="4845" y="6789"/>
                  </a:cubicBezTo>
                  <a:cubicBezTo>
                    <a:pt x="4715" y="6659"/>
                    <a:pt x="4555" y="6601"/>
                    <a:pt x="4352" y="6601"/>
                  </a:cubicBezTo>
                  <a:lnTo>
                    <a:pt x="4352" y="6572"/>
                  </a:lnTo>
                  <a:lnTo>
                    <a:pt x="1407" y="6572"/>
                  </a:lnTo>
                  <a:lnTo>
                    <a:pt x="1407" y="697"/>
                  </a:lnTo>
                  <a:cubicBezTo>
                    <a:pt x="1407" y="494"/>
                    <a:pt x="1335" y="334"/>
                    <a:pt x="1190" y="204"/>
                  </a:cubicBezTo>
                  <a:cubicBezTo>
                    <a:pt x="1074" y="73"/>
                    <a:pt x="900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5697825" y="1644325"/>
              <a:ext cx="174800" cy="200550"/>
            </a:xfrm>
            <a:custGeom>
              <a:rect b="b" l="l" r="r" t="t"/>
              <a:pathLst>
                <a:path extrusionOk="0" h="8022" w="6992">
                  <a:moveTo>
                    <a:pt x="3453" y="2225"/>
                  </a:moveTo>
                  <a:lnTo>
                    <a:pt x="4581" y="4859"/>
                  </a:lnTo>
                  <a:lnTo>
                    <a:pt x="2339" y="4859"/>
                  </a:lnTo>
                  <a:lnTo>
                    <a:pt x="3453" y="2225"/>
                  </a:lnTo>
                  <a:close/>
                  <a:moveTo>
                    <a:pt x="3525" y="0"/>
                  </a:moveTo>
                  <a:cubicBezTo>
                    <a:pt x="3380" y="0"/>
                    <a:pt x="3250" y="15"/>
                    <a:pt x="3119" y="116"/>
                  </a:cubicBezTo>
                  <a:cubicBezTo>
                    <a:pt x="3003" y="189"/>
                    <a:pt x="2901" y="305"/>
                    <a:pt x="2858" y="450"/>
                  </a:cubicBezTo>
                  <a:lnTo>
                    <a:pt x="44" y="7195"/>
                  </a:lnTo>
                  <a:cubicBezTo>
                    <a:pt x="15" y="7267"/>
                    <a:pt x="0" y="7340"/>
                    <a:pt x="0" y="7412"/>
                  </a:cubicBezTo>
                  <a:cubicBezTo>
                    <a:pt x="0" y="7586"/>
                    <a:pt x="58" y="7731"/>
                    <a:pt x="145" y="7833"/>
                  </a:cubicBezTo>
                  <a:cubicBezTo>
                    <a:pt x="247" y="7949"/>
                    <a:pt x="407" y="7993"/>
                    <a:pt x="610" y="7993"/>
                  </a:cubicBezTo>
                  <a:cubicBezTo>
                    <a:pt x="726" y="7993"/>
                    <a:pt x="856" y="7949"/>
                    <a:pt x="972" y="7877"/>
                  </a:cubicBezTo>
                  <a:cubicBezTo>
                    <a:pt x="1074" y="7804"/>
                    <a:pt x="1146" y="7688"/>
                    <a:pt x="1204" y="7543"/>
                  </a:cubicBezTo>
                  <a:lnTo>
                    <a:pt x="1787" y="6165"/>
                  </a:lnTo>
                  <a:lnTo>
                    <a:pt x="5140" y="6165"/>
                  </a:lnTo>
                  <a:lnTo>
                    <a:pt x="5730" y="7543"/>
                  </a:lnTo>
                  <a:cubicBezTo>
                    <a:pt x="5788" y="7688"/>
                    <a:pt x="5875" y="7804"/>
                    <a:pt x="5991" y="7891"/>
                  </a:cubicBezTo>
                  <a:cubicBezTo>
                    <a:pt x="6093" y="7978"/>
                    <a:pt x="6223" y="8022"/>
                    <a:pt x="6354" y="8022"/>
                  </a:cubicBezTo>
                  <a:cubicBezTo>
                    <a:pt x="6513" y="8022"/>
                    <a:pt x="6658" y="7964"/>
                    <a:pt x="6789" y="7833"/>
                  </a:cubicBezTo>
                  <a:cubicBezTo>
                    <a:pt x="6905" y="7702"/>
                    <a:pt x="6992" y="7543"/>
                    <a:pt x="6992" y="7340"/>
                  </a:cubicBezTo>
                  <a:cubicBezTo>
                    <a:pt x="6992" y="7253"/>
                    <a:pt x="6963" y="7166"/>
                    <a:pt x="6934" y="7079"/>
                  </a:cubicBezTo>
                  <a:lnTo>
                    <a:pt x="4163" y="450"/>
                  </a:lnTo>
                  <a:cubicBezTo>
                    <a:pt x="4105" y="305"/>
                    <a:pt x="4004" y="203"/>
                    <a:pt x="3902" y="131"/>
                  </a:cubicBezTo>
                  <a:cubicBezTo>
                    <a:pt x="3772" y="44"/>
                    <a:pt x="3656" y="0"/>
                    <a:pt x="35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5896550" y="1645775"/>
              <a:ext cx="164650" cy="197650"/>
            </a:xfrm>
            <a:custGeom>
              <a:rect b="b" l="l" r="r" t="t"/>
              <a:pathLst>
                <a:path extrusionOk="0" h="7906" w="6586">
                  <a:moveTo>
                    <a:pt x="682" y="0"/>
                  </a:moveTo>
                  <a:cubicBezTo>
                    <a:pt x="479" y="0"/>
                    <a:pt x="319" y="73"/>
                    <a:pt x="189" y="203"/>
                  </a:cubicBezTo>
                  <a:cubicBezTo>
                    <a:pt x="73" y="319"/>
                    <a:pt x="0" y="493"/>
                    <a:pt x="0" y="682"/>
                  </a:cubicBezTo>
                  <a:lnTo>
                    <a:pt x="0" y="7267"/>
                  </a:lnTo>
                  <a:cubicBezTo>
                    <a:pt x="0" y="7456"/>
                    <a:pt x="58" y="7601"/>
                    <a:pt x="160" y="7717"/>
                  </a:cubicBezTo>
                  <a:cubicBezTo>
                    <a:pt x="276" y="7848"/>
                    <a:pt x="421" y="7906"/>
                    <a:pt x="595" y="7906"/>
                  </a:cubicBezTo>
                  <a:cubicBezTo>
                    <a:pt x="783" y="7906"/>
                    <a:pt x="943" y="7848"/>
                    <a:pt x="1045" y="7717"/>
                  </a:cubicBezTo>
                  <a:cubicBezTo>
                    <a:pt x="1175" y="7601"/>
                    <a:pt x="1233" y="7456"/>
                    <a:pt x="1233" y="7267"/>
                  </a:cubicBezTo>
                  <a:lnTo>
                    <a:pt x="1233" y="2457"/>
                  </a:lnTo>
                  <a:lnTo>
                    <a:pt x="5367" y="7703"/>
                  </a:lnTo>
                  <a:cubicBezTo>
                    <a:pt x="5425" y="7775"/>
                    <a:pt x="5498" y="7819"/>
                    <a:pt x="5599" y="7848"/>
                  </a:cubicBezTo>
                  <a:cubicBezTo>
                    <a:pt x="5686" y="7891"/>
                    <a:pt x="5802" y="7906"/>
                    <a:pt x="5889" y="7906"/>
                  </a:cubicBezTo>
                  <a:cubicBezTo>
                    <a:pt x="6092" y="7906"/>
                    <a:pt x="6252" y="7833"/>
                    <a:pt x="6382" y="7703"/>
                  </a:cubicBezTo>
                  <a:cubicBezTo>
                    <a:pt x="6513" y="7572"/>
                    <a:pt x="6586" y="7412"/>
                    <a:pt x="6586" y="7209"/>
                  </a:cubicBezTo>
                  <a:lnTo>
                    <a:pt x="6586" y="639"/>
                  </a:lnTo>
                  <a:cubicBezTo>
                    <a:pt x="6586" y="450"/>
                    <a:pt x="6528" y="305"/>
                    <a:pt x="6411" y="174"/>
                  </a:cubicBezTo>
                  <a:cubicBezTo>
                    <a:pt x="6310" y="58"/>
                    <a:pt x="6165" y="0"/>
                    <a:pt x="5976" y="0"/>
                  </a:cubicBezTo>
                  <a:cubicBezTo>
                    <a:pt x="5788" y="0"/>
                    <a:pt x="5643" y="44"/>
                    <a:pt x="5527" y="145"/>
                  </a:cubicBezTo>
                  <a:cubicBezTo>
                    <a:pt x="5425" y="276"/>
                    <a:pt x="5367" y="421"/>
                    <a:pt x="5367" y="595"/>
                  </a:cubicBezTo>
                  <a:lnTo>
                    <a:pt x="5367" y="5457"/>
                  </a:lnTo>
                  <a:lnTo>
                    <a:pt x="1262" y="232"/>
                  </a:lnTo>
                  <a:cubicBezTo>
                    <a:pt x="1204" y="160"/>
                    <a:pt x="1117" y="87"/>
                    <a:pt x="1016" y="58"/>
                  </a:cubicBezTo>
                  <a:cubicBezTo>
                    <a:pt x="900" y="15"/>
                    <a:pt x="798" y="0"/>
                    <a:pt x="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103975" y="1645775"/>
              <a:ext cx="128750" cy="197300"/>
            </a:xfrm>
            <a:custGeom>
              <a:rect b="b" l="l" r="r" t="t"/>
              <a:pathLst>
                <a:path extrusionOk="0" h="7892" w="5150">
                  <a:moveTo>
                    <a:pt x="682" y="0"/>
                  </a:moveTo>
                  <a:cubicBezTo>
                    <a:pt x="479" y="0"/>
                    <a:pt x="319" y="44"/>
                    <a:pt x="203" y="174"/>
                  </a:cubicBezTo>
                  <a:cubicBezTo>
                    <a:pt x="73" y="305"/>
                    <a:pt x="0" y="464"/>
                    <a:pt x="0" y="668"/>
                  </a:cubicBezTo>
                  <a:lnTo>
                    <a:pt x="0" y="7195"/>
                  </a:lnTo>
                  <a:cubicBezTo>
                    <a:pt x="0" y="7398"/>
                    <a:pt x="73" y="7557"/>
                    <a:pt x="203" y="7688"/>
                  </a:cubicBezTo>
                  <a:cubicBezTo>
                    <a:pt x="334" y="7819"/>
                    <a:pt x="493" y="7891"/>
                    <a:pt x="696" y="7891"/>
                  </a:cubicBezTo>
                  <a:lnTo>
                    <a:pt x="4468" y="7891"/>
                  </a:lnTo>
                  <a:cubicBezTo>
                    <a:pt x="4656" y="7891"/>
                    <a:pt x="4830" y="7833"/>
                    <a:pt x="4946" y="7703"/>
                  </a:cubicBezTo>
                  <a:cubicBezTo>
                    <a:pt x="5077" y="7572"/>
                    <a:pt x="5149" y="7412"/>
                    <a:pt x="5149" y="7238"/>
                  </a:cubicBezTo>
                  <a:cubicBezTo>
                    <a:pt x="5149" y="7064"/>
                    <a:pt x="5077" y="6905"/>
                    <a:pt x="4946" y="6774"/>
                  </a:cubicBezTo>
                  <a:cubicBezTo>
                    <a:pt x="4830" y="6644"/>
                    <a:pt x="4656" y="6571"/>
                    <a:pt x="4468" y="6571"/>
                  </a:cubicBezTo>
                  <a:lnTo>
                    <a:pt x="1393" y="6571"/>
                  </a:lnTo>
                  <a:lnTo>
                    <a:pt x="1393" y="4482"/>
                  </a:lnTo>
                  <a:lnTo>
                    <a:pt x="3960" y="4482"/>
                  </a:lnTo>
                  <a:cubicBezTo>
                    <a:pt x="4149" y="4482"/>
                    <a:pt x="4323" y="4410"/>
                    <a:pt x="4439" y="4294"/>
                  </a:cubicBezTo>
                  <a:cubicBezTo>
                    <a:pt x="4569" y="4192"/>
                    <a:pt x="4642" y="4018"/>
                    <a:pt x="4642" y="3844"/>
                  </a:cubicBezTo>
                  <a:cubicBezTo>
                    <a:pt x="4642" y="3656"/>
                    <a:pt x="4569" y="3496"/>
                    <a:pt x="4439" y="3365"/>
                  </a:cubicBezTo>
                  <a:cubicBezTo>
                    <a:pt x="4323" y="3249"/>
                    <a:pt x="4149" y="3191"/>
                    <a:pt x="3960" y="3191"/>
                  </a:cubicBezTo>
                  <a:lnTo>
                    <a:pt x="1393" y="3191"/>
                  </a:lnTo>
                  <a:lnTo>
                    <a:pt x="1393" y="1291"/>
                  </a:lnTo>
                  <a:lnTo>
                    <a:pt x="4453" y="1291"/>
                  </a:lnTo>
                  <a:cubicBezTo>
                    <a:pt x="4642" y="1291"/>
                    <a:pt x="4816" y="1219"/>
                    <a:pt x="4932" y="1103"/>
                  </a:cubicBezTo>
                  <a:cubicBezTo>
                    <a:pt x="5062" y="1001"/>
                    <a:pt x="5135" y="827"/>
                    <a:pt x="5135" y="653"/>
                  </a:cubicBezTo>
                  <a:cubicBezTo>
                    <a:pt x="5135" y="464"/>
                    <a:pt x="5062" y="305"/>
                    <a:pt x="4932" y="174"/>
                  </a:cubicBezTo>
                  <a:cubicBezTo>
                    <a:pt x="4816" y="58"/>
                    <a:pt x="4642" y="0"/>
                    <a:pt x="4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251925" y="1645050"/>
              <a:ext cx="159575" cy="198025"/>
            </a:xfrm>
            <a:custGeom>
              <a:rect b="b" l="l" r="r" t="t"/>
              <a:pathLst>
                <a:path extrusionOk="0" h="7921" w="6383">
                  <a:moveTo>
                    <a:pt x="682" y="0"/>
                  </a:moveTo>
                  <a:cubicBezTo>
                    <a:pt x="493" y="0"/>
                    <a:pt x="319" y="73"/>
                    <a:pt x="203" y="189"/>
                  </a:cubicBezTo>
                  <a:cubicBezTo>
                    <a:pt x="73" y="319"/>
                    <a:pt x="0" y="464"/>
                    <a:pt x="0" y="653"/>
                  </a:cubicBezTo>
                  <a:cubicBezTo>
                    <a:pt x="0" y="856"/>
                    <a:pt x="73" y="1001"/>
                    <a:pt x="203" y="1132"/>
                  </a:cubicBezTo>
                  <a:cubicBezTo>
                    <a:pt x="319" y="1262"/>
                    <a:pt x="493" y="1320"/>
                    <a:pt x="682" y="1320"/>
                  </a:cubicBezTo>
                  <a:lnTo>
                    <a:pt x="2466" y="1320"/>
                  </a:lnTo>
                  <a:lnTo>
                    <a:pt x="2466" y="7224"/>
                  </a:lnTo>
                  <a:cubicBezTo>
                    <a:pt x="2466" y="7427"/>
                    <a:pt x="2539" y="7586"/>
                    <a:pt x="2669" y="7717"/>
                  </a:cubicBezTo>
                  <a:cubicBezTo>
                    <a:pt x="2814" y="7848"/>
                    <a:pt x="2974" y="7920"/>
                    <a:pt x="3191" y="7920"/>
                  </a:cubicBezTo>
                  <a:cubicBezTo>
                    <a:pt x="3409" y="7920"/>
                    <a:pt x="3583" y="7848"/>
                    <a:pt x="3713" y="7717"/>
                  </a:cubicBezTo>
                  <a:cubicBezTo>
                    <a:pt x="3859" y="7586"/>
                    <a:pt x="3931" y="7427"/>
                    <a:pt x="3931" y="7224"/>
                  </a:cubicBezTo>
                  <a:lnTo>
                    <a:pt x="3931" y="1320"/>
                  </a:lnTo>
                  <a:lnTo>
                    <a:pt x="5686" y="1320"/>
                  </a:lnTo>
                  <a:cubicBezTo>
                    <a:pt x="5889" y="1320"/>
                    <a:pt x="6049" y="1248"/>
                    <a:pt x="6179" y="1132"/>
                  </a:cubicBezTo>
                  <a:cubicBezTo>
                    <a:pt x="6310" y="1001"/>
                    <a:pt x="6382" y="856"/>
                    <a:pt x="6382" y="653"/>
                  </a:cubicBezTo>
                  <a:cubicBezTo>
                    <a:pt x="6382" y="464"/>
                    <a:pt x="6310" y="319"/>
                    <a:pt x="6179" y="189"/>
                  </a:cubicBezTo>
                  <a:cubicBezTo>
                    <a:pt x="6049" y="58"/>
                    <a:pt x="5889" y="0"/>
                    <a:pt x="5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5802950" y="1923550"/>
              <a:ext cx="144825" cy="127300"/>
            </a:xfrm>
            <a:custGeom>
              <a:rect b="b" l="l" r="r" t="t"/>
              <a:pathLst>
                <a:path extrusionOk="0" h="5092" w="5793">
                  <a:moveTo>
                    <a:pt x="1655" y="0"/>
                  </a:moveTo>
                  <a:cubicBezTo>
                    <a:pt x="830" y="0"/>
                    <a:pt x="0" y="706"/>
                    <a:pt x="248" y="1726"/>
                  </a:cubicBezTo>
                  <a:cubicBezTo>
                    <a:pt x="771" y="4047"/>
                    <a:pt x="2903" y="5091"/>
                    <a:pt x="2903" y="5091"/>
                  </a:cubicBezTo>
                  <a:cubicBezTo>
                    <a:pt x="2903" y="5091"/>
                    <a:pt x="5050" y="4062"/>
                    <a:pt x="5572" y="1726"/>
                  </a:cubicBezTo>
                  <a:cubicBezTo>
                    <a:pt x="5792" y="706"/>
                    <a:pt x="4953" y="0"/>
                    <a:pt x="4124" y="0"/>
                  </a:cubicBezTo>
                  <a:cubicBezTo>
                    <a:pt x="3645" y="0"/>
                    <a:pt x="3169" y="236"/>
                    <a:pt x="2903" y="783"/>
                  </a:cubicBezTo>
                  <a:cubicBezTo>
                    <a:pt x="2888" y="812"/>
                    <a:pt x="2888" y="1219"/>
                    <a:pt x="2888" y="1219"/>
                  </a:cubicBezTo>
                  <a:cubicBezTo>
                    <a:pt x="2888" y="1219"/>
                    <a:pt x="2888" y="812"/>
                    <a:pt x="2874" y="783"/>
                  </a:cubicBezTo>
                  <a:cubicBezTo>
                    <a:pt x="2608" y="236"/>
                    <a:pt x="2132" y="0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52" name="Google Shape;752;p26"/>
          <p:cNvPicPr preferRelativeResize="0"/>
          <p:nvPr/>
        </p:nvPicPr>
        <p:blipFill rotWithShape="1">
          <a:blip r:embed="rId3">
            <a:alphaModFix/>
          </a:blip>
          <a:srcRect b="9168" l="0" r="0" t="8385"/>
          <a:stretch/>
        </p:blipFill>
        <p:spPr>
          <a:xfrm>
            <a:off x="963500" y="1431675"/>
            <a:ext cx="2323200" cy="2289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753" name="Google Shape;75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7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7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7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7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為什麼是Swap?</a:t>
            </a:r>
            <a:endParaRPr/>
          </a:p>
        </p:txBody>
      </p:sp>
      <p:sp>
        <p:nvSpPr>
          <p:cNvPr id="762" name="Google Shape;762;p27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動機</a:t>
            </a:r>
            <a:endParaRPr/>
          </a:p>
        </p:txBody>
      </p:sp>
      <p:sp>
        <p:nvSpPr>
          <p:cNvPr id="763" name="Google Shape;763;p27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64" name="Google Shape;764;p27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765" name="Google Shape;765;p27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7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7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8" name="Google Shape;788;p27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789" name="Google Shape;789;p27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7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7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6" name="Google Shape;81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8"/>
          <p:cNvSpPr txBox="1"/>
          <p:nvPr>
            <p:ph type="title"/>
          </p:nvPr>
        </p:nvSpPr>
        <p:spPr>
          <a:xfrm>
            <a:off x="608400" y="223500"/>
            <a:ext cx="5955600" cy="12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快時尚風氣崛起</a:t>
            </a:r>
            <a:endParaRPr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 </a:t>
            </a:r>
            <a:r>
              <a:rPr lang="en" sz="2800">
                <a:solidFill>
                  <a:srgbClr val="FFFFFF"/>
                </a:solidFill>
              </a:rPr>
              <a:t>智利阿塔卡瑪沙漠-廢衣山</a:t>
            </a:r>
            <a:endParaRPr sz="2800">
              <a:solidFill>
                <a:srgbClr val="FFFFFF"/>
              </a:solidFill>
            </a:endParaRPr>
          </a:p>
        </p:txBody>
      </p:sp>
      <p:grpSp>
        <p:nvGrpSpPr>
          <p:cNvPr id="822" name="Google Shape;822;p28"/>
          <p:cNvGrpSpPr/>
          <p:nvPr/>
        </p:nvGrpSpPr>
        <p:grpSpPr>
          <a:xfrm rot="-1506053">
            <a:off x="-31922" y="3903459"/>
            <a:ext cx="1021051" cy="1629906"/>
            <a:chOff x="8529317" y="3813271"/>
            <a:chExt cx="934909" cy="1492397"/>
          </a:xfrm>
        </p:grpSpPr>
        <p:sp>
          <p:nvSpPr>
            <p:cNvPr id="823" name="Google Shape;823;p28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rgbClr val="0F7437">
                <a:alpha val="359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28"/>
          <p:cNvGrpSpPr/>
          <p:nvPr/>
        </p:nvGrpSpPr>
        <p:grpSpPr>
          <a:xfrm flipH="1" rot="-8100000">
            <a:off x="8583509" y="-17447"/>
            <a:ext cx="853142" cy="1104889"/>
            <a:chOff x="2833850" y="2350550"/>
            <a:chExt cx="853150" cy="1104900"/>
          </a:xfrm>
        </p:grpSpPr>
        <p:sp>
          <p:nvSpPr>
            <p:cNvPr id="826" name="Google Shape;826;p28"/>
            <p:cNvSpPr/>
            <p:nvPr/>
          </p:nvSpPr>
          <p:spPr>
            <a:xfrm>
              <a:off x="2833850" y="2350550"/>
              <a:ext cx="853150" cy="871400"/>
            </a:xfrm>
            <a:custGeom>
              <a:rect b="b" l="l" r="r" t="t"/>
              <a:pathLst>
                <a:path extrusionOk="0" h="34856" w="34126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2916425" y="2442500"/>
              <a:ext cx="688850" cy="1012950"/>
            </a:xfrm>
            <a:custGeom>
              <a:rect b="b" l="l" r="r" t="t"/>
              <a:pathLst>
                <a:path extrusionOk="0" h="40518" w="27554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rgbClr val="0F7437">
                <a:alpha val="608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8" name="Google Shape;828;p28"/>
          <p:cNvGrpSpPr/>
          <p:nvPr/>
        </p:nvGrpSpPr>
        <p:grpSpPr>
          <a:xfrm flipH="1" rot="-8697874">
            <a:off x="7612598" y="-244003"/>
            <a:ext cx="804944" cy="1182558"/>
            <a:chOff x="9601332" y="3570186"/>
            <a:chExt cx="1128185" cy="1562191"/>
          </a:xfrm>
        </p:grpSpPr>
        <p:sp>
          <p:nvSpPr>
            <p:cNvPr id="829" name="Google Shape;829;p28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rect b="b" l="l" r="r" t="t"/>
              <a:pathLst>
                <a:path extrusionOk="0" h="22336" w="8074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rect b="b" l="l" r="r" t="t"/>
              <a:pathLst>
                <a:path extrusionOk="0" h="19815" w="10976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rect b="b" l="l" r="r" t="t"/>
              <a:pathLst>
                <a:path extrusionOk="0" h="16185" w="14445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rect b="b" l="l" r="r" t="t"/>
              <a:pathLst>
                <a:path extrusionOk="0" h="13015" w="1798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rect b="b" l="l" r="r" t="t"/>
              <a:pathLst>
                <a:path extrusionOk="0" h="9893" w="18047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rect b="b" l="l" r="r" t="t"/>
              <a:pathLst>
                <a:path extrusionOk="0" h="18970" w="14245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rect b="b" l="l" r="r" t="t"/>
              <a:pathLst>
                <a:path extrusionOk="0" h="12577" w="12344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rect b="b" l="l" r="r" t="t"/>
              <a:pathLst>
                <a:path extrusionOk="0" h="44800" w="28955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rgbClr val="0F7437">
                <a:alpha val="359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28"/>
          <p:cNvSpPr txBox="1"/>
          <p:nvPr/>
        </p:nvSpPr>
        <p:spPr>
          <a:xfrm>
            <a:off x="3467100" y="1255425"/>
            <a:ext cx="36996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每年至少有三萬九千噸的廢棄衣物流入!!!</a:t>
            </a:r>
            <a:endParaRPr b="1">
              <a:solidFill>
                <a:srgbClr val="FF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838" name="Google Shape;83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9"/>
          <p:cNvSpPr txBox="1"/>
          <p:nvPr>
            <p:ph idx="1" type="subTitle"/>
          </p:nvPr>
        </p:nvSpPr>
        <p:spPr>
          <a:xfrm>
            <a:off x="727250" y="1583625"/>
            <a:ext cx="7662600" cy="14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“透過預防、減量、回收和再利用，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大幅減少廢棄物產生”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44" name="Google Shape;844;p29"/>
          <p:cNvSpPr txBox="1"/>
          <p:nvPr>
            <p:ph type="title"/>
          </p:nvPr>
        </p:nvSpPr>
        <p:spPr>
          <a:xfrm>
            <a:off x="2276600" y="3020913"/>
            <a:ext cx="456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/>
              <a:t>—聯合國SDGs 12.5項</a:t>
            </a:r>
            <a:endParaRPr b="0" sz="2500">
              <a:solidFill>
                <a:schemeClr val="accent3"/>
              </a:solidFill>
            </a:endParaRPr>
          </a:p>
        </p:txBody>
      </p:sp>
      <p:grpSp>
        <p:nvGrpSpPr>
          <p:cNvPr id="845" name="Google Shape;845;p29"/>
          <p:cNvGrpSpPr/>
          <p:nvPr/>
        </p:nvGrpSpPr>
        <p:grpSpPr>
          <a:xfrm>
            <a:off x="407660" y="346177"/>
            <a:ext cx="1407723" cy="1270047"/>
            <a:chOff x="540900" y="3060200"/>
            <a:chExt cx="2141350" cy="1931925"/>
          </a:xfrm>
        </p:grpSpPr>
        <p:sp>
          <p:nvSpPr>
            <p:cNvPr id="846" name="Google Shape;846;p29"/>
            <p:cNvSpPr/>
            <p:nvPr/>
          </p:nvSpPr>
          <p:spPr>
            <a:xfrm>
              <a:off x="540900" y="3060200"/>
              <a:ext cx="2141350" cy="1931925"/>
            </a:xfrm>
            <a:custGeom>
              <a:rect b="b" l="l" r="r" t="t"/>
              <a:pathLst>
                <a:path extrusionOk="0" h="77277" w="85654">
                  <a:moveTo>
                    <a:pt x="43942" y="0"/>
                  </a:moveTo>
                  <a:cubicBezTo>
                    <a:pt x="40087" y="0"/>
                    <a:pt x="37157" y="1896"/>
                    <a:pt x="34305" y="5113"/>
                  </a:cubicBezTo>
                  <a:lnTo>
                    <a:pt x="34305" y="5041"/>
                  </a:lnTo>
                  <a:lnTo>
                    <a:pt x="34305" y="4997"/>
                  </a:lnTo>
                  <a:cubicBezTo>
                    <a:pt x="34305" y="4867"/>
                    <a:pt x="34305" y="4736"/>
                    <a:pt x="34291" y="4606"/>
                  </a:cubicBezTo>
                  <a:lnTo>
                    <a:pt x="34291" y="4577"/>
                  </a:lnTo>
                  <a:cubicBezTo>
                    <a:pt x="34276" y="4446"/>
                    <a:pt x="34233" y="4316"/>
                    <a:pt x="34204" y="4200"/>
                  </a:cubicBezTo>
                  <a:cubicBezTo>
                    <a:pt x="34204" y="4156"/>
                    <a:pt x="34175" y="4142"/>
                    <a:pt x="34160" y="4098"/>
                  </a:cubicBezTo>
                  <a:cubicBezTo>
                    <a:pt x="34146" y="4069"/>
                    <a:pt x="34146" y="4025"/>
                    <a:pt x="34131" y="4011"/>
                  </a:cubicBezTo>
                  <a:cubicBezTo>
                    <a:pt x="34088" y="3924"/>
                    <a:pt x="34059" y="3837"/>
                    <a:pt x="34001" y="3735"/>
                  </a:cubicBezTo>
                  <a:lnTo>
                    <a:pt x="33986" y="3721"/>
                  </a:lnTo>
                  <a:cubicBezTo>
                    <a:pt x="33928" y="3590"/>
                    <a:pt x="33856" y="3489"/>
                    <a:pt x="33769" y="3373"/>
                  </a:cubicBezTo>
                  <a:cubicBezTo>
                    <a:pt x="33740" y="3358"/>
                    <a:pt x="33740" y="3344"/>
                    <a:pt x="33725" y="3344"/>
                  </a:cubicBezTo>
                  <a:cubicBezTo>
                    <a:pt x="33638" y="3228"/>
                    <a:pt x="33565" y="3141"/>
                    <a:pt x="33449" y="3039"/>
                  </a:cubicBezTo>
                  <a:cubicBezTo>
                    <a:pt x="33435" y="3010"/>
                    <a:pt x="33420" y="2996"/>
                    <a:pt x="33406" y="2996"/>
                  </a:cubicBezTo>
                  <a:cubicBezTo>
                    <a:pt x="33304" y="2909"/>
                    <a:pt x="33203" y="2822"/>
                    <a:pt x="33087" y="2749"/>
                  </a:cubicBezTo>
                  <a:lnTo>
                    <a:pt x="33072" y="2749"/>
                  </a:lnTo>
                  <a:cubicBezTo>
                    <a:pt x="32971" y="2677"/>
                    <a:pt x="32855" y="2604"/>
                    <a:pt x="32724" y="2546"/>
                  </a:cubicBezTo>
                  <a:cubicBezTo>
                    <a:pt x="32710" y="2546"/>
                    <a:pt x="32695" y="2531"/>
                    <a:pt x="32681" y="2531"/>
                  </a:cubicBezTo>
                  <a:cubicBezTo>
                    <a:pt x="32550" y="2473"/>
                    <a:pt x="32434" y="2415"/>
                    <a:pt x="32318" y="2386"/>
                  </a:cubicBezTo>
                  <a:cubicBezTo>
                    <a:pt x="32289" y="2386"/>
                    <a:pt x="32275" y="2357"/>
                    <a:pt x="32260" y="2357"/>
                  </a:cubicBezTo>
                  <a:cubicBezTo>
                    <a:pt x="31984" y="2285"/>
                    <a:pt x="31709" y="2256"/>
                    <a:pt x="31448" y="2256"/>
                  </a:cubicBezTo>
                  <a:lnTo>
                    <a:pt x="31404" y="2256"/>
                  </a:lnTo>
                  <a:cubicBezTo>
                    <a:pt x="31259" y="2256"/>
                    <a:pt x="31129" y="2270"/>
                    <a:pt x="30984" y="2314"/>
                  </a:cubicBezTo>
                  <a:lnTo>
                    <a:pt x="30955" y="2314"/>
                  </a:lnTo>
                  <a:cubicBezTo>
                    <a:pt x="14143" y="5737"/>
                    <a:pt x="11764" y="11539"/>
                    <a:pt x="13128" y="21722"/>
                  </a:cubicBezTo>
                  <a:cubicBezTo>
                    <a:pt x="13171" y="22012"/>
                    <a:pt x="13200" y="22302"/>
                    <a:pt x="13244" y="22577"/>
                  </a:cubicBezTo>
                  <a:cubicBezTo>
                    <a:pt x="13200" y="22519"/>
                    <a:pt x="13171" y="22447"/>
                    <a:pt x="13128" y="22403"/>
                  </a:cubicBezTo>
                  <a:cubicBezTo>
                    <a:pt x="13113" y="22374"/>
                    <a:pt x="13113" y="22360"/>
                    <a:pt x="13099" y="22345"/>
                  </a:cubicBezTo>
                  <a:cubicBezTo>
                    <a:pt x="13026" y="22229"/>
                    <a:pt x="12925" y="22142"/>
                    <a:pt x="12838" y="22041"/>
                  </a:cubicBezTo>
                  <a:lnTo>
                    <a:pt x="12809" y="21997"/>
                  </a:lnTo>
                  <a:cubicBezTo>
                    <a:pt x="12707" y="21910"/>
                    <a:pt x="12620" y="21823"/>
                    <a:pt x="12519" y="21751"/>
                  </a:cubicBezTo>
                  <a:cubicBezTo>
                    <a:pt x="12490" y="21751"/>
                    <a:pt x="12490" y="21722"/>
                    <a:pt x="12475" y="21722"/>
                  </a:cubicBezTo>
                  <a:cubicBezTo>
                    <a:pt x="12374" y="21649"/>
                    <a:pt x="12258" y="21577"/>
                    <a:pt x="12156" y="21533"/>
                  </a:cubicBezTo>
                  <a:cubicBezTo>
                    <a:pt x="12127" y="21504"/>
                    <a:pt x="12098" y="21490"/>
                    <a:pt x="12083" y="21490"/>
                  </a:cubicBezTo>
                  <a:cubicBezTo>
                    <a:pt x="12040" y="21475"/>
                    <a:pt x="12025" y="21461"/>
                    <a:pt x="11982" y="21432"/>
                  </a:cubicBezTo>
                  <a:cubicBezTo>
                    <a:pt x="11895" y="21403"/>
                    <a:pt x="11808" y="21359"/>
                    <a:pt x="11692" y="21330"/>
                  </a:cubicBezTo>
                  <a:lnTo>
                    <a:pt x="11677" y="21330"/>
                  </a:lnTo>
                  <a:cubicBezTo>
                    <a:pt x="11547" y="21287"/>
                    <a:pt x="11431" y="21258"/>
                    <a:pt x="11300" y="21243"/>
                  </a:cubicBezTo>
                  <a:cubicBezTo>
                    <a:pt x="11286" y="21243"/>
                    <a:pt x="11257" y="21243"/>
                    <a:pt x="11242" y="21214"/>
                  </a:cubicBezTo>
                  <a:cubicBezTo>
                    <a:pt x="11112" y="21200"/>
                    <a:pt x="10967" y="21200"/>
                    <a:pt x="10851" y="21200"/>
                  </a:cubicBezTo>
                  <a:lnTo>
                    <a:pt x="10778" y="21200"/>
                  </a:lnTo>
                  <a:cubicBezTo>
                    <a:pt x="10647" y="21200"/>
                    <a:pt x="10517" y="21214"/>
                    <a:pt x="10386" y="21243"/>
                  </a:cubicBezTo>
                  <a:lnTo>
                    <a:pt x="10357" y="21243"/>
                  </a:lnTo>
                  <a:cubicBezTo>
                    <a:pt x="10241" y="21258"/>
                    <a:pt x="10125" y="21287"/>
                    <a:pt x="10009" y="21330"/>
                  </a:cubicBezTo>
                  <a:cubicBezTo>
                    <a:pt x="9995" y="21330"/>
                    <a:pt x="9951" y="21345"/>
                    <a:pt x="9937" y="21345"/>
                  </a:cubicBezTo>
                  <a:cubicBezTo>
                    <a:pt x="9835" y="21388"/>
                    <a:pt x="9705" y="21432"/>
                    <a:pt x="9589" y="21490"/>
                  </a:cubicBezTo>
                  <a:cubicBezTo>
                    <a:pt x="9574" y="21504"/>
                    <a:pt x="9545" y="21533"/>
                    <a:pt x="9516" y="21533"/>
                  </a:cubicBezTo>
                  <a:cubicBezTo>
                    <a:pt x="9415" y="21577"/>
                    <a:pt x="9298" y="21649"/>
                    <a:pt x="9197" y="21751"/>
                  </a:cubicBezTo>
                  <a:lnTo>
                    <a:pt x="9182" y="21765"/>
                  </a:lnTo>
                  <a:cubicBezTo>
                    <a:pt x="9066" y="21838"/>
                    <a:pt x="8979" y="21925"/>
                    <a:pt x="8892" y="22012"/>
                  </a:cubicBezTo>
                  <a:lnTo>
                    <a:pt x="8849" y="22055"/>
                  </a:lnTo>
                  <a:cubicBezTo>
                    <a:pt x="8762" y="22142"/>
                    <a:pt x="8675" y="22258"/>
                    <a:pt x="8602" y="22374"/>
                  </a:cubicBezTo>
                  <a:lnTo>
                    <a:pt x="8573" y="22403"/>
                  </a:lnTo>
                  <a:cubicBezTo>
                    <a:pt x="1" y="35385"/>
                    <a:pt x="1176" y="41347"/>
                    <a:pt x="7587" y="47004"/>
                  </a:cubicBezTo>
                  <a:lnTo>
                    <a:pt x="7471" y="47004"/>
                  </a:lnTo>
                  <a:cubicBezTo>
                    <a:pt x="7340" y="47004"/>
                    <a:pt x="7224" y="47004"/>
                    <a:pt x="7094" y="47019"/>
                  </a:cubicBezTo>
                  <a:lnTo>
                    <a:pt x="7050" y="47019"/>
                  </a:lnTo>
                  <a:cubicBezTo>
                    <a:pt x="6934" y="47033"/>
                    <a:pt x="6804" y="47077"/>
                    <a:pt x="6673" y="47106"/>
                  </a:cubicBezTo>
                  <a:cubicBezTo>
                    <a:pt x="6644" y="47106"/>
                    <a:pt x="6615" y="47135"/>
                    <a:pt x="6586" y="47135"/>
                  </a:cubicBezTo>
                  <a:cubicBezTo>
                    <a:pt x="6543" y="47149"/>
                    <a:pt x="6514" y="47149"/>
                    <a:pt x="6499" y="47164"/>
                  </a:cubicBezTo>
                  <a:cubicBezTo>
                    <a:pt x="6397" y="47207"/>
                    <a:pt x="6310" y="47236"/>
                    <a:pt x="6223" y="47294"/>
                  </a:cubicBezTo>
                  <a:cubicBezTo>
                    <a:pt x="6223" y="47294"/>
                    <a:pt x="6209" y="47294"/>
                    <a:pt x="6209" y="47309"/>
                  </a:cubicBezTo>
                  <a:cubicBezTo>
                    <a:pt x="6078" y="47381"/>
                    <a:pt x="5962" y="47454"/>
                    <a:pt x="5861" y="47526"/>
                  </a:cubicBezTo>
                  <a:cubicBezTo>
                    <a:pt x="5846" y="47541"/>
                    <a:pt x="5846" y="47541"/>
                    <a:pt x="5817" y="47541"/>
                  </a:cubicBezTo>
                  <a:cubicBezTo>
                    <a:pt x="5716" y="47642"/>
                    <a:pt x="5600" y="47715"/>
                    <a:pt x="5513" y="47816"/>
                  </a:cubicBezTo>
                  <a:cubicBezTo>
                    <a:pt x="5498" y="47831"/>
                    <a:pt x="5484" y="47860"/>
                    <a:pt x="5484" y="47874"/>
                  </a:cubicBezTo>
                  <a:cubicBezTo>
                    <a:pt x="5382" y="47961"/>
                    <a:pt x="5295" y="48077"/>
                    <a:pt x="5223" y="48179"/>
                  </a:cubicBezTo>
                  <a:cubicBezTo>
                    <a:pt x="5223" y="48179"/>
                    <a:pt x="5223" y="48193"/>
                    <a:pt x="5208" y="48193"/>
                  </a:cubicBezTo>
                  <a:cubicBezTo>
                    <a:pt x="5136" y="48309"/>
                    <a:pt x="5078" y="48411"/>
                    <a:pt x="5005" y="48527"/>
                  </a:cubicBezTo>
                  <a:cubicBezTo>
                    <a:pt x="4990" y="48542"/>
                    <a:pt x="4990" y="48556"/>
                    <a:pt x="4976" y="48585"/>
                  </a:cubicBezTo>
                  <a:cubicBezTo>
                    <a:pt x="4918" y="48687"/>
                    <a:pt x="4874" y="48817"/>
                    <a:pt x="4831" y="48948"/>
                  </a:cubicBezTo>
                  <a:cubicBezTo>
                    <a:pt x="4831" y="48962"/>
                    <a:pt x="4802" y="48991"/>
                    <a:pt x="4802" y="49020"/>
                  </a:cubicBezTo>
                  <a:cubicBezTo>
                    <a:pt x="4773" y="49136"/>
                    <a:pt x="4729" y="49267"/>
                    <a:pt x="4729" y="49397"/>
                  </a:cubicBezTo>
                  <a:lnTo>
                    <a:pt x="4729" y="49412"/>
                  </a:lnTo>
                  <a:cubicBezTo>
                    <a:pt x="4715" y="49542"/>
                    <a:pt x="4715" y="49687"/>
                    <a:pt x="4715" y="49818"/>
                  </a:cubicBezTo>
                  <a:lnTo>
                    <a:pt x="4715" y="49862"/>
                  </a:lnTo>
                  <a:cubicBezTo>
                    <a:pt x="4715" y="49992"/>
                    <a:pt x="4729" y="50137"/>
                    <a:pt x="4773" y="50268"/>
                  </a:cubicBezTo>
                  <a:lnTo>
                    <a:pt x="4773" y="50297"/>
                  </a:lnTo>
                  <a:cubicBezTo>
                    <a:pt x="7683" y="64586"/>
                    <a:pt x="12311" y="68448"/>
                    <a:pt x="19896" y="68448"/>
                  </a:cubicBezTo>
                  <a:cubicBezTo>
                    <a:pt x="21235" y="68448"/>
                    <a:pt x="22665" y="68328"/>
                    <a:pt x="24195" y="68123"/>
                  </a:cubicBezTo>
                  <a:lnTo>
                    <a:pt x="24224" y="68123"/>
                  </a:lnTo>
                  <a:cubicBezTo>
                    <a:pt x="24746" y="68051"/>
                    <a:pt x="25254" y="67978"/>
                    <a:pt x="25747" y="67920"/>
                  </a:cubicBezTo>
                  <a:lnTo>
                    <a:pt x="25747" y="67920"/>
                  </a:lnTo>
                  <a:cubicBezTo>
                    <a:pt x="25733" y="67964"/>
                    <a:pt x="25733" y="67993"/>
                    <a:pt x="25718" y="68036"/>
                  </a:cubicBezTo>
                  <a:lnTo>
                    <a:pt x="25718" y="68051"/>
                  </a:lnTo>
                  <a:cubicBezTo>
                    <a:pt x="25675" y="68181"/>
                    <a:pt x="25646" y="68312"/>
                    <a:pt x="25617" y="68457"/>
                  </a:cubicBezTo>
                  <a:lnTo>
                    <a:pt x="25617" y="68501"/>
                  </a:lnTo>
                  <a:cubicBezTo>
                    <a:pt x="25602" y="68631"/>
                    <a:pt x="25602" y="68776"/>
                    <a:pt x="25602" y="68907"/>
                  </a:cubicBezTo>
                  <a:lnTo>
                    <a:pt x="25602" y="68979"/>
                  </a:lnTo>
                  <a:cubicBezTo>
                    <a:pt x="25602" y="69110"/>
                    <a:pt x="25617" y="69255"/>
                    <a:pt x="25646" y="69371"/>
                  </a:cubicBezTo>
                  <a:lnTo>
                    <a:pt x="25646" y="69400"/>
                  </a:lnTo>
                  <a:cubicBezTo>
                    <a:pt x="25660" y="69516"/>
                    <a:pt x="25689" y="69646"/>
                    <a:pt x="25733" y="69762"/>
                  </a:cubicBezTo>
                  <a:cubicBezTo>
                    <a:pt x="25733" y="69777"/>
                    <a:pt x="25747" y="69791"/>
                    <a:pt x="25747" y="69806"/>
                  </a:cubicBezTo>
                  <a:cubicBezTo>
                    <a:pt x="25791" y="69937"/>
                    <a:pt x="25834" y="70053"/>
                    <a:pt x="25907" y="70154"/>
                  </a:cubicBezTo>
                  <a:cubicBezTo>
                    <a:pt x="25936" y="70169"/>
                    <a:pt x="25936" y="70198"/>
                    <a:pt x="25950" y="70227"/>
                  </a:cubicBezTo>
                  <a:cubicBezTo>
                    <a:pt x="26023" y="70343"/>
                    <a:pt x="26095" y="70459"/>
                    <a:pt x="26168" y="70560"/>
                  </a:cubicBezTo>
                  <a:cubicBezTo>
                    <a:pt x="26255" y="70662"/>
                    <a:pt x="26342" y="70749"/>
                    <a:pt x="26443" y="70865"/>
                  </a:cubicBezTo>
                  <a:lnTo>
                    <a:pt x="26473" y="70894"/>
                  </a:lnTo>
                  <a:cubicBezTo>
                    <a:pt x="26560" y="70995"/>
                    <a:pt x="26676" y="71082"/>
                    <a:pt x="26806" y="71155"/>
                  </a:cubicBezTo>
                  <a:lnTo>
                    <a:pt x="26821" y="71169"/>
                  </a:lnTo>
                  <a:cubicBezTo>
                    <a:pt x="33261" y="75434"/>
                    <a:pt x="37975" y="77276"/>
                    <a:pt x="41775" y="77276"/>
                  </a:cubicBezTo>
                  <a:cubicBezTo>
                    <a:pt x="45634" y="77276"/>
                    <a:pt x="48564" y="75376"/>
                    <a:pt x="51407" y="72156"/>
                  </a:cubicBezTo>
                  <a:lnTo>
                    <a:pt x="51407" y="72228"/>
                  </a:lnTo>
                  <a:lnTo>
                    <a:pt x="51407" y="72272"/>
                  </a:lnTo>
                  <a:cubicBezTo>
                    <a:pt x="51407" y="72402"/>
                    <a:pt x="51407" y="72533"/>
                    <a:pt x="51421" y="72663"/>
                  </a:cubicBezTo>
                  <a:lnTo>
                    <a:pt x="51421" y="72692"/>
                  </a:lnTo>
                  <a:cubicBezTo>
                    <a:pt x="51436" y="72823"/>
                    <a:pt x="51479" y="72954"/>
                    <a:pt x="51508" y="73070"/>
                  </a:cubicBezTo>
                  <a:cubicBezTo>
                    <a:pt x="51508" y="73113"/>
                    <a:pt x="51537" y="73128"/>
                    <a:pt x="51552" y="73171"/>
                  </a:cubicBezTo>
                  <a:cubicBezTo>
                    <a:pt x="51566" y="73200"/>
                    <a:pt x="51566" y="73244"/>
                    <a:pt x="51581" y="73258"/>
                  </a:cubicBezTo>
                  <a:cubicBezTo>
                    <a:pt x="51610" y="73316"/>
                    <a:pt x="51639" y="73360"/>
                    <a:pt x="51653" y="73403"/>
                  </a:cubicBezTo>
                  <a:cubicBezTo>
                    <a:pt x="51682" y="73432"/>
                    <a:pt x="51697" y="73490"/>
                    <a:pt x="51711" y="73534"/>
                  </a:cubicBezTo>
                  <a:cubicBezTo>
                    <a:pt x="51726" y="73548"/>
                    <a:pt x="51726" y="73563"/>
                    <a:pt x="51755" y="73577"/>
                  </a:cubicBezTo>
                  <a:cubicBezTo>
                    <a:pt x="51784" y="73635"/>
                    <a:pt x="51798" y="73693"/>
                    <a:pt x="51842" y="73751"/>
                  </a:cubicBezTo>
                  <a:cubicBezTo>
                    <a:pt x="51871" y="73795"/>
                    <a:pt x="51914" y="73867"/>
                    <a:pt x="51972" y="73925"/>
                  </a:cubicBezTo>
                  <a:cubicBezTo>
                    <a:pt x="52001" y="73983"/>
                    <a:pt x="52045" y="74012"/>
                    <a:pt x="52074" y="74070"/>
                  </a:cubicBezTo>
                  <a:cubicBezTo>
                    <a:pt x="52132" y="74129"/>
                    <a:pt x="52161" y="74187"/>
                    <a:pt x="52219" y="74230"/>
                  </a:cubicBezTo>
                  <a:lnTo>
                    <a:pt x="52350" y="74361"/>
                  </a:lnTo>
                  <a:cubicBezTo>
                    <a:pt x="52408" y="74419"/>
                    <a:pt x="52451" y="74448"/>
                    <a:pt x="52509" y="74491"/>
                  </a:cubicBezTo>
                  <a:cubicBezTo>
                    <a:pt x="52567" y="74520"/>
                    <a:pt x="52596" y="74564"/>
                    <a:pt x="52654" y="74593"/>
                  </a:cubicBezTo>
                  <a:cubicBezTo>
                    <a:pt x="52712" y="74636"/>
                    <a:pt x="52785" y="74665"/>
                    <a:pt x="52857" y="74709"/>
                  </a:cubicBezTo>
                  <a:cubicBezTo>
                    <a:pt x="52915" y="74723"/>
                    <a:pt x="52944" y="74767"/>
                    <a:pt x="53002" y="74781"/>
                  </a:cubicBezTo>
                  <a:cubicBezTo>
                    <a:pt x="53075" y="74810"/>
                    <a:pt x="53147" y="74839"/>
                    <a:pt x="53220" y="74868"/>
                  </a:cubicBezTo>
                  <a:cubicBezTo>
                    <a:pt x="53278" y="74883"/>
                    <a:pt x="53321" y="74912"/>
                    <a:pt x="53365" y="74926"/>
                  </a:cubicBezTo>
                  <a:cubicBezTo>
                    <a:pt x="53437" y="74941"/>
                    <a:pt x="53524" y="74955"/>
                    <a:pt x="53597" y="74984"/>
                  </a:cubicBezTo>
                  <a:cubicBezTo>
                    <a:pt x="53655" y="74999"/>
                    <a:pt x="53713" y="74999"/>
                    <a:pt x="53742" y="75013"/>
                  </a:cubicBezTo>
                  <a:cubicBezTo>
                    <a:pt x="53829" y="75028"/>
                    <a:pt x="53931" y="75028"/>
                    <a:pt x="54032" y="75028"/>
                  </a:cubicBezTo>
                  <a:lnTo>
                    <a:pt x="54148" y="75028"/>
                  </a:lnTo>
                  <a:cubicBezTo>
                    <a:pt x="54235" y="75028"/>
                    <a:pt x="54322" y="75028"/>
                    <a:pt x="54409" y="75013"/>
                  </a:cubicBezTo>
                  <a:lnTo>
                    <a:pt x="54438" y="75013"/>
                  </a:lnTo>
                  <a:cubicBezTo>
                    <a:pt x="54511" y="75013"/>
                    <a:pt x="54598" y="74999"/>
                    <a:pt x="54670" y="74984"/>
                  </a:cubicBezTo>
                  <a:lnTo>
                    <a:pt x="54685" y="74984"/>
                  </a:lnTo>
                  <a:cubicBezTo>
                    <a:pt x="71496" y="71547"/>
                    <a:pt x="73875" y="65745"/>
                    <a:pt x="72512" y="55562"/>
                  </a:cubicBezTo>
                  <a:lnTo>
                    <a:pt x="72512" y="55518"/>
                  </a:lnTo>
                  <a:cubicBezTo>
                    <a:pt x="72468" y="55257"/>
                    <a:pt x="72439" y="54967"/>
                    <a:pt x="72396" y="54706"/>
                  </a:cubicBezTo>
                  <a:lnTo>
                    <a:pt x="72396" y="54706"/>
                  </a:lnTo>
                  <a:cubicBezTo>
                    <a:pt x="72439" y="54779"/>
                    <a:pt x="72468" y="54837"/>
                    <a:pt x="72526" y="54895"/>
                  </a:cubicBezTo>
                  <a:cubicBezTo>
                    <a:pt x="72541" y="54909"/>
                    <a:pt x="72541" y="54924"/>
                    <a:pt x="72570" y="54938"/>
                  </a:cubicBezTo>
                  <a:cubicBezTo>
                    <a:pt x="72642" y="55054"/>
                    <a:pt x="72729" y="55141"/>
                    <a:pt x="72816" y="55257"/>
                  </a:cubicBezTo>
                  <a:lnTo>
                    <a:pt x="72860" y="55286"/>
                  </a:lnTo>
                  <a:cubicBezTo>
                    <a:pt x="72947" y="55373"/>
                    <a:pt x="73034" y="55475"/>
                    <a:pt x="73150" y="55548"/>
                  </a:cubicBezTo>
                  <a:cubicBezTo>
                    <a:pt x="73164" y="55548"/>
                    <a:pt x="73164" y="55562"/>
                    <a:pt x="73179" y="55562"/>
                  </a:cubicBezTo>
                  <a:cubicBezTo>
                    <a:pt x="73295" y="55635"/>
                    <a:pt x="73396" y="55707"/>
                    <a:pt x="73527" y="55765"/>
                  </a:cubicBezTo>
                  <a:cubicBezTo>
                    <a:pt x="73541" y="55780"/>
                    <a:pt x="73585" y="55780"/>
                    <a:pt x="73599" y="55794"/>
                  </a:cubicBezTo>
                  <a:cubicBezTo>
                    <a:pt x="73629" y="55809"/>
                    <a:pt x="73658" y="55838"/>
                    <a:pt x="73687" y="55852"/>
                  </a:cubicBezTo>
                  <a:cubicBezTo>
                    <a:pt x="73774" y="55881"/>
                    <a:pt x="73890" y="55925"/>
                    <a:pt x="73977" y="55954"/>
                  </a:cubicBezTo>
                  <a:lnTo>
                    <a:pt x="73991" y="55954"/>
                  </a:lnTo>
                  <a:cubicBezTo>
                    <a:pt x="74122" y="55997"/>
                    <a:pt x="74238" y="56026"/>
                    <a:pt x="74354" y="56055"/>
                  </a:cubicBezTo>
                  <a:cubicBezTo>
                    <a:pt x="74397" y="56055"/>
                    <a:pt x="74412" y="56070"/>
                    <a:pt x="74455" y="56070"/>
                  </a:cubicBezTo>
                  <a:cubicBezTo>
                    <a:pt x="74571" y="56084"/>
                    <a:pt x="74702" y="56099"/>
                    <a:pt x="74832" y="56099"/>
                  </a:cubicBezTo>
                  <a:lnTo>
                    <a:pt x="74861" y="56099"/>
                  </a:lnTo>
                  <a:cubicBezTo>
                    <a:pt x="74977" y="56099"/>
                    <a:pt x="75079" y="56084"/>
                    <a:pt x="75195" y="56084"/>
                  </a:cubicBezTo>
                  <a:cubicBezTo>
                    <a:pt x="75224" y="56084"/>
                    <a:pt x="75268" y="56070"/>
                    <a:pt x="75326" y="56070"/>
                  </a:cubicBezTo>
                  <a:cubicBezTo>
                    <a:pt x="75398" y="56055"/>
                    <a:pt x="75485" y="56026"/>
                    <a:pt x="75558" y="56012"/>
                  </a:cubicBezTo>
                  <a:cubicBezTo>
                    <a:pt x="75587" y="55997"/>
                    <a:pt x="75645" y="55997"/>
                    <a:pt x="75688" y="55983"/>
                  </a:cubicBezTo>
                  <a:cubicBezTo>
                    <a:pt x="75761" y="55954"/>
                    <a:pt x="75833" y="55925"/>
                    <a:pt x="75906" y="55910"/>
                  </a:cubicBezTo>
                  <a:cubicBezTo>
                    <a:pt x="75935" y="55881"/>
                    <a:pt x="75993" y="55867"/>
                    <a:pt x="76022" y="55852"/>
                  </a:cubicBezTo>
                  <a:cubicBezTo>
                    <a:pt x="76094" y="55809"/>
                    <a:pt x="76152" y="55780"/>
                    <a:pt x="76225" y="55736"/>
                  </a:cubicBezTo>
                  <a:cubicBezTo>
                    <a:pt x="76268" y="55722"/>
                    <a:pt x="76312" y="55693"/>
                    <a:pt x="76355" y="55664"/>
                  </a:cubicBezTo>
                  <a:cubicBezTo>
                    <a:pt x="76428" y="55635"/>
                    <a:pt x="76486" y="55577"/>
                    <a:pt x="76530" y="55518"/>
                  </a:cubicBezTo>
                  <a:cubicBezTo>
                    <a:pt x="76573" y="55489"/>
                    <a:pt x="76602" y="55475"/>
                    <a:pt x="76646" y="55431"/>
                  </a:cubicBezTo>
                  <a:cubicBezTo>
                    <a:pt x="76718" y="55373"/>
                    <a:pt x="76776" y="55301"/>
                    <a:pt x="76820" y="55257"/>
                  </a:cubicBezTo>
                  <a:lnTo>
                    <a:pt x="76892" y="55185"/>
                  </a:lnTo>
                  <a:cubicBezTo>
                    <a:pt x="76965" y="55083"/>
                    <a:pt x="77037" y="54996"/>
                    <a:pt x="77110" y="54895"/>
                  </a:cubicBezTo>
                  <a:lnTo>
                    <a:pt x="77139" y="54866"/>
                  </a:lnTo>
                  <a:lnTo>
                    <a:pt x="77139" y="54851"/>
                  </a:lnTo>
                  <a:cubicBezTo>
                    <a:pt x="85653" y="41927"/>
                    <a:pt x="84478" y="35966"/>
                    <a:pt x="78082" y="30309"/>
                  </a:cubicBezTo>
                  <a:lnTo>
                    <a:pt x="78198" y="30309"/>
                  </a:lnTo>
                  <a:cubicBezTo>
                    <a:pt x="78299" y="30309"/>
                    <a:pt x="78401" y="30309"/>
                    <a:pt x="78502" y="30294"/>
                  </a:cubicBezTo>
                  <a:cubicBezTo>
                    <a:pt x="78531" y="30294"/>
                    <a:pt x="78546" y="30294"/>
                    <a:pt x="78575" y="30265"/>
                  </a:cubicBezTo>
                  <a:cubicBezTo>
                    <a:pt x="78647" y="30251"/>
                    <a:pt x="78720" y="30251"/>
                    <a:pt x="78821" y="30236"/>
                  </a:cubicBezTo>
                  <a:cubicBezTo>
                    <a:pt x="78850" y="30236"/>
                    <a:pt x="78865" y="30207"/>
                    <a:pt x="78908" y="30207"/>
                  </a:cubicBezTo>
                  <a:cubicBezTo>
                    <a:pt x="78981" y="30193"/>
                    <a:pt x="79068" y="30178"/>
                    <a:pt x="79140" y="30135"/>
                  </a:cubicBezTo>
                  <a:cubicBezTo>
                    <a:pt x="79169" y="30135"/>
                    <a:pt x="79184" y="30120"/>
                    <a:pt x="79198" y="30120"/>
                  </a:cubicBezTo>
                  <a:lnTo>
                    <a:pt x="79213" y="30120"/>
                  </a:lnTo>
                  <a:cubicBezTo>
                    <a:pt x="79314" y="30091"/>
                    <a:pt x="79402" y="30048"/>
                    <a:pt x="79489" y="29990"/>
                  </a:cubicBezTo>
                  <a:cubicBezTo>
                    <a:pt x="79489" y="29990"/>
                    <a:pt x="79503" y="29990"/>
                    <a:pt x="79503" y="29975"/>
                  </a:cubicBezTo>
                  <a:cubicBezTo>
                    <a:pt x="79634" y="29903"/>
                    <a:pt x="79750" y="29830"/>
                    <a:pt x="79851" y="29757"/>
                  </a:cubicBezTo>
                  <a:cubicBezTo>
                    <a:pt x="79866" y="29743"/>
                    <a:pt x="79866" y="29743"/>
                    <a:pt x="79895" y="29743"/>
                  </a:cubicBezTo>
                  <a:cubicBezTo>
                    <a:pt x="79996" y="29656"/>
                    <a:pt x="80083" y="29583"/>
                    <a:pt x="80199" y="29467"/>
                  </a:cubicBezTo>
                  <a:lnTo>
                    <a:pt x="80257" y="29409"/>
                  </a:lnTo>
                  <a:cubicBezTo>
                    <a:pt x="80344" y="29322"/>
                    <a:pt x="80431" y="29221"/>
                    <a:pt x="80504" y="29105"/>
                  </a:cubicBezTo>
                  <a:cubicBezTo>
                    <a:pt x="80504" y="29105"/>
                    <a:pt x="80504" y="29090"/>
                    <a:pt x="80518" y="29090"/>
                  </a:cubicBezTo>
                  <a:cubicBezTo>
                    <a:pt x="80591" y="28974"/>
                    <a:pt x="80649" y="28873"/>
                    <a:pt x="80721" y="28757"/>
                  </a:cubicBezTo>
                  <a:cubicBezTo>
                    <a:pt x="80736" y="28742"/>
                    <a:pt x="80736" y="28728"/>
                    <a:pt x="80765" y="28713"/>
                  </a:cubicBezTo>
                  <a:cubicBezTo>
                    <a:pt x="80809" y="28597"/>
                    <a:pt x="80852" y="28467"/>
                    <a:pt x="80910" y="28351"/>
                  </a:cubicBezTo>
                  <a:cubicBezTo>
                    <a:pt x="80910" y="28321"/>
                    <a:pt x="80925" y="28292"/>
                    <a:pt x="80925" y="28278"/>
                  </a:cubicBezTo>
                  <a:cubicBezTo>
                    <a:pt x="80954" y="28147"/>
                    <a:pt x="80997" y="28017"/>
                    <a:pt x="80997" y="27886"/>
                  </a:cubicBezTo>
                  <a:lnTo>
                    <a:pt x="80997" y="27872"/>
                  </a:lnTo>
                  <a:cubicBezTo>
                    <a:pt x="81012" y="27741"/>
                    <a:pt x="81012" y="27596"/>
                    <a:pt x="81012" y="27480"/>
                  </a:cubicBezTo>
                  <a:lnTo>
                    <a:pt x="81012" y="27422"/>
                  </a:lnTo>
                  <a:cubicBezTo>
                    <a:pt x="81012" y="27292"/>
                    <a:pt x="80997" y="27147"/>
                    <a:pt x="80954" y="27016"/>
                  </a:cubicBezTo>
                  <a:lnTo>
                    <a:pt x="80954" y="26987"/>
                  </a:lnTo>
                  <a:cubicBezTo>
                    <a:pt x="78044" y="12698"/>
                    <a:pt x="73416" y="8835"/>
                    <a:pt x="65840" y="8835"/>
                  </a:cubicBezTo>
                  <a:cubicBezTo>
                    <a:pt x="64502" y="8835"/>
                    <a:pt x="63073" y="8956"/>
                    <a:pt x="61546" y="9160"/>
                  </a:cubicBezTo>
                  <a:lnTo>
                    <a:pt x="61502" y="9160"/>
                  </a:lnTo>
                  <a:cubicBezTo>
                    <a:pt x="60980" y="9233"/>
                    <a:pt x="60472" y="9305"/>
                    <a:pt x="59979" y="9363"/>
                  </a:cubicBezTo>
                  <a:cubicBezTo>
                    <a:pt x="59994" y="9320"/>
                    <a:pt x="59994" y="9291"/>
                    <a:pt x="60023" y="9247"/>
                  </a:cubicBezTo>
                  <a:lnTo>
                    <a:pt x="60023" y="9233"/>
                  </a:lnTo>
                  <a:cubicBezTo>
                    <a:pt x="60052" y="9102"/>
                    <a:pt x="60095" y="8986"/>
                    <a:pt x="60110" y="8841"/>
                  </a:cubicBezTo>
                  <a:lnTo>
                    <a:pt x="60110" y="8783"/>
                  </a:lnTo>
                  <a:cubicBezTo>
                    <a:pt x="60124" y="8653"/>
                    <a:pt x="60124" y="8508"/>
                    <a:pt x="60124" y="8377"/>
                  </a:cubicBezTo>
                  <a:lnTo>
                    <a:pt x="60124" y="8304"/>
                  </a:lnTo>
                  <a:cubicBezTo>
                    <a:pt x="60124" y="8188"/>
                    <a:pt x="60110" y="8043"/>
                    <a:pt x="60095" y="7913"/>
                  </a:cubicBezTo>
                  <a:lnTo>
                    <a:pt x="60095" y="7898"/>
                  </a:lnTo>
                  <a:cubicBezTo>
                    <a:pt x="60066" y="7768"/>
                    <a:pt x="60037" y="7637"/>
                    <a:pt x="59994" y="7536"/>
                  </a:cubicBezTo>
                  <a:cubicBezTo>
                    <a:pt x="59994" y="7507"/>
                    <a:pt x="59979" y="7492"/>
                    <a:pt x="59979" y="7478"/>
                  </a:cubicBezTo>
                  <a:cubicBezTo>
                    <a:pt x="59950" y="7347"/>
                    <a:pt x="59892" y="7246"/>
                    <a:pt x="59820" y="7130"/>
                  </a:cubicBezTo>
                  <a:cubicBezTo>
                    <a:pt x="59805" y="7115"/>
                    <a:pt x="59805" y="7101"/>
                    <a:pt x="59776" y="7057"/>
                  </a:cubicBezTo>
                  <a:cubicBezTo>
                    <a:pt x="59704" y="6956"/>
                    <a:pt x="59631" y="6825"/>
                    <a:pt x="59559" y="6738"/>
                  </a:cubicBezTo>
                  <a:cubicBezTo>
                    <a:pt x="59472" y="6622"/>
                    <a:pt x="59385" y="6535"/>
                    <a:pt x="59297" y="6419"/>
                  </a:cubicBezTo>
                  <a:lnTo>
                    <a:pt x="59254" y="6390"/>
                  </a:lnTo>
                  <a:cubicBezTo>
                    <a:pt x="59167" y="6303"/>
                    <a:pt x="59051" y="6201"/>
                    <a:pt x="58935" y="6129"/>
                  </a:cubicBezTo>
                  <a:lnTo>
                    <a:pt x="58906" y="6114"/>
                  </a:lnTo>
                  <a:cubicBezTo>
                    <a:pt x="52467" y="1853"/>
                    <a:pt x="47752" y="0"/>
                    <a:pt x="43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1204150" y="4106925"/>
              <a:ext cx="80525" cy="126575"/>
            </a:xfrm>
            <a:custGeom>
              <a:rect b="b" l="l" r="r" t="t"/>
              <a:pathLst>
                <a:path extrusionOk="0" h="5063" w="3221">
                  <a:moveTo>
                    <a:pt x="436" y="0"/>
                  </a:moveTo>
                  <a:cubicBezTo>
                    <a:pt x="305" y="0"/>
                    <a:pt x="218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30" y="4845"/>
                    <a:pt x="131" y="4932"/>
                  </a:cubicBezTo>
                  <a:cubicBezTo>
                    <a:pt x="204" y="5033"/>
                    <a:pt x="320" y="5062"/>
                    <a:pt x="450" y="5062"/>
                  </a:cubicBezTo>
                  <a:cubicBezTo>
                    <a:pt x="566" y="5062"/>
                    <a:pt x="668" y="5033"/>
                    <a:pt x="769" y="4975"/>
                  </a:cubicBezTo>
                  <a:cubicBezTo>
                    <a:pt x="871" y="4903"/>
                    <a:pt x="900" y="4787"/>
                    <a:pt x="900" y="4671"/>
                  </a:cubicBezTo>
                  <a:lnTo>
                    <a:pt x="900" y="2974"/>
                  </a:lnTo>
                  <a:lnTo>
                    <a:pt x="2466" y="2974"/>
                  </a:lnTo>
                  <a:cubicBezTo>
                    <a:pt x="2582" y="2974"/>
                    <a:pt x="2684" y="2945"/>
                    <a:pt x="2771" y="2858"/>
                  </a:cubicBezTo>
                  <a:cubicBezTo>
                    <a:pt x="2858" y="2756"/>
                    <a:pt x="2902" y="2669"/>
                    <a:pt x="2902" y="2568"/>
                  </a:cubicBezTo>
                  <a:cubicBezTo>
                    <a:pt x="2902" y="2437"/>
                    <a:pt x="2858" y="2321"/>
                    <a:pt x="2771" y="2249"/>
                  </a:cubicBezTo>
                  <a:cubicBezTo>
                    <a:pt x="2698" y="2161"/>
                    <a:pt x="2582" y="2132"/>
                    <a:pt x="2466" y="2132"/>
                  </a:cubicBezTo>
                  <a:lnTo>
                    <a:pt x="900" y="2132"/>
                  </a:lnTo>
                  <a:lnTo>
                    <a:pt x="900" y="856"/>
                  </a:lnTo>
                  <a:lnTo>
                    <a:pt x="2785" y="856"/>
                  </a:lnTo>
                  <a:cubicBezTo>
                    <a:pt x="2916" y="856"/>
                    <a:pt x="3003" y="813"/>
                    <a:pt x="3090" y="725"/>
                  </a:cubicBezTo>
                  <a:cubicBezTo>
                    <a:pt x="3192" y="638"/>
                    <a:pt x="3221" y="551"/>
                    <a:pt x="3221" y="435"/>
                  </a:cubicBezTo>
                  <a:cubicBezTo>
                    <a:pt x="3221" y="305"/>
                    <a:pt x="3192" y="203"/>
                    <a:pt x="3090" y="131"/>
                  </a:cubicBezTo>
                  <a:cubicBezTo>
                    <a:pt x="3032" y="44"/>
                    <a:pt x="2916" y="0"/>
                    <a:pt x="278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1305675" y="4106925"/>
              <a:ext cx="104100" cy="127850"/>
            </a:xfrm>
            <a:custGeom>
              <a:rect b="b" l="l" r="r" t="t"/>
              <a:pathLst>
                <a:path extrusionOk="0" h="5114" w="4164">
                  <a:moveTo>
                    <a:pt x="2481" y="827"/>
                  </a:moveTo>
                  <a:cubicBezTo>
                    <a:pt x="2612" y="827"/>
                    <a:pt x="2742" y="900"/>
                    <a:pt x="2844" y="1045"/>
                  </a:cubicBezTo>
                  <a:cubicBezTo>
                    <a:pt x="2960" y="1161"/>
                    <a:pt x="3003" y="1349"/>
                    <a:pt x="3003" y="1567"/>
                  </a:cubicBezTo>
                  <a:cubicBezTo>
                    <a:pt x="3003" y="1726"/>
                    <a:pt x="2989" y="1871"/>
                    <a:pt x="2931" y="2016"/>
                  </a:cubicBezTo>
                  <a:cubicBezTo>
                    <a:pt x="2887" y="2161"/>
                    <a:pt x="2829" y="2278"/>
                    <a:pt x="2742" y="2350"/>
                  </a:cubicBezTo>
                  <a:cubicBezTo>
                    <a:pt x="2641" y="2437"/>
                    <a:pt x="2568" y="2466"/>
                    <a:pt x="2481" y="2466"/>
                  </a:cubicBezTo>
                  <a:lnTo>
                    <a:pt x="900" y="2466"/>
                  </a:lnTo>
                  <a:lnTo>
                    <a:pt x="900" y="827"/>
                  </a:lnTo>
                  <a:close/>
                  <a:moveTo>
                    <a:pt x="436" y="0"/>
                  </a:moveTo>
                  <a:cubicBezTo>
                    <a:pt x="306" y="0"/>
                    <a:pt x="219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59" y="4845"/>
                    <a:pt x="161" y="4932"/>
                  </a:cubicBezTo>
                  <a:cubicBezTo>
                    <a:pt x="277" y="5033"/>
                    <a:pt x="393" y="5062"/>
                    <a:pt x="523" y="5062"/>
                  </a:cubicBezTo>
                  <a:cubicBezTo>
                    <a:pt x="654" y="5062"/>
                    <a:pt x="741" y="5033"/>
                    <a:pt x="755" y="4975"/>
                  </a:cubicBezTo>
                  <a:cubicBezTo>
                    <a:pt x="828" y="4903"/>
                    <a:pt x="871" y="4787"/>
                    <a:pt x="871" y="4656"/>
                  </a:cubicBezTo>
                  <a:lnTo>
                    <a:pt x="871" y="3249"/>
                  </a:lnTo>
                  <a:lnTo>
                    <a:pt x="2235" y="3249"/>
                  </a:lnTo>
                  <a:cubicBezTo>
                    <a:pt x="2336" y="3249"/>
                    <a:pt x="2423" y="3264"/>
                    <a:pt x="2510" y="3278"/>
                  </a:cubicBezTo>
                  <a:cubicBezTo>
                    <a:pt x="2597" y="3307"/>
                    <a:pt x="2655" y="3336"/>
                    <a:pt x="2713" y="3394"/>
                  </a:cubicBezTo>
                  <a:cubicBezTo>
                    <a:pt x="2771" y="3452"/>
                    <a:pt x="2800" y="3496"/>
                    <a:pt x="2844" y="3568"/>
                  </a:cubicBezTo>
                  <a:cubicBezTo>
                    <a:pt x="2858" y="3641"/>
                    <a:pt x="2873" y="3714"/>
                    <a:pt x="2873" y="3815"/>
                  </a:cubicBezTo>
                  <a:cubicBezTo>
                    <a:pt x="2873" y="4062"/>
                    <a:pt x="2902" y="4265"/>
                    <a:pt x="2945" y="4424"/>
                  </a:cubicBezTo>
                  <a:cubicBezTo>
                    <a:pt x="3003" y="4584"/>
                    <a:pt x="3062" y="4714"/>
                    <a:pt x="3149" y="4801"/>
                  </a:cubicBezTo>
                  <a:cubicBezTo>
                    <a:pt x="3236" y="4903"/>
                    <a:pt x="3308" y="4975"/>
                    <a:pt x="3410" y="5019"/>
                  </a:cubicBezTo>
                  <a:cubicBezTo>
                    <a:pt x="3453" y="5062"/>
                    <a:pt x="3511" y="5077"/>
                    <a:pt x="3598" y="5092"/>
                  </a:cubicBezTo>
                  <a:cubicBezTo>
                    <a:pt x="3649" y="5106"/>
                    <a:pt x="3692" y="5113"/>
                    <a:pt x="3734" y="5113"/>
                  </a:cubicBezTo>
                  <a:cubicBezTo>
                    <a:pt x="3776" y="5113"/>
                    <a:pt x="3816" y="5106"/>
                    <a:pt x="3859" y="5092"/>
                  </a:cubicBezTo>
                  <a:cubicBezTo>
                    <a:pt x="3932" y="5077"/>
                    <a:pt x="4004" y="5019"/>
                    <a:pt x="4062" y="4975"/>
                  </a:cubicBezTo>
                  <a:cubicBezTo>
                    <a:pt x="4149" y="4874"/>
                    <a:pt x="4164" y="4787"/>
                    <a:pt x="4149" y="4656"/>
                  </a:cubicBezTo>
                  <a:cubicBezTo>
                    <a:pt x="4135" y="4540"/>
                    <a:pt x="4062" y="4439"/>
                    <a:pt x="3946" y="4395"/>
                  </a:cubicBezTo>
                  <a:cubicBezTo>
                    <a:pt x="3888" y="4352"/>
                    <a:pt x="3845" y="4323"/>
                    <a:pt x="3816" y="4250"/>
                  </a:cubicBezTo>
                  <a:cubicBezTo>
                    <a:pt x="3801" y="4178"/>
                    <a:pt x="3787" y="4105"/>
                    <a:pt x="3787" y="4004"/>
                  </a:cubicBezTo>
                  <a:cubicBezTo>
                    <a:pt x="3787" y="3917"/>
                    <a:pt x="3772" y="3815"/>
                    <a:pt x="3758" y="3685"/>
                  </a:cubicBezTo>
                  <a:cubicBezTo>
                    <a:pt x="3729" y="3554"/>
                    <a:pt x="3714" y="3423"/>
                    <a:pt x="3656" y="3322"/>
                  </a:cubicBezTo>
                  <a:cubicBezTo>
                    <a:pt x="3613" y="3191"/>
                    <a:pt x="3540" y="3090"/>
                    <a:pt x="3439" y="2988"/>
                  </a:cubicBezTo>
                  <a:cubicBezTo>
                    <a:pt x="3385" y="2934"/>
                    <a:pt x="3314" y="2881"/>
                    <a:pt x="3241" y="2830"/>
                  </a:cubicBezTo>
                  <a:lnTo>
                    <a:pt x="3241" y="2830"/>
                  </a:lnTo>
                  <a:cubicBezTo>
                    <a:pt x="3348" y="2766"/>
                    <a:pt x="3448" y="2685"/>
                    <a:pt x="3540" y="2582"/>
                  </a:cubicBezTo>
                  <a:cubicBezTo>
                    <a:pt x="3656" y="2437"/>
                    <a:pt x="3772" y="2292"/>
                    <a:pt x="3845" y="2103"/>
                  </a:cubicBezTo>
                  <a:cubicBezTo>
                    <a:pt x="3917" y="1929"/>
                    <a:pt x="3946" y="1741"/>
                    <a:pt x="3946" y="1567"/>
                  </a:cubicBezTo>
                  <a:cubicBezTo>
                    <a:pt x="3946" y="1248"/>
                    <a:pt x="3874" y="987"/>
                    <a:pt x="3758" y="740"/>
                  </a:cubicBezTo>
                  <a:cubicBezTo>
                    <a:pt x="3627" y="508"/>
                    <a:pt x="3439" y="334"/>
                    <a:pt x="3221" y="203"/>
                  </a:cubicBezTo>
                  <a:cubicBezTo>
                    <a:pt x="3003" y="73"/>
                    <a:pt x="2771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1429700" y="4106550"/>
              <a:ext cx="23250" cy="126575"/>
            </a:xfrm>
            <a:custGeom>
              <a:rect b="b" l="l" r="r" t="t"/>
              <a:pathLst>
                <a:path extrusionOk="0" h="5063" w="930">
                  <a:moveTo>
                    <a:pt x="450" y="1"/>
                  </a:moveTo>
                  <a:cubicBezTo>
                    <a:pt x="334" y="1"/>
                    <a:pt x="218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18" y="5019"/>
                    <a:pt x="334" y="5063"/>
                    <a:pt x="450" y="5063"/>
                  </a:cubicBezTo>
                  <a:cubicBezTo>
                    <a:pt x="581" y="5063"/>
                    <a:pt x="697" y="5019"/>
                    <a:pt x="784" y="4932"/>
                  </a:cubicBezTo>
                  <a:cubicBezTo>
                    <a:pt x="871" y="4860"/>
                    <a:pt x="929" y="4758"/>
                    <a:pt x="929" y="4628"/>
                  </a:cubicBezTo>
                  <a:lnTo>
                    <a:pt x="885" y="4628"/>
                  </a:lnTo>
                  <a:lnTo>
                    <a:pt x="885" y="436"/>
                  </a:lnTo>
                  <a:cubicBezTo>
                    <a:pt x="885" y="305"/>
                    <a:pt x="856" y="218"/>
                    <a:pt x="769" y="131"/>
                  </a:cubicBezTo>
                  <a:cubicBezTo>
                    <a:pt x="668" y="44"/>
                    <a:pt x="566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1480825" y="4106550"/>
              <a:ext cx="82725" cy="126575"/>
            </a:xfrm>
            <a:custGeom>
              <a:rect b="b" l="l" r="r" t="t"/>
              <a:pathLst>
                <a:path extrusionOk="0" h="5063" w="3309">
                  <a:moveTo>
                    <a:pt x="407" y="1"/>
                  </a:moveTo>
                  <a:cubicBezTo>
                    <a:pt x="276" y="1"/>
                    <a:pt x="175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04" y="5019"/>
                    <a:pt x="320" y="5063"/>
                    <a:pt x="436" y="5063"/>
                  </a:cubicBezTo>
                  <a:lnTo>
                    <a:pt x="2873" y="5063"/>
                  </a:lnTo>
                  <a:cubicBezTo>
                    <a:pt x="3003" y="5063"/>
                    <a:pt x="3090" y="5019"/>
                    <a:pt x="3178" y="4947"/>
                  </a:cubicBezTo>
                  <a:cubicBezTo>
                    <a:pt x="3265" y="4874"/>
                    <a:pt x="3308" y="4787"/>
                    <a:pt x="3308" y="4657"/>
                  </a:cubicBezTo>
                  <a:cubicBezTo>
                    <a:pt x="3308" y="4555"/>
                    <a:pt x="3265" y="4468"/>
                    <a:pt x="3178" y="4367"/>
                  </a:cubicBezTo>
                  <a:cubicBezTo>
                    <a:pt x="3105" y="4280"/>
                    <a:pt x="3003" y="4251"/>
                    <a:pt x="2873" y="4251"/>
                  </a:cubicBezTo>
                  <a:lnTo>
                    <a:pt x="900" y="4251"/>
                  </a:lnTo>
                  <a:lnTo>
                    <a:pt x="900" y="2902"/>
                  </a:lnTo>
                  <a:lnTo>
                    <a:pt x="2525" y="2902"/>
                  </a:lnTo>
                  <a:cubicBezTo>
                    <a:pt x="2655" y="2902"/>
                    <a:pt x="2742" y="2873"/>
                    <a:pt x="2829" y="2800"/>
                  </a:cubicBezTo>
                  <a:cubicBezTo>
                    <a:pt x="2931" y="2728"/>
                    <a:pt x="2960" y="2626"/>
                    <a:pt x="2960" y="2510"/>
                  </a:cubicBezTo>
                  <a:cubicBezTo>
                    <a:pt x="2960" y="2380"/>
                    <a:pt x="2931" y="2264"/>
                    <a:pt x="2829" y="2191"/>
                  </a:cubicBezTo>
                  <a:cubicBezTo>
                    <a:pt x="2757" y="2104"/>
                    <a:pt x="2655" y="2075"/>
                    <a:pt x="2525" y="2075"/>
                  </a:cubicBezTo>
                  <a:lnTo>
                    <a:pt x="871" y="2075"/>
                  </a:lnTo>
                  <a:lnTo>
                    <a:pt x="871" y="842"/>
                  </a:lnTo>
                  <a:lnTo>
                    <a:pt x="2829" y="842"/>
                  </a:lnTo>
                  <a:cubicBezTo>
                    <a:pt x="2960" y="842"/>
                    <a:pt x="3047" y="799"/>
                    <a:pt x="3148" y="726"/>
                  </a:cubicBezTo>
                  <a:cubicBezTo>
                    <a:pt x="3236" y="653"/>
                    <a:pt x="3265" y="566"/>
                    <a:pt x="3265" y="436"/>
                  </a:cubicBezTo>
                  <a:cubicBezTo>
                    <a:pt x="3265" y="305"/>
                    <a:pt x="3236" y="204"/>
                    <a:pt x="3148" y="131"/>
                  </a:cubicBezTo>
                  <a:cubicBezTo>
                    <a:pt x="3076" y="44"/>
                    <a:pt x="2960" y="1"/>
                    <a:pt x="282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1583825" y="4106200"/>
              <a:ext cx="106275" cy="126925"/>
            </a:xfrm>
            <a:custGeom>
              <a:rect b="b" l="l" r="r" t="t"/>
              <a:pathLst>
                <a:path extrusionOk="0" h="5077" w="4251">
                  <a:moveTo>
                    <a:pt x="435" y="0"/>
                  </a:moveTo>
                  <a:cubicBezTo>
                    <a:pt x="305" y="0"/>
                    <a:pt x="218" y="29"/>
                    <a:pt x="131" y="131"/>
                  </a:cubicBezTo>
                  <a:cubicBezTo>
                    <a:pt x="44" y="203"/>
                    <a:pt x="0" y="305"/>
                    <a:pt x="0" y="435"/>
                  </a:cubicBezTo>
                  <a:lnTo>
                    <a:pt x="0" y="4656"/>
                  </a:lnTo>
                  <a:cubicBezTo>
                    <a:pt x="0" y="4772"/>
                    <a:pt x="44" y="4874"/>
                    <a:pt x="116" y="4946"/>
                  </a:cubicBezTo>
                  <a:cubicBezTo>
                    <a:pt x="189" y="5019"/>
                    <a:pt x="290" y="5062"/>
                    <a:pt x="406" y="5062"/>
                  </a:cubicBezTo>
                  <a:cubicBezTo>
                    <a:pt x="508" y="5062"/>
                    <a:pt x="624" y="5019"/>
                    <a:pt x="697" y="4946"/>
                  </a:cubicBezTo>
                  <a:cubicBezTo>
                    <a:pt x="769" y="4874"/>
                    <a:pt x="798" y="4772"/>
                    <a:pt x="798" y="4656"/>
                  </a:cubicBezTo>
                  <a:lnTo>
                    <a:pt x="798" y="1542"/>
                  </a:lnTo>
                  <a:lnTo>
                    <a:pt x="3467" y="4946"/>
                  </a:lnTo>
                  <a:cubicBezTo>
                    <a:pt x="3511" y="4990"/>
                    <a:pt x="3540" y="5019"/>
                    <a:pt x="3612" y="5033"/>
                  </a:cubicBezTo>
                  <a:cubicBezTo>
                    <a:pt x="3685" y="5062"/>
                    <a:pt x="3757" y="5077"/>
                    <a:pt x="3815" y="5077"/>
                  </a:cubicBezTo>
                  <a:cubicBezTo>
                    <a:pt x="3946" y="5077"/>
                    <a:pt x="4033" y="5033"/>
                    <a:pt x="4120" y="4946"/>
                  </a:cubicBezTo>
                  <a:cubicBezTo>
                    <a:pt x="4207" y="4874"/>
                    <a:pt x="4250" y="4772"/>
                    <a:pt x="4250" y="4642"/>
                  </a:cubicBezTo>
                  <a:lnTo>
                    <a:pt x="4250" y="421"/>
                  </a:lnTo>
                  <a:cubicBezTo>
                    <a:pt x="4250" y="305"/>
                    <a:pt x="4207" y="203"/>
                    <a:pt x="4134" y="131"/>
                  </a:cubicBezTo>
                  <a:cubicBezTo>
                    <a:pt x="4062" y="58"/>
                    <a:pt x="3960" y="15"/>
                    <a:pt x="3844" y="15"/>
                  </a:cubicBezTo>
                  <a:cubicBezTo>
                    <a:pt x="3714" y="15"/>
                    <a:pt x="3627" y="58"/>
                    <a:pt x="3554" y="102"/>
                  </a:cubicBezTo>
                  <a:cubicBezTo>
                    <a:pt x="3482" y="174"/>
                    <a:pt x="3453" y="290"/>
                    <a:pt x="3453" y="392"/>
                  </a:cubicBezTo>
                  <a:lnTo>
                    <a:pt x="3453" y="3536"/>
                  </a:lnTo>
                  <a:lnTo>
                    <a:pt x="3453" y="3536"/>
                  </a:lnTo>
                  <a:lnTo>
                    <a:pt x="813" y="160"/>
                  </a:lnTo>
                  <a:cubicBezTo>
                    <a:pt x="784" y="102"/>
                    <a:pt x="726" y="58"/>
                    <a:pt x="653" y="29"/>
                  </a:cubicBezTo>
                  <a:cubicBezTo>
                    <a:pt x="581" y="15"/>
                    <a:pt x="508" y="0"/>
                    <a:pt x="4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1716900" y="4106550"/>
              <a:ext cx="108825" cy="127300"/>
            </a:xfrm>
            <a:custGeom>
              <a:rect b="b" l="l" r="r" t="t"/>
              <a:pathLst>
                <a:path extrusionOk="0" h="5092" w="4353">
                  <a:moveTo>
                    <a:pt x="2104" y="813"/>
                  </a:moveTo>
                  <a:cubicBezTo>
                    <a:pt x="2322" y="813"/>
                    <a:pt x="2510" y="871"/>
                    <a:pt x="2684" y="958"/>
                  </a:cubicBezTo>
                  <a:cubicBezTo>
                    <a:pt x="2844" y="1060"/>
                    <a:pt x="2974" y="1176"/>
                    <a:pt x="3076" y="1350"/>
                  </a:cubicBezTo>
                  <a:cubicBezTo>
                    <a:pt x="3192" y="1509"/>
                    <a:pt x="3264" y="1683"/>
                    <a:pt x="3308" y="1886"/>
                  </a:cubicBezTo>
                  <a:cubicBezTo>
                    <a:pt x="3366" y="2104"/>
                    <a:pt x="3380" y="2307"/>
                    <a:pt x="3380" y="2539"/>
                  </a:cubicBezTo>
                  <a:cubicBezTo>
                    <a:pt x="3380" y="2844"/>
                    <a:pt x="3351" y="3134"/>
                    <a:pt x="3264" y="3395"/>
                  </a:cubicBezTo>
                  <a:cubicBezTo>
                    <a:pt x="3163" y="3641"/>
                    <a:pt x="3047" y="3845"/>
                    <a:pt x="2844" y="4004"/>
                  </a:cubicBezTo>
                  <a:cubicBezTo>
                    <a:pt x="2655" y="4178"/>
                    <a:pt x="2409" y="4251"/>
                    <a:pt x="2104" y="4251"/>
                  </a:cubicBezTo>
                  <a:lnTo>
                    <a:pt x="2104" y="4222"/>
                  </a:lnTo>
                  <a:lnTo>
                    <a:pt x="900" y="4222"/>
                  </a:lnTo>
                  <a:lnTo>
                    <a:pt x="900" y="813"/>
                  </a:lnTo>
                  <a:close/>
                  <a:moveTo>
                    <a:pt x="2176" y="1"/>
                  </a:moveTo>
                  <a:lnTo>
                    <a:pt x="2176" y="30"/>
                  </a:lnTo>
                  <a:lnTo>
                    <a:pt x="436" y="30"/>
                  </a:lnTo>
                  <a:cubicBezTo>
                    <a:pt x="305" y="30"/>
                    <a:pt x="218" y="73"/>
                    <a:pt x="117" y="160"/>
                  </a:cubicBezTo>
                  <a:cubicBezTo>
                    <a:pt x="30" y="233"/>
                    <a:pt x="1" y="349"/>
                    <a:pt x="1" y="465"/>
                  </a:cubicBezTo>
                  <a:lnTo>
                    <a:pt x="1" y="4657"/>
                  </a:lnTo>
                  <a:cubicBezTo>
                    <a:pt x="1" y="4787"/>
                    <a:pt x="30" y="4874"/>
                    <a:pt x="117" y="4976"/>
                  </a:cubicBezTo>
                  <a:cubicBezTo>
                    <a:pt x="189" y="5063"/>
                    <a:pt x="305" y="5092"/>
                    <a:pt x="436" y="5092"/>
                  </a:cubicBezTo>
                  <a:lnTo>
                    <a:pt x="2176" y="5092"/>
                  </a:lnTo>
                  <a:cubicBezTo>
                    <a:pt x="2626" y="5092"/>
                    <a:pt x="3018" y="4990"/>
                    <a:pt x="3351" y="4758"/>
                  </a:cubicBezTo>
                  <a:cubicBezTo>
                    <a:pt x="3670" y="4512"/>
                    <a:pt x="3932" y="4207"/>
                    <a:pt x="4091" y="3830"/>
                  </a:cubicBezTo>
                  <a:cubicBezTo>
                    <a:pt x="4251" y="3424"/>
                    <a:pt x="4352" y="3018"/>
                    <a:pt x="4352" y="2539"/>
                  </a:cubicBezTo>
                  <a:cubicBezTo>
                    <a:pt x="4352" y="2191"/>
                    <a:pt x="4294" y="1872"/>
                    <a:pt x="4207" y="1567"/>
                  </a:cubicBezTo>
                  <a:cubicBezTo>
                    <a:pt x="4106" y="1248"/>
                    <a:pt x="3961" y="987"/>
                    <a:pt x="3787" y="740"/>
                  </a:cubicBezTo>
                  <a:cubicBezTo>
                    <a:pt x="3598" y="508"/>
                    <a:pt x="3366" y="334"/>
                    <a:pt x="3090" y="204"/>
                  </a:cubicBezTo>
                  <a:cubicBezTo>
                    <a:pt x="2829" y="73"/>
                    <a:pt x="2510" y="1"/>
                    <a:pt x="217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1846725" y="4107650"/>
              <a:ext cx="80900" cy="126200"/>
            </a:xfrm>
            <a:custGeom>
              <a:rect b="b" l="l" r="r" t="t"/>
              <a:pathLst>
                <a:path extrusionOk="0" h="5048" w="3236">
                  <a:moveTo>
                    <a:pt x="465" y="0"/>
                  </a:moveTo>
                  <a:cubicBezTo>
                    <a:pt x="334" y="0"/>
                    <a:pt x="218" y="29"/>
                    <a:pt x="131" y="116"/>
                  </a:cubicBezTo>
                  <a:cubicBezTo>
                    <a:pt x="44" y="189"/>
                    <a:pt x="1" y="305"/>
                    <a:pt x="1" y="435"/>
                  </a:cubicBezTo>
                  <a:lnTo>
                    <a:pt x="1" y="4613"/>
                  </a:lnTo>
                  <a:cubicBezTo>
                    <a:pt x="1" y="4743"/>
                    <a:pt x="44" y="4830"/>
                    <a:pt x="131" y="4932"/>
                  </a:cubicBezTo>
                  <a:cubicBezTo>
                    <a:pt x="204" y="5019"/>
                    <a:pt x="320" y="5048"/>
                    <a:pt x="436" y="5048"/>
                  </a:cubicBezTo>
                  <a:lnTo>
                    <a:pt x="2800" y="5048"/>
                  </a:lnTo>
                  <a:cubicBezTo>
                    <a:pt x="2931" y="5048"/>
                    <a:pt x="3018" y="5004"/>
                    <a:pt x="3105" y="4932"/>
                  </a:cubicBezTo>
                  <a:cubicBezTo>
                    <a:pt x="3192" y="4830"/>
                    <a:pt x="3235" y="4743"/>
                    <a:pt x="3235" y="4613"/>
                  </a:cubicBezTo>
                  <a:cubicBezTo>
                    <a:pt x="3235" y="4497"/>
                    <a:pt x="3192" y="4381"/>
                    <a:pt x="3105" y="4308"/>
                  </a:cubicBezTo>
                  <a:cubicBezTo>
                    <a:pt x="3032" y="4221"/>
                    <a:pt x="2931" y="4178"/>
                    <a:pt x="2800" y="4178"/>
                  </a:cubicBezTo>
                  <a:lnTo>
                    <a:pt x="900" y="4178"/>
                  </a:lnTo>
                  <a:lnTo>
                    <a:pt x="900" y="435"/>
                  </a:lnTo>
                  <a:cubicBezTo>
                    <a:pt x="900" y="305"/>
                    <a:pt x="856" y="218"/>
                    <a:pt x="769" y="116"/>
                  </a:cubicBezTo>
                  <a:cubicBezTo>
                    <a:pt x="682" y="29"/>
                    <a:pt x="566" y="0"/>
                    <a:pt x="46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1926500" y="4105100"/>
              <a:ext cx="102650" cy="128025"/>
            </a:xfrm>
            <a:custGeom>
              <a:rect b="b" l="l" r="r" t="t"/>
              <a:pathLst>
                <a:path extrusionOk="0" h="5121" w="4106">
                  <a:moveTo>
                    <a:pt x="450" y="1"/>
                  </a:moveTo>
                  <a:cubicBezTo>
                    <a:pt x="349" y="1"/>
                    <a:pt x="262" y="44"/>
                    <a:pt x="146" y="131"/>
                  </a:cubicBezTo>
                  <a:cubicBezTo>
                    <a:pt x="59" y="218"/>
                    <a:pt x="1" y="334"/>
                    <a:pt x="1" y="465"/>
                  </a:cubicBezTo>
                  <a:cubicBezTo>
                    <a:pt x="1" y="508"/>
                    <a:pt x="15" y="566"/>
                    <a:pt x="44" y="624"/>
                  </a:cubicBezTo>
                  <a:cubicBezTo>
                    <a:pt x="59" y="682"/>
                    <a:pt x="88" y="755"/>
                    <a:pt x="146" y="798"/>
                  </a:cubicBezTo>
                  <a:lnTo>
                    <a:pt x="1654" y="2810"/>
                  </a:lnTo>
                  <a:lnTo>
                    <a:pt x="1654" y="4686"/>
                  </a:lnTo>
                  <a:cubicBezTo>
                    <a:pt x="1654" y="4816"/>
                    <a:pt x="1683" y="4903"/>
                    <a:pt x="1785" y="4990"/>
                  </a:cubicBezTo>
                  <a:cubicBezTo>
                    <a:pt x="1872" y="5077"/>
                    <a:pt x="1959" y="5121"/>
                    <a:pt x="2089" y="5121"/>
                  </a:cubicBezTo>
                  <a:cubicBezTo>
                    <a:pt x="2191" y="5121"/>
                    <a:pt x="2292" y="5077"/>
                    <a:pt x="2379" y="4990"/>
                  </a:cubicBezTo>
                  <a:cubicBezTo>
                    <a:pt x="2467" y="4918"/>
                    <a:pt x="2510" y="4816"/>
                    <a:pt x="2510" y="4686"/>
                  </a:cubicBezTo>
                  <a:lnTo>
                    <a:pt x="2510" y="2919"/>
                  </a:lnTo>
                  <a:lnTo>
                    <a:pt x="2510" y="2919"/>
                  </a:lnTo>
                  <a:lnTo>
                    <a:pt x="4033" y="755"/>
                  </a:lnTo>
                  <a:cubicBezTo>
                    <a:pt x="4048" y="711"/>
                    <a:pt x="4062" y="682"/>
                    <a:pt x="4077" y="624"/>
                  </a:cubicBezTo>
                  <a:cubicBezTo>
                    <a:pt x="4106" y="581"/>
                    <a:pt x="4106" y="537"/>
                    <a:pt x="4106" y="494"/>
                  </a:cubicBezTo>
                  <a:cubicBezTo>
                    <a:pt x="4106" y="363"/>
                    <a:pt x="4062" y="262"/>
                    <a:pt x="3975" y="175"/>
                  </a:cubicBezTo>
                  <a:cubicBezTo>
                    <a:pt x="3888" y="73"/>
                    <a:pt x="3772" y="44"/>
                    <a:pt x="3670" y="44"/>
                  </a:cubicBezTo>
                  <a:cubicBezTo>
                    <a:pt x="3540" y="44"/>
                    <a:pt x="3409" y="117"/>
                    <a:pt x="3308" y="204"/>
                  </a:cubicBezTo>
                  <a:lnTo>
                    <a:pt x="2100" y="1968"/>
                  </a:lnTo>
                  <a:lnTo>
                    <a:pt x="2100" y="1968"/>
                  </a:lnTo>
                  <a:lnTo>
                    <a:pt x="813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1269425" y="3770775"/>
              <a:ext cx="172625" cy="264000"/>
            </a:xfrm>
            <a:custGeom>
              <a:rect b="b" l="l" r="r" t="t"/>
              <a:pathLst>
                <a:path extrusionOk="0" h="10560" w="6905">
                  <a:moveTo>
                    <a:pt x="929" y="0"/>
                  </a:moveTo>
                  <a:cubicBezTo>
                    <a:pt x="668" y="0"/>
                    <a:pt x="450" y="87"/>
                    <a:pt x="276" y="247"/>
                  </a:cubicBezTo>
                  <a:cubicBezTo>
                    <a:pt x="87" y="406"/>
                    <a:pt x="0" y="653"/>
                    <a:pt x="0" y="899"/>
                  </a:cubicBezTo>
                  <a:lnTo>
                    <a:pt x="0" y="9646"/>
                  </a:lnTo>
                  <a:cubicBezTo>
                    <a:pt x="0" y="9892"/>
                    <a:pt x="87" y="10110"/>
                    <a:pt x="276" y="10299"/>
                  </a:cubicBezTo>
                  <a:cubicBezTo>
                    <a:pt x="436" y="10473"/>
                    <a:pt x="668" y="10560"/>
                    <a:pt x="929" y="10560"/>
                  </a:cubicBezTo>
                  <a:lnTo>
                    <a:pt x="5977" y="10560"/>
                  </a:lnTo>
                  <a:cubicBezTo>
                    <a:pt x="6238" y="10560"/>
                    <a:pt x="6455" y="10487"/>
                    <a:pt x="6629" y="10328"/>
                  </a:cubicBezTo>
                  <a:cubicBezTo>
                    <a:pt x="6818" y="10168"/>
                    <a:pt x="6905" y="9965"/>
                    <a:pt x="6905" y="9718"/>
                  </a:cubicBezTo>
                  <a:cubicBezTo>
                    <a:pt x="6905" y="9472"/>
                    <a:pt x="6818" y="9283"/>
                    <a:pt x="6629" y="9095"/>
                  </a:cubicBezTo>
                  <a:cubicBezTo>
                    <a:pt x="6470" y="8921"/>
                    <a:pt x="6238" y="8819"/>
                    <a:pt x="5977" y="8819"/>
                  </a:cubicBezTo>
                  <a:lnTo>
                    <a:pt x="1886" y="8819"/>
                  </a:lnTo>
                  <a:lnTo>
                    <a:pt x="1886" y="6049"/>
                  </a:lnTo>
                  <a:lnTo>
                    <a:pt x="5309" y="6049"/>
                  </a:lnTo>
                  <a:cubicBezTo>
                    <a:pt x="5570" y="6049"/>
                    <a:pt x="5788" y="5976"/>
                    <a:pt x="5962" y="5817"/>
                  </a:cubicBezTo>
                  <a:cubicBezTo>
                    <a:pt x="6151" y="5657"/>
                    <a:pt x="6238" y="5454"/>
                    <a:pt x="6238" y="5193"/>
                  </a:cubicBezTo>
                  <a:cubicBezTo>
                    <a:pt x="6238" y="4946"/>
                    <a:pt x="6151" y="4729"/>
                    <a:pt x="5962" y="4569"/>
                  </a:cubicBezTo>
                  <a:cubicBezTo>
                    <a:pt x="5802" y="4395"/>
                    <a:pt x="5570" y="4308"/>
                    <a:pt x="5309" y="4308"/>
                  </a:cubicBezTo>
                  <a:lnTo>
                    <a:pt x="1901" y="4308"/>
                  </a:lnTo>
                  <a:lnTo>
                    <a:pt x="1901" y="1741"/>
                  </a:lnTo>
                  <a:lnTo>
                    <a:pt x="5977" y="1741"/>
                  </a:lnTo>
                  <a:cubicBezTo>
                    <a:pt x="6238" y="1741"/>
                    <a:pt x="6455" y="1668"/>
                    <a:pt x="6629" y="1509"/>
                  </a:cubicBezTo>
                  <a:cubicBezTo>
                    <a:pt x="6818" y="1334"/>
                    <a:pt x="6905" y="1146"/>
                    <a:pt x="6905" y="885"/>
                  </a:cubicBezTo>
                  <a:cubicBezTo>
                    <a:pt x="6905" y="638"/>
                    <a:pt x="6818" y="421"/>
                    <a:pt x="6629" y="247"/>
                  </a:cubicBezTo>
                  <a:cubicBezTo>
                    <a:pt x="6470" y="87"/>
                    <a:pt x="6238" y="0"/>
                    <a:pt x="59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1472850" y="3768950"/>
              <a:ext cx="211800" cy="270175"/>
            </a:xfrm>
            <a:custGeom>
              <a:rect b="b" l="l" r="r" t="t"/>
              <a:pathLst>
                <a:path extrusionOk="0" h="10807" w="8472">
                  <a:moveTo>
                    <a:pt x="5440" y="1"/>
                  </a:moveTo>
                  <a:cubicBezTo>
                    <a:pt x="4657" y="1"/>
                    <a:pt x="3932" y="131"/>
                    <a:pt x="3264" y="392"/>
                  </a:cubicBezTo>
                  <a:cubicBezTo>
                    <a:pt x="2612" y="668"/>
                    <a:pt x="2031" y="1045"/>
                    <a:pt x="1538" y="1524"/>
                  </a:cubicBezTo>
                  <a:cubicBezTo>
                    <a:pt x="1060" y="2002"/>
                    <a:pt x="668" y="2568"/>
                    <a:pt x="392" y="3221"/>
                  </a:cubicBezTo>
                  <a:cubicBezTo>
                    <a:pt x="131" y="3873"/>
                    <a:pt x="1" y="4584"/>
                    <a:pt x="1" y="5367"/>
                  </a:cubicBezTo>
                  <a:cubicBezTo>
                    <a:pt x="1" y="6252"/>
                    <a:pt x="146" y="7035"/>
                    <a:pt x="436" y="7717"/>
                  </a:cubicBezTo>
                  <a:cubicBezTo>
                    <a:pt x="726" y="8413"/>
                    <a:pt x="1118" y="8965"/>
                    <a:pt x="1625" y="9429"/>
                  </a:cubicBezTo>
                  <a:cubicBezTo>
                    <a:pt x="2148" y="9878"/>
                    <a:pt x="2713" y="10227"/>
                    <a:pt x="3380" y="10459"/>
                  </a:cubicBezTo>
                  <a:cubicBezTo>
                    <a:pt x="4019" y="10691"/>
                    <a:pt x="4715" y="10807"/>
                    <a:pt x="5440" y="10807"/>
                  </a:cubicBezTo>
                  <a:cubicBezTo>
                    <a:pt x="5745" y="10807"/>
                    <a:pt x="6020" y="10778"/>
                    <a:pt x="6310" y="10734"/>
                  </a:cubicBezTo>
                  <a:cubicBezTo>
                    <a:pt x="6586" y="10676"/>
                    <a:pt x="6876" y="10618"/>
                    <a:pt x="7152" y="10531"/>
                  </a:cubicBezTo>
                  <a:cubicBezTo>
                    <a:pt x="7442" y="10444"/>
                    <a:pt x="7703" y="10328"/>
                    <a:pt x="7964" y="10212"/>
                  </a:cubicBezTo>
                  <a:cubicBezTo>
                    <a:pt x="8196" y="10082"/>
                    <a:pt x="8356" y="9893"/>
                    <a:pt x="8414" y="9617"/>
                  </a:cubicBezTo>
                  <a:cubicBezTo>
                    <a:pt x="8472" y="9356"/>
                    <a:pt x="8399" y="9095"/>
                    <a:pt x="8196" y="8849"/>
                  </a:cubicBezTo>
                  <a:cubicBezTo>
                    <a:pt x="8051" y="8660"/>
                    <a:pt x="7877" y="8558"/>
                    <a:pt x="7674" y="8515"/>
                  </a:cubicBezTo>
                  <a:cubicBezTo>
                    <a:pt x="7623" y="8508"/>
                    <a:pt x="7572" y="8505"/>
                    <a:pt x="7522" y="8505"/>
                  </a:cubicBezTo>
                  <a:cubicBezTo>
                    <a:pt x="7360" y="8505"/>
                    <a:pt x="7202" y="8542"/>
                    <a:pt x="7036" y="8631"/>
                  </a:cubicBezTo>
                  <a:cubicBezTo>
                    <a:pt x="6789" y="8762"/>
                    <a:pt x="6528" y="8849"/>
                    <a:pt x="6252" y="8907"/>
                  </a:cubicBezTo>
                  <a:cubicBezTo>
                    <a:pt x="5991" y="8950"/>
                    <a:pt x="5716" y="8979"/>
                    <a:pt x="5440" y="8979"/>
                  </a:cubicBezTo>
                  <a:cubicBezTo>
                    <a:pt x="4947" y="8979"/>
                    <a:pt x="4483" y="8892"/>
                    <a:pt x="4062" y="8762"/>
                  </a:cubicBezTo>
                  <a:cubicBezTo>
                    <a:pt x="3642" y="8602"/>
                    <a:pt x="3264" y="8399"/>
                    <a:pt x="2960" y="8080"/>
                  </a:cubicBezTo>
                  <a:cubicBezTo>
                    <a:pt x="2655" y="7775"/>
                    <a:pt x="2409" y="7398"/>
                    <a:pt x="2235" y="6948"/>
                  </a:cubicBezTo>
                  <a:cubicBezTo>
                    <a:pt x="2046" y="6484"/>
                    <a:pt x="1959" y="5962"/>
                    <a:pt x="1959" y="5353"/>
                  </a:cubicBezTo>
                  <a:cubicBezTo>
                    <a:pt x="1959" y="4816"/>
                    <a:pt x="2031" y="4352"/>
                    <a:pt x="2191" y="3917"/>
                  </a:cubicBezTo>
                  <a:cubicBezTo>
                    <a:pt x="2365" y="3482"/>
                    <a:pt x="2583" y="3119"/>
                    <a:pt x="2887" y="2785"/>
                  </a:cubicBezTo>
                  <a:cubicBezTo>
                    <a:pt x="3177" y="2481"/>
                    <a:pt x="3540" y="2234"/>
                    <a:pt x="3975" y="2060"/>
                  </a:cubicBezTo>
                  <a:cubicBezTo>
                    <a:pt x="4396" y="1901"/>
                    <a:pt x="4874" y="1814"/>
                    <a:pt x="5426" y="1814"/>
                  </a:cubicBezTo>
                  <a:cubicBezTo>
                    <a:pt x="5716" y="1814"/>
                    <a:pt x="5991" y="1843"/>
                    <a:pt x="6252" y="1901"/>
                  </a:cubicBezTo>
                  <a:cubicBezTo>
                    <a:pt x="6528" y="1959"/>
                    <a:pt x="6789" y="2046"/>
                    <a:pt x="7021" y="2162"/>
                  </a:cubicBezTo>
                  <a:cubicBezTo>
                    <a:pt x="7194" y="2243"/>
                    <a:pt x="7368" y="2287"/>
                    <a:pt x="7533" y="2287"/>
                  </a:cubicBezTo>
                  <a:cubicBezTo>
                    <a:pt x="7576" y="2287"/>
                    <a:pt x="7618" y="2284"/>
                    <a:pt x="7659" y="2278"/>
                  </a:cubicBezTo>
                  <a:cubicBezTo>
                    <a:pt x="7848" y="2263"/>
                    <a:pt x="8037" y="2162"/>
                    <a:pt x="8167" y="1973"/>
                  </a:cubicBezTo>
                  <a:cubicBezTo>
                    <a:pt x="8341" y="1741"/>
                    <a:pt x="8428" y="1480"/>
                    <a:pt x="8385" y="1190"/>
                  </a:cubicBezTo>
                  <a:cubicBezTo>
                    <a:pt x="8341" y="929"/>
                    <a:pt x="8182" y="711"/>
                    <a:pt x="7921" y="581"/>
                  </a:cubicBezTo>
                  <a:cubicBezTo>
                    <a:pt x="7543" y="378"/>
                    <a:pt x="7152" y="233"/>
                    <a:pt x="6746" y="146"/>
                  </a:cubicBezTo>
                  <a:cubicBezTo>
                    <a:pt x="6310" y="44"/>
                    <a:pt x="5875" y="1"/>
                    <a:pt x="544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1708925" y="3766775"/>
              <a:ext cx="257125" cy="272000"/>
            </a:xfrm>
            <a:custGeom>
              <a:rect b="b" l="l" r="r" t="t"/>
              <a:pathLst>
                <a:path extrusionOk="0" h="10880" w="10285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586225" y="3659075"/>
              <a:ext cx="641875" cy="873225"/>
            </a:xfrm>
            <a:custGeom>
              <a:rect b="b" l="l" r="r" t="t"/>
              <a:pathLst>
                <a:path extrusionOk="0" h="34929" w="25675">
                  <a:moveTo>
                    <a:pt x="9009" y="0"/>
                  </a:moveTo>
                  <a:lnTo>
                    <a:pt x="9009" y="0"/>
                  </a:lnTo>
                  <a:cubicBezTo>
                    <a:pt x="1" y="13621"/>
                    <a:pt x="3047" y="17682"/>
                    <a:pt x="9502" y="22599"/>
                  </a:cubicBezTo>
                  <a:cubicBezTo>
                    <a:pt x="16000" y="27531"/>
                    <a:pt x="18799" y="29663"/>
                    <a:pt x="19583" y="34929"/>
                  </a:cubicBezTo>
                  <a:cubicBezTo>
                    <a:pt x="19583" y="34929"/>
                    <a:pt x="25675" y="26472"/>
                    <a:pt x="20090" y="17508"/>
                  </a:cubicBezTo>
                  <a:cubicBezTo>
                    <a:pt x="14506" y="8529"/>
                    <a:pt x="8675" y="10647"/>
                    <a:pt x="9009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712425" y="3658350"/>
              <a:ext cx="467100" cy="996875"/>
            </a:xfrm>
            <a:custGeom>
              <a:rect b="b" l="l" r="r" t="t"/>
              <a:pathLst>
                <a:path extrusionOk="0" h="39875" w="18684">
                  <a:moveTo>
                    <a:pt x="3888" y="0"/>
                  </a:moveTo>
                  <a:cubicBezTo>
                    <a:pt x="3844" y="87"/>
                    <a:pt x="1" y="8936"/>
                    <a:pt x="6426" y="15985"/>
                  </a:cubicBezTo>
                  <a:cubicBezTo>
                    <a:pt x="11286" y="21308"/>
                    <a:pt x="18437" y="31476"/>
                    <a:pt x="11721" y="39759"/>
                  </a:cubicBezTo>
                  <a:lnTo>
                    <a:pt x="11866" y="39875"/>
                  </a:lnTo>
                  <a:cubicBezTo>
                    <a:pt x="18683" y="31491"/>
                    <a:pt x="11474" y="21236"/>
                    <a:pt x="6571" y="15854"/>
                  </a:cubicBezTo>
                  <a:cubicBezTo>
                    <a:pt x="218" y="8907"/>
                    <a:pt x="4019" y="160"/>
                    <a:pt x="4062" y="73"/>
                  </a:cubicBezTo>
                  <a:lnTo>
                    <a:pt x="388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26200" y="4305275"/>
              <a:ext cx="804350" cy="430475"/>
            </a:xfrm>
            <a:custGeom>
              <a:rect b="b" l="l" r="r" t="t"/>
              <a:pathLst>
                <a:path extrusionOk="0" h="17219" w="32174">
                  <a:moveTo>
                    <a:pt x="1" y="0"/>
                  </a:moveTo>
                  <a:lnTo>
                    <a:pt x="1" y="0"/>
                  </a:lnTo>
                  <a:cubicBezTo>
                    <a:pt x="2677" y="13109"/>
                    <a:pt x="6524" y="15955"/>
                    <a:pt x="12278" y="15955"/>
                  </a:cubicBezTo>
                  <a:cubicBezTo>
                    <a:pt x="13540" y="15955"/>
                    <a:pt x="14894" y="15818"/>
                    <a:pt x="16348" y="15622"/>
                  </a:cubicBezTo>
                  <a:cubicBezTo>
                    <a:pt x="19808" y="15155"/>
                    <a:pt x="22426" y="14803"/>
                    <a:pt x="24627" y="14803"/>
                  </a:cubicBezTo>
                  <a:cubicBezTo>
                    <a:pt x="27548" y="14803"/>
                    <a:pt x="29733" y="15423"/>
                    <a:pt x="32173" y="17218"/>
                  </a:cubicBezTo>
                  <a:cubicBezTo>
                    <a:pt x="32173" y="17218"/>
                    <a:pt x="30505" y="6934"/>
                    <a:pt x="20206" y="4526"/>
                  </a:cubicBezTo>
                  <a:cubicBezTo>
                    <a:pt x="18077" y="4028"/>
                    <a:pt x="16275" y="3874"/>
                    <a:pt x="14693" y="3874"/>
                  </a:cubicBezTo>
                  <a:cubicBezTo>
                    <a:pt x="12113" y="3874"/>
                    <a:pt x="10116" y="4284"/>
                    <a:pt x="8228" y="4284"/>
                  </a:cubicBezTo>
                  <a:cubicBezTo>
                    <a:pt x="5674" y="4284"/>
                    <a:pt x="3322" y="3533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724400" y="4304175"/>
              <a:ext cx="846025" cy="566100"/>
            </a:xfrm>
            <a:custGeom>
              <a:rect b="b" l="l" r="r" t="t"/>
              <a:pathLst>
                <a:path extrusionOk="0" h="22644" w="33841">
                  <a:moveTo>
                    <a:pt x="174" y="1"/>
                  </a:moveTo>
                  <a:lnTo>
                    <a:pt x="0" y="74"/>
                  </a:lnTo>
                  <a:cubicBezTo>
                    <a:pt x="44" y="161"/>
                    <a:pt x="3583" y="9139"/>
                    <a:pt x="13113" y="9574"/>
                  </a:cubicBezTo>
                  <a:cubicBezTo>
                    <a:pt x="20336" y="9908"/>
                    <a:pt x="32564" y="12040"/>
                    <a:pt x="33681" y="22643"/>
                  </a:cubicBezTo>
                  <a:lnTo>
                    <a:pt x="33841" y="22629"/>
                  </a:lnTo>
                  <a:cubicBezTo>
                    <a:pt x="32709" y="11881"/>
                    <a:pt x="20365" y="9719"/>
                    <a:pt x="13113" y="9400"/>
                  </a:cubicBezTo>
                  <a:cubicBezTo>
                    <a:pt x="3699" y="8965"/>
                    <a:pt x="203" y="88"/>
                    <a:pt x="174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1248025" y="4447600"/>
              <a:ext cx="873225" cy="476600"/>
            </a:xfrm>
            <a:custGeom>
              <a:rect b="b" l="l" r="r" t="t"/>
              <a:pathLst>
                <a:path extrusionOk="0" h="19064" w="34929">
                  <a:moveTo>
                    <a:pt x="25558" y="1"/>
                  </a:moveTo>
                  <a:cubicBezTo>
                    <a:pt x="23086" y="1"/>
                    <a:pt x="20316" y="603"/>
                    <a:pt x="17494" y="2358"/>
                  </a:cubicBezTo>
                  <a:cubicBezTo>
                    <a:pt x="8772" y="7783"/>
                    <a:pt x="10535" y="13440"/>
                    <a:pt x="883" y="13440"/>
                  </a:cubicBezTo>
                  <a:cubicBezTo>
                    <a:pt x="599" y="13440"/>
                    <a:pt x="305" y="13435"/>
                    <a:pt x="1" y="13425"/>
                  </a:cubicBezTo>
                  <a:lnTo>
                    <a:pt x="1" y="13425"/>
                  </a:lnTo>
                  <a:cubicBezTo>
                    <a:pt x="6059" y="17438"/>
                    <a:pt x="10226" y="19063"/>
                    <a:pt x="13418" y="19063"/>
                  </a:cubicBezTo>
                  <a:cubicBezTo>
                    <a:pt x="17403" y="19063"/>
                    <a:pt x="19869" y="16530"/>
                    <a:pt x="22600" y="12947"/>
                  </a:cubicBezTo>
                  <a:cubicBezTo>
                    <a:pt x="27531" y="6448"/>
                    <a:pt x="29664" y="3634"/>
                    <a:pt x="34929" y="2865"/>
                  </a:cubicBezTo>
                  <a:cubicBezTo>
                    <a:pt x="34929" y="2865"/>
                    <a:pt x="30953" y="1"/>
                    <a:pt x="25558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1247300" y="4515875"/>
              <a:ext cx="996525" cy="298925"/>
            </a:xfrm>
            <a:custGeom>
              <a:rect b="b" l="l" r="r" t="t"/>
              <a:pathLst>
                <a:path extrusionOk="0" h="11957" w="39861">
                  <a:moveTo>
                    <a:pt x="32192" y="1"/>
                  </a:moveTo>
                  <a:cubicBezTo>
                    <a:pt x="25899" y="1"/>
                    <a:pt x="19650" y="4626"/>
                    <a:pt x="15855" y="8083"/>
                  </a:cubicBezTo>
                  <a:cubicBezTo>
                    <a:pt x="12689" y="10979"/>
                    <a:pt x="9157" y="11772"/>
                    <a:pt x="6239" y="11772"/>
                  </a:cubicBezTo>
                  <a:cubicBezTo>
                    <a:pt x="2739" y="11772"/>
                    <a:pt x="121" y="10631"/>
                    <a:pt x="73" y="10607"/>
                  </a:cubicBezTo>
                  <a:lnTo>
                    <a:pt x="1" y="10767"/>
                  </a:lnTo>
                  <a:cubicBezTo>
                    <a:pt x="30" y="10796"/>
                    <a:pt x="2699" y="11956"/>
                    <a:pt x="6252" y="11956"/>
                  </a:cubicBezTo>
                  <a:cubicBezTo>
                    <a:pt x="9197" y="11956"/>
                    <a:pt x="12780" y="11129"/>
                    <a:pt x="15985" y="8228"/>
                  </a:cubicBezTo>
                  <a:cubicBezTo>
                    <a:pt x="19745" y="4787"/>
                    <a:pt x="25950" y="196"/>
                    <a:pt x="32193" y="196"/>
                  </a:cubicBezTo>
                  <a:cubicBezTo>
                    <a:pt x="34765" y="196"/>
                    <a:pt x="37343" y="975"/>
                    <a:pt x="39759" y="2934"/>
                  </a:cubicBezTo>
                  <a:lnTo>
                    <a:pt x="39861" y="2789"/>
                  </a:lnTo>
                  <a:cubicBezTo>
                    <a:pt x="37410" y="793"/>
                    <a:pt x="34798" y="1"/>
                    <a:pt x="3219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1893875" y="4064500"/>
              <a:ext cx="430825" cy="803950"/>
            </a:xfrm>
            <a:custGeom>
              <a:rect b="b" l="l" r="r" t="t"/>
              <a:pathLst>
                <a:path extrusionOk="0" h="32158" w="17233">
                  <a:moveTo>
                    <a:pt x="17232" y="0"/>
                  </a:moveTo>
                  <a:cubicBezTo>
                    <a:pt x="17232" y="0"/>
                    <a:pt x="6948" y="1668"/>
                    <a:pt x="4540" y="11967"/>
                  </a:cubicBezTo>
                  <a:cubicBezTo>
                    <a:pt x="2132" y="22265"/>
                    <a:pt x="7760" y="24891"/>
                    <a:pt x="0" y="32158"/>
                  </a:cubicBezTo>
                  <a:cubicBezTo>
                    <a:pt x="15999" y="28894"/>
                    <a:pt x="16725" y="23890"/>
                    <a:pt x="15637" y="15825"/>
                  </a:cubicBezTo>
                  <a:cubicBezTo>
                    <a:pt x="14549" y="7760"/>
                    <a:pt x="14070" y="4265"/>
                    <a:pt x="17232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1893150" y="4024600"/>
              <a:ext cx="566075" cy="845675"/>
            </a:xfrm>
            <a:custGeom>
              <a:rect b="b" l="l" r="r" t="t"/>
              <a:pathLst>
                <a:path extrusionOk="0" h="33827" w="22643">
                  <a:moveTo>
                    <a:pt x="22628" y="1"/>
                  </a:moveTo>
                  <a:cubicBezTo>
                    <a:pt x="11880" y="1117"/>
                    <a:pt x="9719" y="13476"/>
                    <a:pt x="9385" y="20728"/>
                  </a:cubicBezTo>
                  <a:cubicBezTo>
                    <a:pt x="8950" y="30128"/>
                    <a:pt x="87" y="33638"/>
                    <a:pt x="0" y="33667"/>
                  </a:cubicBezTo>
                  <a:lnTo>
                    <a:pt x="73" y="33826"/>
                  </a:lnTo>
                  <a:cubicBezTo>
                    <a:pt x="160" y="33797"/>
                    <a:pt x="9138" y="30258"/>
                    <a:pt x="9574" y="20743"/>
                  </a:cubicBezTo>
                  <a:cubicBezTo>
                    <a:pt x="9893" y="13519"/>
                    <a:pt x="12039" y="1292"/>
                    <a:pt x="22643" y="175"/>
                  </a:cubicBezTo>
                  <a:lnTo>
                    <a:pt x="2262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1994325" y="3522000"/>
              <a:ext cx="641875" cy="872875"/>
            </a:xfrm>
            <a:custGeom>
              <a:rect b="b" l="l" r="r" t="t"/>
              <a:pathLst>
                <a:path extrusionOk="0" h="34915" w="25675">
                  <a:moveTo>
                    <a:pt x="6092" y="1"/>
                  </a:moveTo>
                  <a:cubicBezTo>
                    <a:pt x="6092" y="1"/>
                    <a:pt x="0" y="8442"/>
                    <a:pt x="5585" y="17421"/>
                  </a:cubicBezTo>
                  <a:cubicBezTo>
                    <a:pt x="11169" y="26400"/>
                    <a:pt x="17000" y="24268"/>
                    <a:pt x="16652" y="34914"/>
                  </a:cubicBezTo>
                  <a:cubicBezTo>
                    <a:pt x="25674" y="21294"/>
                    <a:pt x="22628" y="17233"/>
                    <a:pt x="16173" y="12330"/>
                  </a:cubicBezTo>
                  <a:cubicBezTo>
                    <a:pt x="9675" y="7398"/>
                    <a:pt x="6861" y="5251"/>
                    <a:pt x="6092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2042550" y="3399075"/>
              <a:ext cx="467075" cy="996875"/>
            </a:xfrm>
            <a:custGeom>
              <a:rect b="b" l="l" r="r" t="t"/>
              <a:pathLst>
                <a:path extrusionOk="0" h="39875" w="18683">
                  <a:moveTo>
                    <a:pt x="6818" y="0"/>
                  </a:moveTo>
                  <a:lnTo>
                    <a:pt x="6818" y="0"/>
                  </a:lnTo>
                  <a:cubicBezTo>
                    <a:pt x="0" y="8370"/>
                    <a:pt x="7224" y="18639"/>
                    <a:pt x="12112" y="24006"/>
                  </a:cubicBezTo>
                  <a:cubicBezTo>
                    <a:pt x="18480" y="30969"/>
                    <a:pt x="14679" y="39701"/>
                    <a:pt x="14636" y="39802"/>
                  </a:cubicBezTo>
                  <a:lnTo>
                    <a:pt x="14795" y="39875"/>
                  </a:lnTo>
                  <a:cubicBezTo>
                    <a:pt x="14839" y="39773"/>
                    <a:pt x="18683" y="30925"/>
                    <a:pt x="12257" y="23876"/>
                  </a:cubicBezTo>
                  <a:cubicBezTo>
                    <a:pt x="7398" y="18567"/>
                    <a:pt x="261" y="8399"/>
                    <a:pt x="6963" y="102"/>
                  </a:cubicBezTo>
                  <a:lnTo>
                    <a:pt x="681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1691875" y="3317850"/>
              <a:ext cx="803975" cy="430825"/>
            </a:xfrm>
            <a:custGeom>
              <a:rect b="b" l="l" r="r" t="t"/>
              <a:pathLst>
                <a:path extrusionOk="0" h="17233" w="32159">
                  <a:moveTo>
                    <a:pt x="1" y="0"/>
                  </a:moveTo>
                  <a:cubicBezTo>
                    <a:pt x="1" y="0"/>
                    <a:pt x="1669" y="10284"/>
                    <a:pt x="11968" y="12692"/>
                  </a:cubicBezTo>
                  <a:cubicBezTo>
                    <a:pt x="14098" y="13190"/>
                    <a:pt x="15900" y="13344"/>
                    <a:pt x="17483" y="13344"/>
                  </a:cubicBezTo>
                  <a:cubicBezTo>
                    <a:pt x="20057" y="13344"/>
                    <a:pt x="22051" y="12936"/>
                    <a:pt x="23933" y="12936"/>
                  </a:cubicBezTo>
                  <a:cubicBezTo>
                    <a:pt x="26489" y="12936"/>
                    <a:pt x="28840" y="13688"/>
                    <a:pt x="32159" y="17232"/>
                  </a:cubicBezTo>
                  <a:cubicBezTo>
                    <a:pt x="29482" y="4111"/>
                    <a:pt x="25635" y="1263"/>
                    <a:pt x="19889" y="1263"/>
                  </a:cubicBezTo>
                  <a:cubicBezTo>
                    <a:pt x="18628" y="1263"/>
                    <a:pt x="17277" y="1400"/>
                    <a:pt x="15826" y="1596"/>
                  </a:cubicBezTo>
                  <a:cubicBezTo>
                    <a:pt x="12347" y="2071"/>
                    <a:pt x="9718" y="2431"/>
                    <a:pt x="7511" y="2431"/>
                  </a:cubicBezTo>
                  <a:cubicBezTo>
                    <a:pt x="4602" y="2431"/>
                    <a:pt x="2426" y="1806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1652000" y="3183675"/>
              <a:ext cx="846400" cy="566075"/>
            </a:xfrm>
            <a:custGeom>
              <a:rect b="b" l="l" r="r" t="t"/>
              <a:pathLst>
                <a:path extrusionOk="0" h="22643" w="33856">
                  <a:moveTo>
                    <a:pt x="174" y="0"/>
                  </a:moveTo>
                  <a:lnTo>
                    <a:pt x="0" y="15"/>
                  </a:lnTo>
                  <a:cubicBezTo>
                    <a:pt x="1117" y="10778"/>
                    <a:pt x="13476" y="12924"/>
                    <a:pt x="20728" y="13258"/>
                  </a:cubicBezTo>
                  <a:cubicBezTo>
                    <a:pt x="30127" y="13693"/>
                    <a:pt x="33638" y="22556"/>
                    <a:pt x="33667" y="22643"/>
                  </a:cubicBezTo>
                  <a:lnTo>
                    <a:pt x="33855" y="22570"/>
                  </a:lnTo>
                  <a:cubicBezTo>
                    <a:pt x="33812" y="22483"/>
                    <a:pt x="30272" y="13505"/>
                    <a:pt x="20743" y="13069"/>
                  </a:cubicBezTo>
                  <a:cubicBezTo>
                    <a:pt x="13519" y="12750"/>
                    <a:pt x="1291" y="10604"/>
                    <a:pt x="17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1101175" y="3130050"/>
              <a:ext cx="873225" cy="476650"/>
            </a:xfrm>
            <a:custGeom>
              <a:rect b="b" l="l" r="r" t="t"/>
              <a:pathLst>
                <a:path extrusionOk="0" h="19066" w="34929">
                  <a:moveTo>
                    <a:pt x="21517" y="0"/>
                  </a:moveTo>
                  <a:cubicBezTo>
                    <a:pt x="17528" y="0"/>
                    <a:pt x="15061" y="2534"/>
                    <a:pt x="12329" y="6120"/>
                  </a:cubicBezTo>
                  <a:cubicBezTo>
                    <a:pt x="7398" y="12589"/>
                    <a:pt x="5265" y="15403"/>
                    <a:pt x="0" y="16201"/>
                  </a:cubicBezTo>
                  <a:cubicBezTo>
                    <a:pt x="0" y="16201"/>
                    <a:pt x="3976" y="19065"/>
                    <a:pt x="9366" y="19065"/>
                  </a:cubicBezTo>
                  <a:cubicBezTo>
                    <a:pt x="11836" y="19065"/>
                    <a:pt x="14603" y="18464"/>
                    <a:pt x="17421" y="16708"/>
                  </a:cubicBezTo>
                  <a:cubicBezTo>
                    <a:pt x="26143" y="11283"/>
                    <a:pt x="24393" y="5612"/>
                    <a:pt x="34048" y="5612"/>
                  </a:cubicBezTo>
                  <a:cubicBezTo>
                    <a:pt x="34331" y="5612"/>
                    <a:pt x="34625" y="5617"/>
                    <a:pt x="34928" y="5627"/>
                  </a:cubicBezTo>
                  <a:cubicBezTo>
                    <a:pt x="28874" y="1623"/>
                    <a:pt x="24709" y="0"/>
                    <a:pt x="21517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9"/>
            <p:cNvSpPr/>
            <p:nvPr/>
          </p:nvSpPr>
          <p:spPr>
            <a:xfrm>
              <a:off x="978225" y="3239750"/>
              <a:ext cx="996900" cy="298600"/>
            </a:xfrm>
            <a:custGeom>
              <a:rect b="b" l="l" r="r" t="t"/>
              <a:pathLst>
                <a:path extrusionOk="0" h="11944" w="39876">
                  <a:moveTo>
                    <a:pt x="33619" y="1"/>
                  </a:moveTo>
                  <a:cubicBezTo>
                    <a:pt x="30664" y="1"/>
                    <a:pt x="27092" y="801"/>
                    <a:pt x="23891" y="3719"/>
                  </a:cubicBezTo>
                  <a:cubicBezTo>
                    <a:pt x="20121" y="7160"/>
                    <a:pt x="13921" y="11758"/>
                    <a:pt x="7682" y="11758"/>
                  </a:cubicBezTo>
                  <a:cubicBezTo>
                    <a:pt x="5111" y="11758"/>
                    <a:pt x="2534" y="10977"/>
                    <a:pt x="117" y="9013"/>
                  </a:cubicBezTo>
                  <a:lnTo>
                    <a:pt x="1" y="9158"/>
                  </a:lnTo>
                  <a:cubicBezTo>
                    <a:pt x="2452" y="11145"/>
                    <a:pt x="5063" y="11943"/>
                    <a:pt x="7674" y="11943"/>
                  </a:cubicBezTo>
                  <a:cubicBezTo>
                    <a:pt x="13969" y="11943"/>
                    <a:pt x="20206" y="7316"/>
                    <a:pt x="24007" y="3864"/>
                  </a:cubicBezTo>
                  <a:cubicBezTo>
                    <a:pt x="27169" y="979"/>
                    <a:pt x="30698" y="188"/>
                    <a:pt x="33618" y="188"/>
                  </a:cubicBezTo>
                  <a:cubicBezTo>
                    <a:pt x="37127" y="188"/>
                    <a:pt x="39755" y="1331"/>
                    <a:pt x="39803" y="1355"/>
                  </a:cubicBezTo>
                  <a:lnTo>
                    <a:pt x="39875" y="1181"/>
                  </a:lnTo>
                  <a:cubicBezTo>
                    <a:pt x="39828" y="1157"/>
                    <a:pt x="37170" y="1"/>
                    <a:pt x="33619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9"/>
            <p:cNvSpPr/>
            <p:nvPr/>
          </p:nvSpPr>
          <p:spPr>
            <a:xfrm>
              <a:off x="910425" y="3185475"/>
              <a:ext cx="417775" cy="779325"/>
            </a:xfrm>
            <a:custGeom>
              <a:rect b="b" l="l" r="r" t="t"/>
              <a:pathLst>
                <a:path extrusionOk="0" h="31173" w="16711">
                  <a:moveTo>
                    <a:pt x="16710" y="1"/>
                  </a:moveTo>
                  <a:lnTo>
                    <a:pt x="16710" y="1"/>
                  </a:lnTo>
                  <a:cubicBezTo>
                    <a:pt x="726" y="3264"/>
                    <a:pt x="0" y="8269"/>
                    <a:pt x="1088" y="16334"/>
                  </a:cubicBezTo>
                  <a:cubicBezTo>
                    <a:pt x="1901" y="22397"/>
                    <a:pt x="1959" y="26400"/>
                    <a:pt x="755" y="29504"/>
                  </a:cubicBezTo>
                  <a:lnTo>
                    <a:pt x="2742" y="31172"/>
                  </a:lnTo>
                  <a:cubicBezTo>
                    <a:pt x="5962" y="29794"/>
                    <a:pt x="10734" y="26444"/>
                    <a:pt x="12185" y="20206"/>
                  </a:cubicBezTo>
                  <a:cubicBezTo>
                    <a:pt x="14578" y="9908"/>
                    <a:pt x="8936" y="7268"/>
                    <a:pt x="1671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947050" y="3183300"/>
              <a:ext cx="382225" cy="757550"/>
            </a:xfrm>
            <a:custGeom>
              <a:rect b="b" l="l" r="r" t="t"/>
              <a:pathLst>
                <a:path extrusionOk="0" h="30302" w="15289">
                  <a:moveTo>
                    <a:pt x="15216" y="1"/>
                  </a:moveTo>
                  <a:cubicBezTo>
                    <a:pt x="15129" y="30"/>
                    <a:pt x="6151" y="3569"/>
                    <a:pt x="5715" y="13099"/>
                  </a:cubicBezTo>
                  <a:cubicBezTo>
                    <a:pt x="5454" y="18495"/>
                    <a:pt x="4279" y="25820"/>
                    <a:pt x="0" y="30171"/>
                  </a:cubicBezTo>
                  <a:lnTo>
                    <a:pt x="131" y="30302"/>
                  </a:lnTo>
                  <a:cubicBezTo>
                    <a:pt x="4439" y="25907"/>
                    <a:pt x="5643" y="18553"/>
                    <a:pt x="5889" y="13099"/>
                  </a:cubicBezTo>
                  <a:cubicBezTo>
                    <a:pt x="6325" y="3700"/>
                    <a:pt x="15202" y="204"/>
                    <a:pt x="15289" y="160"/>
                  </a:cubicBezTo>
                  <a:lnTo>
                    <a:pt x="15216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4" name="Google Shape;874;p29"/>
          <p:cNvGrpSpPr/>
          <p:nvPr/>
        </p:nvGrpSpPr>
        <p:grpSpPr>
          <a:xfrm rot="960647">
            <a:off x="7056079" y="2807332"/>
            <a:ext cx="1332518" cy="1924592"/>
            <a:chOff x="2924450" y="2900575"/>
            <a:chExt cx="1559325" cy="2252175"/>
          </a:xfrm>
        </p:grpSpPr>
        <p:sp>
          <p:nvSpPr>
            <p:cNvPr id="875" name="Google Shape;875;p29"/>
            <p:cNvSpPr/>
            <p:nvPr/>
          </p:nvSpPr>
          <p:spPr>
            <a:xfrm>
              <a:off x="2924450" y="2900575"/>
              <a:ext cx="1559325" cy="2252175"/>
            </a:xfrm>
            <a:custGeom>
              <a:rect b="b" l="l" r="r" t="t"/>
              <a:pathLst>
                <a:path extrusionOk="0" h="90087" w="62373">
                  <a:moveTo>
                    <a:pt x="27337" y="1"/>
                  </a:moveTo>
                  <a:cubicBezTo>
                    <a:pt x="21549" y="1"/>
                    <a:pt x="16762" y="4557"/>
                    <a:pt x="16507" y="10367"/>
                  </a:cubicBezTo>
                  <a:lnTo>
                    <a:pt x="15913" y="24466"/>
                  </a:lnTo>
                  <a:lnTo>
                    <a:pt x="13273" y="24089"/>
                  </a:lnTo>
                  <a:cubicBezTo>
                    <a:pt x="13013" y="24053"/>
                    <a:pt x="12755" y="24035"/>
                    <a:pt x="12501" y="24035"/>
                  </a:cubicBezTo>
                  <a:cubicBezTo>
                    <a:pt x="10610" y="24035"/>
                    <a:pt x="8901" y="25006"/>
                    <a:pt x="7891" y="26540"/>
                  </a:cubicBezTo>
                  <a:cubicBezTo>
                    <a:pt x="7500" y="26932"/>
                    <a:pt x="7224" y="27468"/>
                    <a:pt x="7152" y="28078"/>
                  </a:cubicBezTo>
                  <a:lnTo>
                    <a:pt x="7050" y="28788"/>
                  </a:lnTo>
                  <a:lnTo>
                    <a:pt x="465" y="75625"/>
                  </a:lnTo>
                  <a:lnTo>
                    <a:pt x="189" y="77612"/>
                  </a:lnTo>
                  <a:cubicBezTo>
                    <a:pt x="1" y="79063"/>
                    <a:pt x="363" y="80514"/>
                    <a:pt x="1248" y="81688"/>
                  </a:cubicBezTo>
                  <a:cubicBezTo>
                    <a:pt x="2133" y="82878"/>
                    <a:pt x="3424" y="83632"/>
                    <a:pt x="4874" y="83835"/>
                  </a:cubicBezTo>
                  <a:lnTo>
                    <a:pt x="49115" y="90029"/>
                  </a:lnTo>
                  <a:cubicBezTo>
                    <a:pt x="49361" y="90072"/>
                    <a:pt x="49622" y="90087"/>
                    <a:pt x="49869" y="90087"/>
                  </a:cubicBezTo>
                  <a:cubicBezTo>
                    <a:pt x="52582" y="90087"/>
                    <a:pt x="54931" y="88100"/>
                    <a:pt x="55337" y="85329"/>
                  </a:cubicBezTo>
                  <a:lnTo>
                    <a:pt x="62271" y="35823"/>
                  </a:lnTo>
                  <a:cubicBezTo>
                    <a:pt x="62372" y="35243"/>
                    <a:pt x="62242" y="34634"/>
                    <a:pt x="61966" y="34141"/>
                  </a:cubicBezTo>
                  <a:cubicBezTo>
                    <a:pt x="61372" y="32183"/>
                    <a:pt x="59660" y="30631"/>
                    <a:pt x="57484" y="30326"/>
                  </a:cubicBezTo>
                  <a:lnTo>
                    <a:pt x="53234" y="29731"/>
                  </a:lnTo>
                  <a:lnTo>
                    <a:pt x="55004" y="18417"/>
                  </a:lnTo>
                  <a:cubicBezTo>
                    <a:pt x="55816" y="13210"/>
                    <a:pt x="53321" y="8220"/>
                    <a:pt x="49057" y="5653"/>
                  </a:cubicBezTo>
                  <a:cubicBezTo>
                    <a:pt x="47229" y="2737"/>
                    <a:pt x="44038" y="721"/>
                    <a:pt x="40339" y="562"/>
                  </a:cubicBezTo>
                  <a:lnTo>
                    <a:pt x="27792" y="10"/>
                  </a:lnTo>
                  <a:cubicBezTo>
                    <a:pt x="27640" y="4"/>
                    <a:pt x="27488" y="1"/>
                    <a:pt x="27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3370850" y="2970625"/>
              <a:ext cx="756825" cy="1060525"/>
            </a:xfrm>
            <a:custGeom>
              <a:rect b="b" l="l" r="r" t="t"/>
              <a:pathLst>
                <a:path extrusionOk="0" h="42421" w="30273">
                  <a:moveTo>
                    <a:pt x="9474" y="0"/>
                  </a:moveTo>
                  <a:cubicBezTo>
                    <a:pt x="5187" y="0"/>
                    <a:pt x="1606" y="3388"/>
                    <a:pt x="1436" y="7710"/>
                  </a:cubicBezTo>
                  <a:lnTo>
                    <a:pt x="0" y="41217"/>
                  </a:lnTo>
                  <a:lnTo>
                    <a:pt x="3554" y="41362"/>
                  </a:lnTo>
                  <a:lnTo>
                    <a:pt x="4990" y="7855"/>
                  </a:lnTo>
                  <a:cubicBezTo>
                    <a:pt x="5089" y="5446"/>
                    <a:pt x="7076" y="3557"/>
                    <a:pt x="9463" y="3557"/>
                  </a:cubicBezTo>
                  <a:cubicBezTo>
                    <a:pt x="9533" y="3557"/>
                    <a:pt x="9604" y="3558"/>
                    <a:pt x="9675" y="3562"/>
                  </a:cubicBezTo>
                  <a:lnTo>
                    <a:pt x="22222" y="4084"/>
                  </a:lnTo>
                  <a:cubicBezTo>
                    <a:pt x="24717" y="4185"/>
                    <a:pt x="26632" y="6289"/>
                    <a:pt x="26530" y="8769"/>
                  </a:cubicBezTo>
                  <a:lnTo>
                    <a:pt x="25094" y="42276"/>
                  </a:lnTo>
                  <a:lnTo>
                    <a:pt x="28648" y="42421"/>
                  </a:lnTo>
                  <a:lnTo>
                    <a:pt x="30084" y="8914"/>
                  </a:lnTo>
                  <a:cubicBezTo>
                    <a:pt x="30272" y="4475"/>
                    <a:pt x="26820" y="704"/>
                    <a:pt x="22367" y="530"/>
                  </a:cubicBezTo>
                  <a:lnTo>
                    <a:pt x="9820" y="8"/>
                  </a:lnTo>
                  <a:cubicBezTo>
                    <a:pt x="9704" y="3"/>
                    <a:pt x="9589" y="0"/>
                    <a:pt x="9474" y="0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2996975" y="3566325"/>
              <a:ext cx="1421525" cy="1472475"/>
            </a:xfrm>
            <a:custGeom>
              <a:rect b="b" l="l" r="r" t="t"/>
              <a:pathLst>
                <a:path extrusionOk="0" h="58899" w="56861">
                  <a:moveTo>
                    <a:pt x="8229" y="1"/>
                  </a:moveTo>
                  <a:cubicBezTo>
                    <a:pt x="7680" y="1"/>
                    <a:pt x="7188" y="413"/>
                    <a:pt x="7108" y="984"/>
                  </a:cubicBezTo>
                  <a:lnTo>
                    <a:pt x="88" y="50953"/>
                  </a:lnTo>
                  <a:cubicBezTo>
                    <a:pt x="1" y="51563"/>
                    <a:pt x="436" y="52143"/>
                    <a:pt x="1045" y="52230"/>
                  </a:cubicBezTo>
                  <a:lnTo>
                    <a:pt x="48462" y="58888"/>
                  </a:lnTo>
                  <a:cubicBezTo>
                    <a:pt x="48517" y="58895"/>
                    <a:pt x="48571" y="58899"/>
                    <a:pt x="48624" y="58899"/>
                  </a:cubicBezTo>
                  <a:cubicBezTo>
                    <a:pt x="49192" y="58899"/>
                    <a:pt x="49660" y="58487"/>
                    <a:pt x="49753" y="57930"/>
                  </a:cubicBezTo>
                  <a:lnTo>
                    <a:pt x="56759" y="7960"/>
                  </a:lnTo>
                  <a:cubicBezTo>
                    <a:pt x="56861" y="7337"/>
                    <a:pt x="56425" y="6757"/>
                    <a:pt x="55802" y="6669"/>
                  </a:cubicBezTo>
                  <a:lnTo>
                    <a:pt x="8385" y="12"/>
                  </a:lnTo>
                  <a:cubicBezTo>
                    <a:pt x="8332" y="4"/>
                    <a:pt x="8280" y="1"/>
                    <a:pt x="8229" y="1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2990100" y="3612650"/>
              <a:ext cx="1422950" cy="1476500"/>
            </a:xfrm>
            <a:custGeom>
              <a:rect b="b" l="l" r="r" t="t"/>
              <a:pathLst>
                <a:path extrusionOk="0" h="59060" w="56918">
                  <a:moveTo>
                    <a:pt x="7253" y="1"/>
                  </a:moveTo>
                  <a:lnTo>
                    <a:pt x="87" y="51102"/>
                  </a:lnTo>
                  <a:cubicBezTo>
                    <a:pt x="0" y="51726"/>
                    <a:pt x="435" y="52306"/>
                    <a:pt x="1044" y="52393"/>
                  </a:cubicBezTo>
                  <a:lnTo>
                    <a:pt x="48461" y="59051"/>
                  </a:lnTo>
                  <a:cubicBezTo>
                    <a:pt x="48508" y="59056"/>
                    <a:pt x="48555" y="59059"/>
                    <a:pt x="48601" y="59059"/>
                  </a:cubicBezTo>
                  <a:cubicBezTo>
                    <a:pt x="49170" y="59059"/>
                    <a:pt x="49671" y="58657"/>
                    <a:pt x="49738" y="58094"/>
                  </a:cubicBezTo>
                  <a:lnTo>
                    <a:pt x="56918" y="6978"/>
                  </a:lnTo>
                  <a:lnTo>
                    <a:pt x="7253" y="1"/>
                  </a:ln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3866200" y="4220050"/>
              <a:ext cx="365550" cy="371000"/>
            </a:xfrm>
            <a:custGeom>
              <a:rect b="b" l="l" r="r" t="t"/>
              <a:pathLst>
                <a:path extrusionOk="0" h="14840" w="14622">
                  <a:moveTo>
                    <a:pt x="11285" y="1"/>
                  </a:moveTo>
                  <a:lnTo>
                    <a:pt x="11285" y="1"/>
                  </a:lnTo>
                  <a:cubicBezTo>
                    <a:pt x="5092" y="886"/>
                    <a:pt x="5077" y="4164"/>
                    <a:pt x="5077" y="4164"/>
                  </a:cubicBezTo>
                  <a:cubicBezTo>
                    <a:pt x="5077" y="4164"/>
                    <a:pt x="4685" y="915"/>
                    <a:pt x="0" y="1"/>
                  </a:cubicBezTo>
                  <a:lnTo>
                    <a:pt x="0" y="1"/>
                  </a:lnTo>
                  <a:cubicBezTo>
                    <a:pt x="2843" y="6194"/>
                    <a:pt x="0" y="10053"/>
                    <a:pt x="0" y="10053"/>
                  </a:cubicBezTo>
                  <a:cubicBezTo>
                    <a:pt x="0" y="10053"/>
                    <a:pt x="4149" y="14085"/>
                    <a:pt x="13751" y="14839"/>
                  </a:cubicBezTo>
                  <a:cubicBezTo>
                    <a:pt x="13004" y="12219"/>
                    <a:pt x="9152" y="11897"/>
                    <a:pt x="8931" y="11881"/>
                  </a:cubicBezTo>
                  <a:lnTo>
                    <a:pt x="8931" y="11881"/>
                  </a:lnTo>
                  <a:cubicBezTo>
                    <a:pt x="8946" y="11882"/>
                    <a:pt x="8979" y="11884"/>
                    <a:pt x="9028" y="11884"/>
                  </a:cubicBezTo>
                  <a:cubicBezTo>
                    <a:pt x="9553" y="11884"/>
                    <a:pt x="11935" y="11703"/>
                    <a:pt x="14621" y="8646"/>
                  </a:cubicBezTo>
                  <a:cubicBezTo>
                    <a:pt x="12539" y="6917"/>
                    <a:pt x="10918" y="6543"/>
                    <a:pt x="9906" y="6543"/>
                  </a:cubicBezTo>
                  <a:cubicBezTo>
                    <a:pt x="9136" y="6543"/>
                    <a:pt x="8718" y="6760"/>
                    <a:pt x="8718" y="6760"/>
                  </a:cubicBezTo>
                  <a:cubicBezTo>
                    <a:pt x="8718" y="6760"/>
                    <a:pt x="11575" y="4976"/>
                    <a:pt x="11285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3402400" y="3030450"/>
              <a:ext cx="850375" cy="1096950"/>
            </a:xfrm>
            <a:custGeom>
              <a:rect b="b" l="l" r="r" t="t"/>
              <a:pathLst>
                <a:path extrusionOk="0" h="43878" w="34015">
                  <a:moveTo>
                    <a:pt x="14534" y="1"/>
                  </a:moveTo>
                  <a:cubicBezTo>
                    <a:pt x="9780" y="1"/>
                    <a:pt x="5603" y="3474"/>
                    <a:pt x="4830" y="8320"/>
                  </a:cubicBezTo>
                  <a:lnTo>
                    <a:pt x="145" y="37939"/>
                  </a:lnTo>
                  <a:cubicBezTo>
                    <a:pt x="0" y="38911"/>
                    <a:pt x="653" y="39825"/>
                    <a:pt x="1639" y="39970"/>
                  </a:cubicBezTo>
                  <a:cubicBezTo>
                    <a:pt x="1730" y="39983"/>
                    <a:pt x="1821" y="39990"/>
                    <a:pt x="1910" y="39990"/>
                  </a:cubicBezTo>
                  <a:cubicBezTo>
                    <a:pt x="2775" y="39990"/>
                    <a:pt x="3539" y="39370"/>
                    <a:pt x="3670" y="38476"/>
                  </a:cubicBezTo>
                  <a:lnTo>
                    <a:pt x="8341" y="8871"/>
                  </a:lnTo>
                  <a:cubicBezTo>
                    <a:pt x="8838" y="5783"/>
                    <a:pt x="11495" y="3569"/>
                    <a:pt x="14523" y="3569"/>
                  </a:cubicBezTo>
                  <a:cubicBezTo>
                    <a:pt x="14852" y="3569"/>
                    <a:pt x="15185" y="3595"/>
                    <a:pt x="15521" y="3649"/>
                  </a:cubicBezTo>
                  <a:lnTo>
                    <a:pt x="24412" y="5041"/>
                  </a:lnTo>
                  <a:cubicBezTo>
                    <a:pt x="27836" y="5593"/>
                    <a:pt x="30171" y="8798"/>
                    <a:pt x="29634" y="12221"/>
                  </a:cubicBezTo>
                  <a:lnTo>
                    <a:pt x="24949" y="41826"/>
                  </a:lnTo>
                  <a:cubicBezTo>
                    <a:pt x="24804" y="42813"/>
                    <a:pt x="25457" y="43712"/>
                    <a:pt x="26443" y="43857"/>
                  </a:cubicBezTo>
                  <a:cubicBezTo>
                    <a:pt x="26534" y="43871"/>
                    <a:pt x="26624" y="43877"/>
                    <a:pt x="26714" y="43877"/>
                  </a:cubicBezTo>
                  <a:cubicBezTo>
                    <a:pt x="27579" y="43877"/>
                    <a:pt x="28342" y="43258"/>
                    <a:pt x="28474" y="42377"/>
                  </a:cubicBezTo>
                  <a:lnTo>
                    <a:pt x="33173" y="12787"/>
                  </a:lnTo>
                  <a:cubicBezTo>
                    <a:pt x="34015" y="7420"/>
                    <a:pt x="30359" y="2373"/>
                    <a:pt x="24978" y="1531"/>
                  </a:cubicBezTo>
                  <a:lnTo>
                    <a:pt x="16086" y="124"/>
                  </a:lnTo>
                  <a:cubicBezTo>
                    <a:pt x="15565" y="41"/>
                    <a:pt x="15046" y="1"/>
                    <a:pt x="14534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3382100" y="4374175"/>
              <a:ext cx="679775" cy="524750"/>
            </a:xfrm>
            <a:custGeom>
              <a:rect b="b" l="l" r="r" t="t"/>
              <a:pathLst>
                <a:path extrusionOk="0" h="20990" w="27191">
                  <a:moveTo>
                    <a:pt x="17716" y="1"/>
                  </a:moveTo>
                  <a:cubicBezTo>
                    <a:pt x="14647" y="1"/>
                    <a:pt x="11548" y="1502"/>
                    <a:pt x="9805" y="4874"/>
                  </a:cubicBezTo>
                  <a:cubicBezTo>
                    <a:pt x="8036" y="8326"/>
                    <a:pt x="7920" y="12199"/>
                    <a:pt x="5062" y="13084"/>
                  </a:cubicBezTo>
                  <a:cubicBezTo>
                    <a:pt x="0" y="14665"/>
                    <a:pt x="1175" y="20989"/>
                    <a:pt x="1175" y="20989"/>
                  </a:cubicBezTo>
                  <a:cubicBezTo>
                    <a:pt x="2396" y="17038"/>
                    <a:pt x="4514" y="15979"/>
                    <a:pt x="7106" y="15979"/>
                  </a:cubicBezTo>
                  <a:cubicBezTo>
                    <a:pt x="10096" y="15979"/>
                    <a:pt x="13716" y="17387"/>
                    <a:pt x="17319" y="17387"/>
                  </a:cubicBezTo>
                  <a:cubicBezTo>
                    <a:pt x="18722" y="17387"/>
                    <a:pt x="20123" y="17173"/>
                    <a:pt x="21482" y="16580"/>
                  </a:cubicBezTo>
                  <a:cubicBezTo>
                    <a:pt x="24644" y="15231"/>
                    <a:pt x="26327" y="12446"/>
                    <a:pt x="26617" y="9501"/>
                  </a:cubicBezTo>
                  <a:cubicBezTo>
                    <a:pt x="27191" y="3631"/>
                    <a:pt x="22488" y="1"/>
                    <a:pt x="177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3282375" y="3758600"/>
              <a:ext cx="159575" cy="220025"/>
            </a:xfrm>
            <a:custGeom>
              <a:rect b="b" l="l" r="r" t="t"/>
              <a:pathLst>
                <a:path extrusionOk="0" h="8801" w="6383">
                  <a:moveTo>
                    <a:pt x="1674" y="1"/>
                  </a:moveTo>
                  <a:cubicBezTo>
                    <a:pt x="1514" y="1"/>
                    <a:pt x="1371" y="48"/>
                    <a:pt x="1277" y="95"/>
                  </a:cubicBezTo>
                  <a:cubicBezTo>
                    <a:pt x="1132" y="226"/>
                    <a:pt x="1030" y="385"/>
                    <a:pt x="1001" y="589"/>
                  </a:cubicBezTo>
                  <a:lnTo>
                    <a:pt x="44" y="7406"/>
                  </a:lnTo>
                  <a:cubicBezTo>
                    <a:pt x="0" y="7609"/>
                    <a:pt x="44" y="7798"/>
                    <a:pt x="160" y="7957"/>
                  </a:cubicBezTo>
                  <a:cubicBezTo>
                    <a:pt x="290" y="8102"/>
                    <a:pt x="450" y="8189"/>
                    <a:pt x="653" y="8218"/>
                  </a:cubicBezTo>
                  <a:lnTo>
                    <a:pt x="4613" y="8784"/>
                  </a:lnTo>
                  <a:cubicBezTo>
                    <a:pt x="4670" y="8795"/>
                    <a:pt x="4723" y="8801"/>
                    <a:pt x="4772" y="8801"/>
                  </a:cubicBezTo>
                  <a:cubicBezTo>
                    <a:pt x="4914" y="8801"/>
                    <a:pt x="5032" y="8757"/>
                    <a:pt x="5149" y="8682"/>
                  </a:cubicBezTo>
                  <a:cubicBezTo>
                    <a:pt x="5294" y="8566"/>
                    <a:pt x="5382" y="8421"/>
                    <a:pt x="5425" y="8218"/>
                  </a:cubicBezTo>
                  <a:cubicBezTo>
                    <a:pt x="5440" y="8044"/>
                    <a:pt x="5411" y="7885"/>
                    <a:pt x="5280" y="7725"/>
                  </a:cubicBezTo>
                  <a:cubicBezTo>
                    <a:pt x="5149" y="7580"/>
                    <a:pt x="4990" y="7478"/>
                    <a:pt x="4787" y="7449"/>
                  </a:cubicBezTo>
                  <a:lnTo>
                    <a:pt x="1595" y="7012"/>
                  </a:lnTo>
                  <a:lnTo>
                    <a:pt x="1595" y="7012"/>
                  </a:lnTo>
                  <a:lnTo>
                    <a:pt x="1887" y="4847"/>
                  </a:lnTo>
                  <a:lnTo>
                    <a:pt x="1887" y="4847"/>
                  </a:lnTo>
                  <a:lnTo>
                    <a:pt x="4555" y="5216"/>
                  </a:lnTo>
                  <a:cubicBezTo>
                    <a:pt x="4612" y="5227"/>
                    <a:pt x="4664" y="5232"/>
                    <a:pt x="4714" y="5232"/>
                  </a:cubicBezTo>
                  <a:cubicBezTo>
                    <a:pt x="4856" y="5232"/>
                    <a:pt x="4974" y="5189"/>
                    <a:pt x="5091" y="5114"/>
                  </a:cubicBezTo>
                  <a:cubicBezTo>
                    <a:pt x="5236" y="4998"/>
                    <a:pt x="5338" y="4853"/>
                    <a:pt x="5367" y="4650"/>
                  </a:cubicBezTo>
                  <a:cubicBezTo>
                    <a:pt x="5382" y="4461"/>
                    <a:pt x="5352" y="4273"/>
                    <a:pt x="5222" y="4128"/>
                  </a:cubicBezTo>
                  <a:cubicBezTo>
                    <a:pt x="5091" y="3968"/>
                    <a:pt x="4932" y="3896"/>
                    <a:pt x="4729" y="3852"/>
                  </a:cubicBezTo>
                  <a:lnTo>
                    <a:pt x="2060" y="3487"/>
                  </a:lnTo>
                  <a:lnTo>
                    <a:pt x="2060" y="3487"/>
                  </a:lnTo>
                  <a:lnTo>
                    <a:pt x="2352" y="1474"/>
                  </a:lnTo>
                  <a:lnTo>
                    <a:pt x="2352" y="1474"/>
                  </a:lnTo>
                  <a:lnTo>
                    <a:pt x="5556" y="1938"/>
                  </a:lnTo>
                  <a:cubicBezTo>
                    <a:pt x="5607" y="1944"/>
                    <a:pt x="5655" y="1948"/>
                    <a:pt x="5701" y="1948"/>
                  </a:cubicBezTo>
                  <a:cubicBezTo>
                    <a:pt x="5848" y="1948"/>
                    <a:pt x="5970" y="1910"/>
                    <a:pt x="6092" y="1821"/>
                  </a:cubicBezTo>
                  <a:cubicBezTo>
                    <a:pt x="6237" y="1720"/>
                    <a:pt x="6324" y="1575"/>
                    <a:pt x="6368" y="1372"/>
                  </a:cubicBezTo>
                  <a:cubicBezTo>
                    <a:pt x="6382" y="1169"/>
                    <a:pt x="6353" y="995"/>
                    <a:pt x="6223" y="850"/>
                  </a:cubicBezTo>
                  <a:cubicBezTo>
                    <a:pt x="6092" y="690"/>
                    <a:pt x="5933" y="618"/>
                    <a:pt x="5730" y="574"/>
                  </a:cubicBezTo>
                  <a:lnTo>
                    <a:pt x="1784" y="8"/>
                  </a:lnTo>
                  <a:cubicBezTo>
                    <a:pt x="1747" y="3"/>
                    <a:pt x="1710" y="1"/>
                    <a:pt x="1674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3450975" y="3790750"/>
              <a:ext cx="177000" cy="212475"/>
            </a:xfrm>
            <a:custGeom>
              <a:rect b="b" l="l" r="r" t="t"/>
              <a:pathLst>
                <a:path extrusionOk="0" h="8499" w="7080">
                  <a:moveTo>
                    <a:pt x="4228" y="1"/>
                  </a:moveTo>
                  <a:cubicBezTo>
                    <a:pt x="3861" y="1"/>
                    <a:pt x="3511" y="48"/>
                    <a:pt x="3178" y="129"/>
                  </a:cubicBezTo>
                  <a:cubicBezTo>
                    <a:pt x="2626" y="274"/>
                    <a:pt x="2133" y="492"/>
                    <a:pt x="1698" y="811"/>
                  </a:cubicBezTo>
                  <a:cubicBezTo>
                    <a:pt x="1263" y="1116"/>
                    <a:pt x="900" y="1522"/>
                    <a:pt x="639" y="2015"/>
                  </a:cubicBezTo>
                  <a:cubicBezTo>
                    <a:pt x="364" y="2494"/>
                    <a:pt x="175" y="3045"/>
                    <a:pt x="88" y="3640"/>
                  </a:cubicBezTo>
                  <a:cubicBezTo>
                    <a:pt x="1" y="4336"/>
                    <a:pt x="30" y="4960"/>
                    <a:pt x="175" y="5525"/>
                  </a:cubicBezTo>
                  <a:cubicBezTo>
                    <a:pt x="320" y="6091"/>
                    <a:pt x="581" y="6555"/>
                    <a:pt x="929" y="6976"/>
                  </a:cubicBezTo>
                  <a:cubicBezTo>
                    <a:pt x="1292" y="7396"/>
                    <a:pt x="1684" y="7716"/>
                    <a:pt x="2177" y="7977"/>
                  </a:cubicBezTo>
                  <a:cubicBezTo>
                    <a:pt x="2670" y="8209"/>
                    <a:pt x="3192" y="8397"/>
                    <a:pt x="3758" y="8470"/>
                  </a:cubicBezTo>
                  <a:cubicBezTo>
                    <a:pt x="3975" y="8484"/>
                    <a:pt x="4207" y="8499"/>
                    <a:pt x="4425" y="8499"/>
                  </a:cubicBezTo>
                  <a:cubicBezTo>
                    <a:pt x="4643" y="8499"/>
                    <a:pt x="4875" y="8484"/>
                    <a:pt x="5092" y="8441"/>
                  </a:cubicBezTo>
                  <a:cubicBezTo>
                    <a:pt x="5339" y="8412"/>
                    <a:pt x="5556" y="8354"/>
                    <a:pt x="5774" y="8281"/>
                  </a:cubicBezTo>
                  <a:cubicBezTo>
                    <a:pt x="5963" y="8223"/>
                    <a:pt x="6108" y="8078"/>
                    <a:pt x="6180" y="7890"/>
                  </a:cubicBezTo>
                  <a:cubicBezTo>
                    <a:pt x="6253" y="7686"/>
                    <a:pt x="6224" y="7469"/>
                    <a:pt x="6093" y="7251"/>
                  </a:cubicBezTo>
                  <a:cubicBezTo>
                    <a:pt x="6006" y="7092"/>
                    <a:pt x="5876" y="6990"/>
                    <a:pt x="5716" y="6947"/>
                  </a:cubicBezTo>
                  <a:cubicBezTo>
                    <a:pt x="5642" y="6927"/>
                    <a:pt x="5565" y="6916"/>
                    <a:pt x="5486" y="6916"/>
                  </a:cubicBezTo>
                  <a:cubicBezTo>
                    <a:pt x="5395" y="6916"/>
                    <a:pt x="5302" y="6930"/>
                    <a:pt x="5208" y="6961"/>
                  </a:cubicBezTo>
                  <a:cubicBezTo>
                    <a:pt x="5005" y="7034"/>
                    <a:pt x="4788" y="7063"/>
                    <a:pt x="4570" y="7092"/>
                  </a:cubicBezTo>
                  <a:cubicBezTo>
                    <a:pt x="4353" y="7092"/>
                    <a:pt x="4135" y="7092"/>
                    <a:pt x="3917" y="7048"/>
                  </a:cubicBezTo>
                  <a:cubicBezTo>
                    <a:pt x="3540" y="6990"/>
                    <a:pt x="3178" y="6889"/>
                    <a:pt x="2873" y="6729"/>
                  </a:cubicBezTo>
                  <a:cubicBezTo>
                    <a:pt x="2554" y="6555"/>
                    <a:pt x="2307" y="6338"/>
                    <a:pt x="2090" y="6076"/>
                  </a:cubicBezTo>
                  <a:cubicBezTo>
                    <a:pt x="1872" y="5801"/>
                    <a:pt x="1727" y="5496"/>
                    <a:pt x="1640" y="5105"/>
                  </a:cubicBezTo>
                  <a:cubicBezTo>
                    <a:pt x="1539" y="4727"/>
                    <a:pt x="1524" y="4292"/>
                    <a:pt x="1597" y="3828"/>
                  </a:cubicBezTo>
                  <a:cubicBezTo>
                    <a:pt x="1655" y="3422"/>
                    <a:pt x="1785" y="3059"/>
                    <a:pt x="1945" y="2740"/>
                  </a:cubicBezTo>
                  <a:cubicBezTo>
                    <a:pt x="2104" y="2421"/>
                    <a:pt x="2322" y="2160"/>
                    <a:pt x="2597" y="1942"/>
                  </a:cubicBezTo>
                  <a:cubicBezTo>
                    <a:pt x="2873" y="1725"/>
                    <a:pt x="3192" y="1580"/>
                    <a:pt x="3540" y="1478"/>
                  </a:cubicBezTo>
                  <a:cubicBezTo>
                    <a:pt x="3732" y="1430"/>
                    <a:pt x="3937" y="1409"/>
                    <a:pt x="4152" y="1409"/>
                  </a:cubicBezTo>
                  <a:cubicBezTo>
                    <a:pt x="4328" y="1409"/>
                    <a:pt x="4512" y="1423"/>
                    <a:pt x="4701" y="1449"/>
                  </a:cubicBezTo>
                  <a:cubicBezTo>
                    <a:pt x="4933" y="1478"/>
                    <a:pt x="5150" y="1536"/>
                    <a:pt x="5353" y="1609"/>
                  </a:cubicBezTo>
                  <a:cubicBezTo>
                    <a:pt x="5556" y="1696"/>
                    <a:pt x="5730" y="1797"/>
                    <a:pt x="5919" y="1899"/>
                  </a:cubicBezTo>
                  <a:cubicBezTo>
                    <a:pt x="6064" y="2015"/>
                    <a:pt x="6224" y="2059"/>
                    <a:pt x="6383" y="2059"/>
                  </a:cubicBezTo>
                  <a:cubicBezTo>
                    <a:pt x="6543" y="2059"/>
                    <a:pt x="6688" y="2015"/>
                    <a:pt x="6818" y="1884"/>
                  </a:cubicBezTo>
                  <a:cubicBezTo>
                    <a:pt x="7007" y="1725"/>
                    <a:pt x="7079" y="1522"/>
                    <a:pt x="7079" y="1304"/>
                  </a:cubicBezTo>
                  <a:cubicBezTo>
                    <a:pt x="7079" y="1087"/>
                    <a:pt x="6963" y="898"/>
                    <a:pt x="6789" y="782"/>
                  </a:cubicBezTo>
                  <a:cubicBezTo>
                    <a:pt x="6514" y="594"/>
                    <a:pt x="6209" y="434"/>
                    <a:pt x="5905" y="303"/>
                  </a:cubicBezTo>
                  <a:cubicBezTo>
                    <a:pt x="5585" y="173"/>
                    <a:pt x="5252" y="100"/>
                    <a:pt x="4918" y="57"/>
                  </a:cubicBezTo>
                  <a:cubicBezTo>
                    <a:pt x="4682" y="18"/>
                    <a:pt x="4452" y="1"/>
                    <a:pt x="422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3635200" y="3811875"/>
              <a:ext cx="162475" cy="213875"/>
            </a:xfrm>
            <a:custGeom>
              <a:rect b="b" l="l" r="r" t="t"/>
              <a:pathLst>
                <a:path extrusionOk="0" h="8555" w="6499">
                  <a:moveTo>
                    <a:pt x="3441" y="1419"/>
                  </a:moveTo>
                  <a:cubicBezTo>
                    <a:pt x="3502" y="1419"/>
                    <a:pt x="3564" y="1423"/>
                    <a:pt x="3627" y="1431"/>
                  </a:cubicBezTo>
                  <a:cubicBezTo>
                    <a:pt x="3946" y="1489"/>
                    <a:pt x="4222" y="1634"/>
                    <a:pt x="4439" y="1866"/>
                  </a:cubicBezTo>
                  <a:cubicBezTo>
                    <a:pt x="4657" y="2113"/>
                    <a:pt x="4802" y="2446"/>
                    <a:pt x="4874" y="2882"/>
                  </a:cubicBezTo>
                  <a:cubicBezTo>
                    <a:pt x="4947" y="3317"/>
                    <a:pt x="4947" y="3868"/>
                    <a:pt x="4860" y="4506"/>
                  </a:cubicBezTo>
                  <a:cubicBezTo>
                    <a:pt x="4758" y="5115"/>
                    <a:pt x="4642" y="5638"/>
                    <a:pt x="4439" y="6044"/>
                  </a:cubicBezTo>
                  <a:cubicBezTo>
                    <a:pt x="4251" y="6435"/>
                    <a:pt x="4018" y="6725"/>
                    <a:pt x="3743" y="6914"/>
                  </a:cubicBezTo>
                  <a:cubicBezTo>
                    <a:pt x="3531" y="7055"/>
                    <a:pt x="3282" y="7129"/>
                    <a:pt x="3025" y="7129"/>
                  </a:cubicBezTo>
                  <a:cubicBezTo>
                    <a:pt x="2965" y="7129"/>
                    <a:pt x="2904" y="7125"/>
                    <a:pt x="2844" y="7117"/>
                  </a:cubicBezTo>
                  <a:cubicBezTo>
                    <a:pt x="2510" y="7059"/>
                    <a:pt x="2249" y="6914"/>
                    <a:pt x="2046" y="6653"/>
                  </a:cubicBezTo>
                  <a:cubicBezTo>
                    <a:pt x="1828" y="6421"/>
                    <a:pt x="1683" y="6073"/>
                    <a:pt x="1611" y="5638"/>
                  </a:cubicBezTo>
                  <a:cubicBezTo>
                    <a:pt x="1538" y="5202"/>
                    <a:pt x="1538" y="4680"/>
                    <a:pt x="1625" y="4042"/>
                  </a:cubicBezTo>
                  <a:cubicBezTo>
                    <a:pt x="1712" y="3389"/>
                    <a:pt x="1843" y="2882"/>
                    <a:pt x="2046" y="2490"/>
                  </a:cubicBezTo>
                  <a:cubicBezTo>
                    <a:pt x="2220" y="2084"/>
                    <a:pt x="2466" y="1823"/>
                    <a:pt x="2728" y="1634"/>
                  </a:cubicBezTo>
                  <a:cubicBezTo>
                    <a:pt x="2951" y="1493"/>
                    <a:pt x="3184" y="1419"/>
                    <a:pt x="3441" y="1419"/>
                  </a:cubicBezTo>
                  <a:close/>
                  <a:moveTo>
                    <a:pt x="3339" y="0"/>
                  </a:moveTo>
                  <a:cubicBezTo>
                    <a:pt x="2859" y="0"/>
                    <a:pt x="2436" y="112"/>
                    <a:pt x="2046" y="329"/>
                  </a:cubicBezTo>
                  <a:cubicBezTo>
                    <a:pt x="1538" y="619"/>
                    <a:pt x="1103" y="1068"/>
                    <a:pt x="769" y="1678"/>
                  </a:cubicBezTo>
                  <a:cubicBezTo>
                    <a:pt x="450" y="2272"/>
                    <a:pt x="233" y="2998"/>
                    <a:pt x="102" y="3824"/>
                  </a:cubicBezTo>
                  <a:cubicBezTo>
                    <a:pt x="1" y="4666"/>
                    <a:pt x="15" y="5420"/>
                    <a:pt x="160" y="6102"/>
                  </a:cubicBezTo>
                  <a:cubicBezTo>
                    <a:pt x="305" y="6769"/>
                    <a:pt x="595" y="7335"/>
                    <a:pt x="1016" y="7741"/>
                  </a:cubicBezTo>
                  <a:cubicBezTo>
                    <a:pt x="1422" y="8161"/>
                    <a:pt x="1973" y="8437"/>
                    <a:pt x="2640" y="8524"/>
                  </a:cubicBezTo>
                  <a:cubicBezTo>
                    <a:pt x="2794" y="8544"/>
                    <a:pt x="2945" y="8554"/>
                    <a:pt x="3093" y="8554"/>
                  </a:cubicBezTo>
                  <a:cubicBezTo>
                    <a:pt x="3584" y="8554"/>
                    <a:pt x="4037" y="8443"/>
                    <a:pt x="4439" y="8219"/>
                  </a:cubicBezTo>
                  <a:cubicBezTo>
                    <a:pt x="4947" y="7929"/>
                    <a:pt x="5382" y="7480"/>
                    <a:pt x="5701" y="6871"/>
                  </a:cubicBezTo>
                  <a:cubicBezTo>
                    <a:pt x="6035" y="6276"/>
                    <a:pt x="6267" y="5551"/>
                    <a:pt x="6383" y="4724"/>
                  </a:cubicBezTo>
                  <a:cubicBezTo>
                    <a:pt x="6499" y="3882"/>
                    <a:pt x="6484" y="3128"/>
                    <a:pt x="6325" y="2446"/>
                  </a:cubicBezTo>
                  <a:cubicBezTo>
                    <a:pt x="6180" y="1794"/>
                    <a:pt x="5890" y="1243"/>
                    <a:pt x="5469" y="822"/>
                  </a:cubicBezTo>
                  <a:cubicBezTo>
                    <a:pt x="5048" y="401"/>
                    <a:pt x="4512" y="126"/>
                    <a:pt x="3844" y="39"/>
                  </a:cubicBezTo>
                  <a:cubicBezTo>
                    <a:pt x="3669" y="13"/>
                    <a:pt x="3501" y="0"/>
                    <a:pt x="3339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3230150" y="4026050"/>
              <a:ext cx="164300" cy="209150"/>
            </a:xfrm>
            <a:custGeom>
              <a:rect b="b" l="l" r="r" t="t"/>
              <a:pathLst>
                <a:path extrusionOk="0" h="8366" w="6572">
                  <a:moveTo>
                    <a:pt x="2338" y="1543"/>
                  </a:moveTo>
                  <a:lnTo>
                    <a:pt x="4207" y="1814"/>
                  </a:lnTo>
                  <a:cubicBezTo>
                    <a:pt x="4482" y="1843"/>
                    <a:pt x="4686" y="1930"/>
                    <a:pt x="4787" y="2118"/>
                  </a:cubicBezTo>
                  <a:cubicBezTo>
                    <a:pt x="4932" y="2292"/>
                    <a:pt x="4990" y="2539"/>
                    <a:pt x="4932" y="2858"/>
                  </a:cubicBezTo>
                  <a:cubicBezTo>
                    <a:pt x="4903" y="3134"/>
                    <a:pt x="4787" y="3308"/>
                    <a:pt x="4584" y="3438"/>
                  </a:cubicBezTo>
                  <a:cubicBezTo>
                    <a:pt x="4433" y="3531"/>
                    <a:pt x="4273" y="3578"/>
                    <a:pt x="4104" y="3578"/>
                  </a:cubicBezTo>
                  <a:cubicBezTo>
                    <a:pt x="4061" y="3578"/>
                    <a:pt x="4018" y="3575"/>
                    <a:pt x="3975" y="3569"/>
                  </a:cubicBezTo>
                  <a:lnTo>
                    <a:pt x="2090" y="3300"/>
                  </a:lnTo>
                  <a:lnTo>
                    <a:pt x="2090" y="3300"/>
                  </a:lnTo>
                  <a:lnTo>
                    <a:pt x="2338" y="1543"/>
                  </a:lnTo>
                  <a:close/>
                  <a:moveTo>
                    <a:pt x="1917" y="4628"/>
                  </a:moveTo>
                  <a:lnTo>
                    <a:pt x="3873" y="4903"/>
                  </a:lnTo>
                  <a:cubicBezTo>
                    <a:pt x="4033" y="4932"/>
                    <a:pt x="4192" y="4961"/>
                    <a:pt x="4381" y="5048"/>
                  </a:cubicBezTo>
                  <a:cubicBezTo>
                    <a:pt x="4569" y="5106"/>
                    <a:pt x="4715" y="5237"/>
                    <a:pt x="4831" y="5396"/>
                  </a:cubicBezTo>
                  <a:cubicBezTo>
                    <a:pt x="4961" y="5556"/>
                    <a:pt x="4990" y="5817"/>
                    <a:pt x="4932" y="6165"/>
                  </a:cubicBezTo>
                  <a:cubicBezTo>
                    <a:pt x="4889" y="6528"/>
                    <a:pt x="4758" y="6774"/>
                    <a:pt x="4526" y="6934"/>
                  </a:cubicBezTo>
                  <a:cubicBezTo>
                    <a:pt x="4338" y="7067"/>
                    <a:pt x="4124" y="7124"/>
                    <a:pt x="3885" y="7124"/>
                  </a:cubicBezTo>
                  <a:cubicBezTo>
                    <a:pt x="3811" y="7124"/>
                    <a:pt x="3734" y="7118"/>
                    <a:pt x="3656" y="7108"/>
                  </a:cubicBezTo>
                  <a:lnTo>
                    <a:pt x="1612" y="6804"/>
                  </a:lnTo>
                  <a:lnTo>
                    <a:pt x="1612" y="6804"/>
                  </a:lnTo>
                  <a:lnTo>
                    <a:pt x="1917" y="4628"/>
                  </a:lnTo>
                  <a:close/>
                  <a:moveTo>
                    <a:pt x="1606" y="0"/>
                  </a:moveTo>
                  <a:cubicBezTo>
                    <a:pt x="1460" y="0"/>
                    <a:pt x="1331" y="53"/>
                    <a:pt x="1219" y="131"/>
                  </a:cubicBezTo>
                  <a:cubicBezTo>
                    <a:pt x="1059" y="262"/>
                    <a:pt x="987" y="407"/>
                    <a:pt x="943" y="610"/>
                  </a:cubicBezTo>
                  <a:lnTo>
                    <a:pt x="44" y="7137"/>
                  </a:lnTo>
                  <a:cubicBezTo>
                    <a:pt x="0" y="7340"/>
                    <a:pt x="58" y="7514"/>
                    <a:pt x="160" y="7659"/>
                  </a:cubicBezTo>
                  <a:cubicBezTo>
                    <a:pt x="290" y="7819"/>
                    <a:pt x="436" y="7891"/>
                    <a:pt x="639" y="7935"/>
                  </a:cubicBezTo>
                  <a:lnTo>
                    <a:pt x="3453" y="8341"/>
                  </a:lnTo>
                  <a:cubicBezTo>
                    <a:pt x="3623" y="8358"/>
                    <a:pt x="3792" y="8365"/>
                    <a:pt x="3965" y="8365"/>
                  </a:cubicBezTo>
                  <a:cubicBezTo>
                    <a:pt x="4088" y="8365"/>
                    <a:pt x="4211" y="8362"/>
                    <a:pt x="4337" y="8356"/>
                  </a:cubicBezTo>
                  <a:cubicBezTo>
                    <a:pt x="4642" y="8341"/>
                    <a:pt x="4932" y="8268"/>
                    <a:pt x="5222" y="8123"/>
                  </a:cubicBezTo>
                  <a:cubicBezTo>
                    <a:pt x="5512" y="7993"/>
                    <a:pt x="5773" y="7775"/>
                    <a:pt x="5962" y="7485"/>
                  </a:cubicBezTo>
                  <a:cubicBezTo>
                    <a:pt x="6180" y="7195"/>
                    <a:pt x="6310" y="6789"/>
                    <a:pt x="6383" y="6310"/>
                  </a:cubicBezTo>
                  <a:cubicBezTo>
                    <a:pt x="6441" y="5875"/>
                    <a:pt x="6397" y="5469"/>
                    <a:pt x="6252" y="5164"/>
                  </a:cubicBezTo>
                  <a:cubicBezTo>
                    <a:pt x="6107" y="4831"/>
                    <a:pt x="5918" y="4584"/>
                    <a:pt x="5657" y="4381"/>
                  </a:cubicBezTo>
                  <a:cubicBezTo>
                    <a:pt x="5551" y="4302"/>
                    <a:pt x="5446" y="4232"/>
                    <a:pt x="5341" y="4170"/>
                  </a:cubicBezTo>
                  <a:lnTo>
                    <a:pt x="5341" y="4170"/>
                  </a:lnTo>
                  <a:cubicBezTo>
                    <a:pt x="5646" y="4066"/>
                    <a:pt x="5885" y="3905"/>
                    <a:pt x="6078" y="3699"/>
                  </a:cubicBezTo>
                  <a:cubicBezTo>
                    <a:pt x="6296" y="3453"/>
                    <a:pt x="6426" y="3163"/>
                    <a:pt x="6484" y="2800"/>
                  </a:cubicBezTo>
                  <a:cubicBezTo>
                    <a:pt x="6571" y="2133"/>
                    <a:pt x="6455" y="1611"/>
                    <a:pt x="6151" y="1234"/>
                  </a:cubicBezTo>
                  <a:cubicBezTo>
                    <a:pt x="5846" y="842"/>
                    <a:pt x="5338" y="610"/>
                    <a:pt x="4613" y="508"/>
                  </a:cubicBezTo>
                  <a:lnTo>
                    <a:pt x="1741" y="15"/>
                  </a:lnTo>
                  <a:cubicBezTo>
                    <a:pt x="1694" y="5"/>
                    <a:pt x="1649" y="0"/>
                    <a:pt x="160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3396600" y="4060125"/>
              <a:ext cx="175900" cy="210225"/>
            </a:xfrm>
            <a:custGeom>
              <a:rect b="b" l="l" r="r" t="t"/>
              <a:pathLst>
                <a:path extrusionOk="0" h="8409" w="7036">
                  <a:moveTo>
                    <a:pt x="4228" y="2256"/>
                  </a:moveTo>
                  <a:lnTo>
                    <a:pt x="4985" y="5048"/>
                  </a:lnTo>
                  <a:lnTo>
                    <a:pt x="4985" y="5048"/>
                  </a:lnTo>
                  <a:lnTo>
                    <a:pt x="2736" y="4727"/>
                  </a:lnTo>
                  <a:lnTo>
                    <a:pt x="2736" y="4727"/>
                  </a:lnTo>
                  <a:lnTo>
                    <a:pt x="4228" y="2256"/>
                  </a:lnTo>
                  <a:close/>
                  <a:moveTo>
                    <a:pt x="4396" y="0"/>
                  </a:moveTo>
                  <a:cubicBezTo>
                    <a:pt x="4318" y="0"/>
                    <a:pt x="4243" y="18"/>
                    <a:pt x="4178" y="59"/>
                  </a:cubicBezTo>
                  <a:cubicBezTo>
                    <a:pt x="4033" y="117"/>
                    <a:pt x="3917" y="233"/>
                    <a:pt x="3844" y="378"/>
                  </a:cubicBezTo>
                  <a:lnTo>
                    <a:pt x="87" y="6717"/>
                  </a:lnTo>
                  <a:cubicBezTo>
                    <a:pt x="58" y="6789"/>
                    <a:pt x="44" y="6862"/>
                    <a:pt x="15" y="6934"/>
                  </a:cubicBezTo>
                  <a:cubicBezTo>
                    <a:pt x="0" y="7094"/>
                    <a:pt x="15" y="7239"/>
                    <a:pt x="116" y="7370"/>
                  </a:cubicBezTo>
                  <a:cubicBezTo>
                    <a:pt x="203" y="7500"/>
                    <a:pt x="348" y="7573"/>
                    <a:pt x="551" y="7602"/>
                  </a:cubicBezTo>
                  <a:cubicBezTo>
                    <a:pt x="589" y="7609"/>
                    <a:pt x="623" y="7613"/>
                    <a:pt x="656" y="7613"/>
                  </a:cubicBezTo>
                  <a:cubicBezTo>
                    <a:pt x="751" y="7613"/>
                    <a:pt x="832" y="7583"/>
                    <a:pt x="929" y="7529"/>
                  </a:cubicBezTo>
                  <a:cubicBezTo>
                    <a:pt x="1059" y="7486"/>
                    <a:pt x="1146" y="7370"/>
                    <a:pt x="1219" y="7239"/>
                  </a:cubicBezTo>
                  <a:lnTo>
                    <a:pt x="1996" y="5952"/>
                  </a:lnTo>
                  <a:lnTo>
                    <a:pt x="1996" y="5952"/>
                  </a:lnTo>
                  <a:lnTo>
                    <a:pt x="5356" y="6416"/>
                  </a:lnTo>
                  <a:lnTo>
                    <a:pt x="5356" y="6416"/>
                  </a:lnTo>
                  <a:lnTo>
                    <a:pt x="5744" y="7848"/>
                  </a:lnTo>
                  <a:cubicBezTo>
                    <a:pt x="5788" y="8008"/>
                    <a:pt x="5860" y="8138"/>
                    <a:pt x="5947" y="8225"/>
                  </a:cubicBezTo>
                  <a:cubicBezTo>
                    <a:pt x="6034" y="8327"/>
                    <a:pt x="6165" y="8385"/>
                    <a:pt x="6295" y="8400"/>
                  </a:cubicBezTo>
                  <a:cubicBezTo>
                    <a:pt x="6325" y="8405"/>
                    <a:pt x="6355" y="8408"/>
                    <a:pt x="6386" y="8408"/>
                  </a:cubicBezTo>
                  <a:cubicBezTo>
                    <a:pt x="6505" y="8408"/>
                    <a:pt x="6630" y="8364"/>
                    <a:pt x="6745" y="8283"/>
                  </a:cubicBezTo>
                  <a:cubicBezTo>
                    <a:pt x="6905" y="8182"/>
                    <a:pt x="6977" y="8022"/>
                    <a:pt x="7021" y="7819"/>
                  </a:cubicBezTo>
                  <a:cubicBezTo>
                    <a:pt x="7035" y="7747"/>
                    <a:pt x="7021" y="7660"/>
                    <a:pt x="7006" y="7558"/>
                  </a:cubicBezTo>
                  <a:lnTo>
                    <a:pt x="5150" y="552"/>
                  </a:lnTo>
                  <a:cubicBezTo>
                    <a:pt x="5135" y="407"/>
                    <a:pt x="5062" y="277"/>
                    <a:pt x="4946" y="190"/>
                  </a:cubicBezTo>
                  <a:cubicBezTo>
                    <a:pt x="4845" y="103"/>
                    <a:pt x="4714" y="45"/>
                    <a:pt x="4584" y="30"/>
                  </a:cubicBezTo>
                  <a:cubicBezTo>
                    <a:pt x="4521" y="11"/>
                    <a:pt x="4457" y="0"/>
                    <a:pt x="43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9"/>
            <p:cNvSpPr/>
            <p:nvPr/>
          </p:nvSpPr>
          <p:spPr>
            <a:xfrm>
              <a:off x="3594575" y="4086025"/>
              <a:ext cx="174100" cy="205500"/>
            </a:xfrm>
            <a:custGeom>
              <a:rect b="b" l="l" r="r" t="t"/>
              <a:pathLst>
                <a:path extrusionOk="0" h="8220" w="6964">
                  <a:moveTo>
                    <a:pt x="4177" y="0"/>
                  </a:moveTo>
                  <a:cubicBezTo>
                    <a:pt x="3812" y="0"/>
                    <a:pt x="3460" y="45"/>
                    <a:pt x="3120" y="140"/>
                  </a:cubicBezTo>
                  <a:cubicBezTo>
                    <a:pt x="2597" y="285"/>
                    <a:pt x="2133" y="503"/>
                    <a:pt x="1698" y="822"/>
                  </a:cubicBezTo>
                  <a:cubicBezTo>
                    <a:pt x="1263" y="1126"/>
                    <a:pt x="915" y="1532"/>
                    <a:pt x="625" y="1982"/>
                  </a:cubicBezTo>
                  <a:cubicBezTo>
                    <a:pt x="335" y="2461"/>
                    <a:pt x="146" y="2939"/>
                    <a:pt x="74" y="3520"/>
                  </a:cubicBezTo>
                  <a:cubicBezTo>
                    <a:pt x="1" y="4100"/>
                    <a:pt x="45" y="4637"/>
                    <a:pt x="190" y="5159"/>
                  </a:cubicBezTo>
                  <a:cubicBezTo>
                    <a:pt x="335" y="5681"/>
                    <a:pt x="567" y="6160"/>
                    <a:pt x="900" y="6566"/>
                  </a:cubicBezTo>
                  <a:cubicBezTo>
                    <a:pt x="1205" y="6986"/>
                    <a:pt x="1597" y="7349"/>
                    <a:pt x="2075" y="7625"/>
                  </a:cubicBezTo>
                  <a:cubicBezTo>
                    <a:pt x="2539" y="7915"/>
                    <a:pt x="3047" y="8089"/>
                    <a:pt x="3627" y="8161"/>
                  </a:cubicBezTo>
                  <a:cubicBezTo>
                    <a:pt x="3889" y="8202"/>
                    <a:pt x="4141" y="8220"/>
                    <a:pt x="4392" y="8220"/>
                  </a:cubicBezTo>
                  <a:cubicBezTo>
                    <a:pt x="4586" y="8220"/>
                    <a:pt x="4780" y="8209"/>
                    <a:pt x="4976" y="8190"/>
                  </a:cubicBezTo>
                  <a:cubicBezTo>
                    <a:pt x="5397" y="8118"/>
                    <a:pt x="5789" y="8002"/>
                    <a:pt x="6166" y="7842"/>
                  </a:cubicBezTo>
                  <a:cubicBezTo>
                    <a:pt x="6267" y="7799"/>
                    <a:pt x="6354" y="7726"/>
                    <a:pt x="6441" y="7639"/>
                  </a:cubicBezTo>
                  <a:cubicBezTo>
                    <a:pt x="6528" y="7552"/>
                    <a:pt x="6586" y="7422"/>
                    <a:pt x="6601" y="7276"/>
                  </a:cubicBezTo>
                  <a:lnTo>
                    <a:pt x="6949" y="4883"/>
                  </a:lnTo>
                  <a:cubicBezTo>
                    <a:pt x="6963" y="4680"/>
                    <a:pt x="6934" y="4506"/>
                    <a:pt x="6818" y="4361"/>
                  </a:cubicBezTo>
                  <a:cubicBezTo>
                    <a:pt x="6717" y="4201"/>
                    <a:pt x="6572" y="4129"/>
                    <a:pt x="6369" y="4085"/>
                  </a:cubicBezTo>
                  <a:lnTo>
                    <a:pt x="4512" y="3839"/>
                  </a:lnTo>
                  <a:cubicBezTo>
                    <a:pt x="4474" y="3833"/>
                    <a:pt x="4435" y="3830"/>
                    <a:pt x="4397" y="3830"/>
                  </a:cubicBezTo>
                  <a:cubicBezTo>
                    <a:pt x="4248" y="3830"/>
                    <a:pt x="4105" y="3874"/>
                    <a:pt x="3990" y="3955"/>
                  </a:cubicBezTo>
                  <a:cubicBezTo>
                    <a:pt x="3830" y="4071"/>
                    <a:pt x="3758" y="4216"/>
                    <a:pt x="3714" y="4419"/>
                  </a:cubicBezTo>
                  <a:cubicBezTo>
                    <a:pt x="3685" y="4608"/>
                    <a:pt x="3743" y="4782"/>
                    <a:pt x="3845" y="4927"/>
                  </a:cubicBezTo>
                  <a:cubicBezTo>
                    <a:pt x="3975" y="5072"/>
                    <a:pt x="4120" y="5144"/>
                    <a:pt x="4324" y="5173"/>
                  </a:cubicBezTo>
                  <a:lnTo>
                    <a:pt x="5386" y="5334"/>
                  </a:lnTo>
                  <a:lnTo>
                    <a:pt x="5386" y="5334"/>
                  </a:lnTo>
                  <a:lnTo>
                    <a:pt x="5178" y="6782"/>
                  </a:lnTo>
                  <a:lnTo>
                    <a:pt x="5178" y="6782"/>
                  </a:lnTo>
                  <a:cubicBezTo>
                    <a:pt x="5010" y="6822"/>
                    <a:pt x="4814" y="6841"/>
                    <a:pt x="4599" y="6841"/>
                  </a:cubicBezTo>
                  <a:cubicBezTo>
                    <a:pt x="4309" y="6841"/>
                    <a:pt x="4048" y="6841"/>
                    <a:pt x="3830" y="6812"/>
                  </a:cubicBezTo>
                  <a:cubicBezTo>
                    <a:pt x="3337" y="6740"/>
                    <a:pt x="2902" y="6551"/>
                    <a:pt x="2539" y="6247"/>
                  </a:cubicBezTo>
                  <a:cubicBezTo>
                    <a:pt x="2177" y="5942"/>
                    <a:pt x="1901" y="5550"/>
                    <a:pt x="1727" y="5115"/>
                  </a:cubicBezTo>
                  <a:cubicBezTo>
                    <a:pt x="1539" y="4680"/>
                    <a:pt x="1495" y="4216"/>
                    <a:pt x="1568" y="3723"/>
                  </a:cubicBezTo>
                  <a:cubicBezTo>
                    <a:pt x="1640" y="3230"/>
                    <a:pt x="1814" y="2794"/>
                    <a:pt x="2104" y="2417"/>
                  </a:cubicBezTo>
                  <a:cubicBezTo>
                    <a:pt x="2394" y="2040"/>
                    <a:pt x="2757" y="1750"/>
                    <a:pt x="3192" y="1561"/>
                  </a:cubicBezTo>
                  <a:cubicBezTo>
                    <a:pt x="3525" y="1433"/>
                    <a:pt x="3865" y="1360"/>
                    <a:pt x="4220" y="1360"/>
                  </a:cubicBezTo>
                  <a:cubicBezTo>
                    <a:pt x="4344" y="1360"/>
                    <a:pt x="4471" y="1369"/>
                    <a:pt x="4599" y="1387"/>
                  </a:cubicBezTo>
                  <a:cubicBezTo>
                    <a:pt x="4831" y="1416"/>
                    <a:pt x="5049" y="1474"/>
                    <a:pt x="5252" y="1547"/>
                  </a:cubicBezTo>
                  <a:cubicBezTo>
                    <a:pt x="5440" y="1620"/>
                    <a:pt x="5629" y="1707"/>
                    <a:pt x="5803" y="1823"/>
                  </a:cubicBezTo>
                  <a:cubicBezTo>
                    <a:pt x="5861" y="1852"/>
                    <a:pt x="5934" y="1895"/>
                    <a:pt x="5992" y="1910"/>
                  </a:cubicBezTo>
                  <a:cubicBezTo>
                    <a:pt x="6050" y="1953"/>
                    <a:pt x="6122" y="1968"/>
                    <a:pt x="6166" y="1968"/>
                  </a:cubicBezTo>
                  <a:cubicBezTo>
                    <a:pt x="6203" y="1973"/>
                    <a:pt x="6239" y="1976"/>
                    <a:pt x="6273" y="1976"/>
                  </a:cubicBezTo>
                  <a:cubicBezTo>
                    <a:pt x="6416" y="1976"/>
                    <a:pt x="6542" y="1928"/>
                    <a:pt x="6659" y="1823"/>
                  </a:cubicBezTo>
                  <a:cubicBezTo>
                    <a:pt x="6804" y="1692"/>
                    <a:pt x="6891" y="1547"/>
                    <a:pt x="6920" y="1373"/>
                  </a:cubicBezTo>
                  <a:cubicBezTo>
                    <a:pt x="6934" y="1257"/>
                    <a:pt x="6920" y="1155"/>
                    <a:pt x="6876" y="1039"/>
                  </a:cubicBezTo>
                  <a:cubicBezTo>
                    <a:pt x="6847" y="938"/>
                    <a:pt x="6775" y="836"/>
                    <a:pt x="6659" y="764"/>
                  </a:cubicBezTo>
                  <a:cubicBezTo>
                    <a:pt x="6412" y="575"/>
                    <a:pt x="6122" y="430"/>
                    <a:pt x="5789" y="300"/>
                  </a:cubicBezTo>
                  <a:cubicBezTo>
                    <a:pt x="5455" y="169"/>
                    <a:pt x="5121" y="96"/>
                    <a:pt x="4773" y="38"/>
                  </a:cubicBezTo>
                  <a:cubicBezTo>
                    <a:pt x="4571" y="13"/>
                    <a:pt x="4372" y="0"/>
                    <a:pt x="41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8" name="Google Shape;88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0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0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0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Swap為什麼如此特別?</a:t>
            </a:r>
            <a:endParaRPr/>
          </a:p>
        </p:txBody>
      </p:sp>
      <p:sp>
        <p:nvSpPr>
          <p:cNvPr id="897" name="Google Shape;897;p30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Swap特色</a:t>
            </a:r>
            <a:endParaRPr/>
          </a:p>
        </p:txBody>
      </p:sp>
      <p:sp>
        <p:nvSpPr>
          <p:cNvPr id="898" name="Google Shape;898;p30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899" name="Google Shape;899;p30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900" name="Google Shape;900;p30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3" name="Google Shape;923;p30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924" name="Google Shape;924;p30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1" name="Google Shape;95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1"/>
          <p:cNvSpPr/>
          <p:nvPr/>
        </p:nvSpPr>
        <p:spPr>
          <a:xfrm>
            <a:off x="718050" y="1086400"/>
            <a:ext cx="2505300" cy="3553500"/>
          </a:xfrm>
          <a:prstGeom prst="roundRect">
            <a:avLst>
              <a:gd fmla="val 8119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957" name="Google Shape;9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29140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系統特色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59" name="Google Shape;959;p31"/>
          <p:cNvSpPr/>
          <p:nvPr/>
        </p:nvSpPr>
        <p:spPr>
          <a:xfrm>
            <a:off x="1545997" y="3410383"/>
            <a:ext cx="1539900" cy="496500"/>
          </a:xfrm>
          <a:prstGeom prst="roundRect">
            <a:avLst>
              <a:gd fmla="val 16667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960" name="Google Shape;96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1" name="Google Shape;961;p31"/>
          <p:cNvSpPr/>
          <p:nvPr/>
        </p:nvSpPr>
        <p:spPr>
          <a:xfrm>
            <a:off x="6051475" y="1086388"/>
            <a:ext cx="2505300" cy="3553500"/>
          </a:xfrm>
          <a:prstGeom prst="roundRect">
            <a:avLst>
              <a:gd fmla="val 9754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962" name="Google Shape;962;p31"/>
          <p:cNvSpPr/>
          <p:nvPr/>
        </p:nvSpPr>
        <p:spPr>
          <a:xfrm>
            <a:off x="1074000" y="1272300"/>
            <a:ext cx="1793400" cy="450300"/>
          </a:xfrm>
          <a:prstGeom prst="roundRect">
            <a:avLst>
              <a:gd fmla="val 16667" name="adj"/>
            </a:avLst>
          </a:prstGeom>
          <a:solidFill>
            <a:srgbClr val="E9EEF1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963" name="Google Shape;963;p31"/>
          <p:cNvSpPr/>
          <p:nvPr/>
        </p:nvSpPr>
        <p:spPr>
          <a:xfrm>
            <a:off x="6407425" y="1272288"/>
            <a:ext cx="1793400" cy="450300"/>
          </a:xfrm>
          <a:prstGeom prst="roundRect">
            <a:avLst>
              <a:gd fmla="val 16667" name="adj"/>
            </a:avLst>
          </a:prstGeom>
          <a:solidFill>
            <a:srgbClr val="E9EEF1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964" name="Google Shape;964;p31"/>
          <p:cNvSpPr txBox="1"/>
          <p:nvPr/>
        </p:nvSpPr>
        <p:spPr>
          <a:xfrm>
            <a:off x="1235549" y="1251441"/>
            <a:ext cx="14703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技術</a:t>
            </a:r>
            <a:endParaRPr b="1" sz="23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965" name="Google Shape;965;p31"/>
          <p:cNvSpPr txBox="1"/>
          <p:nvPr/>
        </p:nvSpPr>
        <p:spPr>
          <a:xfrm>
            <a:off x="6568974" y="1251441"/>
            <a:ext cx="14703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應用</a:t>
            </a:r>
            <a:endParaRPr b="1" sz="23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966" name="Google Shape;966;p31"/>
          <p:cNvSpPr txBox="1"/>
          <p:nvPr/>
        </p:nvSpPr>
        <p:spPr>
          <a:xfrm>
            <a:off x="990300" y="1824850"/>
            <a:ext cx="187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AI 圖像辨識</a:t>
            </a:r>
            <a:endParaRPr sz="900"/>
          </a:p>
        </p:txBody>
      </p:sp>
      <p:sp>
        <p:nvSpPr>
          <p:cNvPr id="967" name="Google Shape;967;p31"/>
          <p:cNvSpPr txBox="1"/>
          <p:nvPr/>
        </p:nvSpPr>
        <p:spPr>
          <a:xfrm>
            <a:off x="990300" y="2279363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1.  </a:t>
            </a: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拍照上架時自動串聯後端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2. 將結果返回至使用者介面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  一拍即上架的便利效果！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68" name="Google Shape;968;p31"/>
          <p:cNvSpPr txBox="1"/>
          <p:nvPr/>
        </p:nvSpPr>
        <p:spPr>
          <a:xfrm>
            <a:off x="990299" y="3335138"/>
            <a:ext cx="17739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互動性介面</a:t>
            </a:r>
            <a:endParaRPr b="1" sz="18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969" name="Google Shape;969;p31"/>
          <p:cNvSpPr txBox="1"/>
          <p:nvPr/>
        </p:nvSpPr>
        <p:spPr>
          <a:xfrm>
            <a:off x="990300" y="37635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●　</a:t>
            </a: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以滑動取代點擊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●　上架介面 Tag 彈性調整</a:t>
            </a:r>
            <a:endParaRPr b="1"/>
          </a:p>
        </p:txBody>
      </p:sp>
      <p:sp>
        <p:nvSpPr>
          <p:cNvPr id="970" name="Google Shape;970;p31"/>
          <p:cNvSpPr txBox="1"/>
          <p:nvPr/>
        </p:nvSpPr>
        <p:spPr>
          <a:xfrm>
            <a:off x="6301776" y="1821360"/>
            <a:ext cx="14703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高</a:t>
            </a:r>
            <a:r>
              <a:rPr b="1" lang="en" sz="18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實用性</a:t>
            </a:r>
            <a:endParaRPr b="1" sz="18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971" name="Google Shape;971;p31"/>
          <p:cNvSpPr txBox="1"/>
          <p:nvPr/>
        </p:nvSpPr>
        <p:spPr>
          <a:xfrm>
            <a:off x="6333600" y="2286550"/>
            <a:ext cx="2090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●　使用成本低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●　二手市場需求大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TA：學生（本地＆外籍生）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cxnSp>
        <p:nvCxnSpPr>
          <p:cNvPr id="972" name="Google Shape;972;p31"/>
          <p:cNvCxnSpPr/>
          <p:nvPr/>
        </p:nvCxnSpPr>
        <p:spPr>
          <a:xfrm>
            <a:off x="1071900" y="3272813"/>
            <a:ext cx="1797600" cy="6000"/>
          </a:xfrm>
          <a:prstGeom prst="straightConnector1">
            <a:avLst/>
          </a:prstGeom>
          <a:noFill/>
          <a:ln cap="flat" cmpd="sng" w="9525">
            <a:solidFill>
              <a:srgbClr val="BECB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31"/>
          <p:cNvSpPr/>
          <p:nvPr/>
        </p:nvSpPr>
        <p:spPr>
          <a:xfrm>
            <a:off x="6178975" y="3494713"/>
            <a:ext cx="2250300" cy="1030200"/>
          </a:xfrm>
          <a:prstGeom prst="roundRect">
            <a:avLst>
              <a:gd fmla="val 198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974" name="Google Shape;974;p31"/>
          <p:cNvSpPr txBox="1"/>
          <p:nvPr/>
        </p:nvSpPr>
        <p:spPr>
          <a:xfrm>
            <a:off x="6196850" y="3635700"/>
            <a:ext cx="27090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Benefit</a:t>
            </a:r>
            <a:r>
              <a:rPr b="1" lang="en" sz="18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☺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推動循環理念，促進以物會友！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975" name="Google Shape;975;p31"/>
          <p:cNvSpPr/>
          <p:nvPr/>
        </p:nvSpPr>
        <p:spPr>
          <a:xfrm>
            <a:off x="1105950" y="2907525"/>
            <a:ext cx="129600" cy="11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362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32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2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2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2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介面與辨識的極致融合!</a:t>
            </a:r>
            <a:endParaRPr/>
          </a:p>
        </p:txBody>
      </p:sp>
      <p:sp>
        <p:nvSpPr>
          <p:cNvPr id="984" name="Google Shape;984;p32"/>
          <p:cNvSpPr txBox="1"/>
          <p:nvPr>
            <p:ph type="title"/>
          </p:nvPr>
        </p:nvSpPr>
        <p:spPr>
          <a:xfrm>
            <a:off x="1248550" y="2272525"/>
            <a:ext cx="69765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系統功能介紹</a:t>
            </a:r>
            <a:endParaRPr/>
          </a:p>
        </p:txBody>
      </p:sp>
      <p:sp>
        <p:nvSpPr>
          <p:cNvPr id="985" name="Google Shape;985;p32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986" name="Google Shape;986;p32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987" name="Google Shape;987;p32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2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2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2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2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2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2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2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2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2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2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2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0" name="Google Shape;1010;p32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011" name="Google Shape;1011;p32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2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2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2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2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2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2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2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2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2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2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2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2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2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2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2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2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2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2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2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575" y="1063749"/>
            <a:ext cx="1833600" cy="34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提出交換申請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45" name="Google Shape;1045;p33"/>
          <p:cNvSpPr txBox="1"/>
          <p:nvPr/>
        </p:nvSpPr>
        <p:spPr>
          <a:xfrm>
            <a:off x="4246300" y="4428500"/>
            <a:ext cx="773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ammersmith One"/>
                <a:ea typeface="Hammersmith One"/>
                <a:cs typeface="Hammersmith One"/>
                <a:sym typeface="Hammersmith One"/>
              </a:rPr>
              <a:t>圖一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46" name="Google Shape;1046;p33"/>
          <p:cNvSpPr txBox="1"/>
          <p:nvPr/>
        </p:nvSpPr>
        <p:spPr>
          <a:xfrm>
            <a:off x="7631200" y="3309475"/>
            <a:ext cx="108300" cy="6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cxnSp>
        <p:nvCxnSpPr>
          <p:cNvPr id="1047" name="Google Shape;1047;p33"/>
          <p:cNvCxnSpPr/>
          <p:nvPr/>
        </p:nvCxnSpPr>
        <p:spPr>
          <a:xfrm flipH="1" rot="10800000">
            <a:off x="4574525" y="2969100"/>
            <a:ext cx="2700" cy="5676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8" name="Google Shape;1048;p33"/>
          <p:cNvCxnSpPr/>
          <p:nvPr/>
        </p:nvCxnSpPr>
        <p:spPr>
          <a:xfrm flipH="1" rot="10800000">
            <a:off x="4945325" y="2583000"/>
            <a:ext cx="855600" cy="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9" name="Google Shape;1049;p33"/>
          <p:cNvSpPr txBox="1"/>
          <p:nvPr/>
        </p:nvSpPr>
        <p:spPr>
          <a:xfrm>
            <a:off x="1543050" y="3027100"/>
            <a:ext cx="21258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上滑提出交換申請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50" name="Google Shape;1050;p33"/>
          <p:cNvSpPr txBox="1"/>
          <p:nvPr/>
        </p:nvSpPr>
        <p:spPr>
          <a:xfrm>
            <a:off x="5905100" y="2368050"/>
            <a:ext cx="29340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左右瀏覽別人的二手商品</a:t>
            </a:r>
            <a:endParaRPr b="1" sz="1800">
              <a:solidFill>
                <a:schemeClr val="accent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51" name="Google Shape;105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一拍</a:t>
            </a:r>
            <a:r>
              <a:rPr lang="en"/>
              <a:t>辨識</a:t>
            </a:r>
            <a:r>
              <a:rPr lang="en"/>
              <a:t>上架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57" name="Google Shape;1057;p34"/>
          <p:cNvSpPr txBox="1"/>
          <p:nvPr/>
        </p:nvSpPr>
        <p:spPr>
          <a:xfrm>
            <a:off x="2088863" y="4504700"/>
            <a:ext cx="8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Electrolize"/>
                <a:ea typeface="Electrolize"/>
                <a:cs typeface="Electrolize"/>
                <a:sym typeface="Electrolize"/>
              </a:rPr>
              <a:t>圖二</a:t>
            </a:r>
            <a:endParaRPr sz="150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1058" name="Google Shape;1058;p34"/>
          <p:cNvSpPr txBox="1"/>
          <p:nvPr/>
        </p:nvSpPr>
        <p:spPr>
          <a:xfrm>
            <a:off x="4170075" y="4504700"/>
            <a:ext cx="8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Electrolize"/>
                <a:ea typeface="Electrolize"/>
                <a:cs typeface="Electrolize"/>
                <a:sym typeface="Electrolize"/>
              </a:rPr>
              <a:t>圖三</a:t>
            </a:r>
            <a:endParaRPr sz="150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1059" name="Google Shape;1059;p34"/>
          <p:cNvSpPr txBox="1"/>
          <p:nvPr/>
        </p:nvSpPr>
        <p:spPr>
          <a:xfrm>
            <a:off x="6251288" y="4504700"/>
            <a:ext cx="8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Electrolize"/>
                <a:ea typeface="Electrolize"/>
                <a:cs typeface="Electrolize"/>
                <a:sym typeface="Electrolize"/>
              </a:rPr>
              <a:t>圖四</a:t>
            </a:r>
            <a:endParaRPr sz="150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1060" name="Google Shape;106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1" name="Google Shape;1061;p34"/>
          <p:cNvPicPr preferRelativeResize="0"/>
          <p:nvPr/>
        </p:nvPicPr>
        <p:blipFill rotWithShape="1">
          <a:blip r:embed="rId3">
            <a:alphaModFix/>
          </a:blip>
          <a:srcRect b="15381" l="0" r="0" t="18521"/>
          <a:stretch/>
        </p:blipFill>
        <p:spPr>
          <a:xfrm>
            <a:off x="749825" y="1104900"/>
            <a:ext cx="7644349" cy="339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5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5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5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5"/>
          <p:cNvSpPr txBox="1"/>
          <p:nvPr>
            <p:ph type="title"/>
          </p:nvPr>
        </p:nvSpPr>
        <p:spPr>
          <a:xfrm>
            <a:off x="1248550" y="2272525"/>
            <a:ext cx="69765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辨識邏輯</a:t>
            </a:r>
            <a:endParaRPr/>
          </a:p>
        </p:txBody>
      </p:sp>
      <p:sp>
        <p:nvSpPr>
          <p:cNvPr id="1070" name="Google Shape;1070;p35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071" name="Google Shape;1071;p35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072" name="Google Shape;1072;p35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5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5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5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5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5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5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5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5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5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5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5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5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5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5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5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5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5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5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5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5" name="Google Shape;1095;p35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096" name="Google Shape;1096;p35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5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5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5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5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5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5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5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5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5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5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5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5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5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5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5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5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5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5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5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5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5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5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5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5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5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5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3" name="Google Shape;112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辨識</a:t>
            </a:r>
            <a:r>
              <a:rPr lang="en"/>
              <a:t>流程圖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29" name="Google Shape;1129;p36"/>
          <p:cNvSpPr/>
          <p:nvPr/>
        </p:nvSpPr>
        <p:spPr>
          <a:xfrm>
            <a:off x="404550" y="1596700"/>
            <a:ext cx="1620300" cy="517500"/>
          </a:xfrm>
          <a:prstGeom prst="parallelogram">
            <a:avLst>
              <a:gd fmla="val 25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mmersmith One"/>
                <a:ea typeface="Hammersmith One"/>
                <a:cs typeface="Hammersmith One"/>
                <a:sym typeface="Hammersmith One"/>
              </a:rPr>
              <a:t>使用者拍攝</a:t>
            </a:r>
            <a:endParaRPr sz="12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mmersmith One"/>
                <a:ea typeface="Hammersmith One"/>
                <a:cs typeface="Hammersmith One"/>
                <a:sym typeface="Hammersmith One"/>
              </a:rPr>
              <a:t>或選擇</a:t>
            </a:r>
            <a:r>
              <a:rPr lang="en" sz="1200">
                <a:latin typeface="Hammersmith One"/>
                <a:ea typeface="Hammersmith One"/>
                <a:cs typeface="Hammersmith One"/>
                <a:sym typeface="Hammersmith One"/>
              </a:rPr>
              <a:t>照片</a:t>
            </a:r>
            <a:endParaRPr sz="1200">
              <a:solidFill>
                <a:schemeClr val="dk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130" name="Google Shape;1130;p36"/>
          <p:cNvSpPr/>
          <p:nvPr/>
        </p:nvSpPr>
        <p:spPr>
          <a:xfrm>
            <a:off x="2708999" y="1468925"/>
            <a:ext cx="1667950" cy="778500"/>
          </a:xfrm>
          <a:prstGeom prst="flowChartDecision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mmersmith One"/>
                <a:ea typeface="Hammersmith One"/>
                <a:cs typeface="Hammersmith One"/>
                <a:sym typeface="Hammersmith One"/>
              </a:rPr>
              <a:t>CNN model</a:t>
            </a:r>
            <a:endParaRPr sz="10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mmersmith One"/>
                <a:ea typeface="Hammersmith One"/>
                <a:cs typeface="Hammersmith One"/>
                <a:sym typeface="Hammersmith One"/>
              </a:rPr>
              <a:t>是否為</a:t>
            </a:r>
            <a:endParaRPr sz="10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mmersmith One"/>
                <a:ea typeface="Hammersmith One"/>
                <a:cs typeface="Hammersmith One"/>
                <a:sym typeface="Hammersmith One"/>
              </a:rPr>
              <a:t>衣服類?</a:t>
            </a:r>
            <a:endParaRPr sz="10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31" name="Google Shape;1131;p36"/>
          <p:cNvSpPr/>
          <p:nvPr/>
        </p:nvSpPr>
        <p:spPr>
          <a:xfrm>
            <a:off x="2708975" y="2446050"/>
            <a:ext cx="1667950" cy="778500"/>
          </a:xfrm>
          <a:prstGeom prst="flowChartDecision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mmersmith One"/>
                <a:ea typeface="Hammersmith One"/>
                <a:cs typeface="Hammersmith One"/>
                <a:sym typeface="Hammersmith One"/>
              </a:rPr>
              <a:t>CNN model</a:t>
            </a:r>
            <a:endParaRPr sz="10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mmersmith One"/>
                <a:ea typeface="Hammersmith One"/>
                <a:cs typeface="Hammersmith One"/>
                <a:sym typeface="Hammersmith One"/>
              </a:rPr>
              <a:t>是否為</a:t>
            </a:r>
            <a:endParaRPr sz="10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mmersmith One"/>
                <a:ea typeface="Hammersmith One"/>
                <a:cs typeface="Hammersmith One"/>
                <a:sym typeface="Hammersmith One"/>
              </a:rPr>
              <a:t>包包類?</a:t>
            </a:r>
            <a:endParaRPr sz="10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32" name="Google Shape;1132;p36"/>
          <p:cNvSpPr/>
          <p:nvPr/>
        </p:nvSpPr>
        <p:spPr>
          <a:xfrm>
            <a:off x="2752600" y="3577150"/>
            <a:ext cx="1580700" cy="517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Yolo</a:t>
            </a: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物件偵測模型</a:t>
            </a:r>
            <a:endParaRPr sz="11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辨識其餘物品種類</a:t>
            </a:r>
            <a:endParaRPr sz="11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133" name="Google Shape;1133;p36"/>
          <p:cNvSpPr/>
          <p:nvPr/>
        </p:nvSpPr>
        <p:spPr>
          <a:xfrm>
            <a:off x="4753400" y="1596700"/>
            <a:ext cx="1225800" cy="517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Eden AI model</a:t>
            </a:r>
            <a:endParaRPr sz="11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辨識logo</a:t>
            </a:r>
            <a:endParaRPr sz="11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134" name="Google Shape;1134;p36"/>
          <p:cNvSpPr/>
          <p:nvPr/>
        </p:nvSpPr>
        <p:spPr>
          <a:xfrm>
            <a:off x="6284087" y="1599421"/>
            <a:ext cx="1288800" cy="517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CNN model</a:t>
            </a:r>
            <a:endParaRPr sz="11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/K-means</a:t>
            </a:r>
            <a:endParaRPr sz="11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mmersmith One"/>
                <a:ea typeface="Hammersmith One"/>
                <a:cs typeface="Hammersmith One"/>
                <a:sym typeface="Hammersmith One"/>
              </a:rPr>
              <a:t>辨識顏色</a:t>
            </a:r>
            <a:endParaRPr sz="11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cxnSp>
        <p:nvCxnSpPr>
          <p:cNvPr id="1135" name="Google Shape;1135;p36"/>
          <p:cNvCxnSpPr>
            <a:stCxn id="1129" idx="2"/>
            <a:endCxn id="1130" idx="1"/>
          </p:cNvCxnSpPr>
          <p:nvPr/>
        </p:nvCxnSpPr>
        <p:spPr>
          <a:xfrm>
            <a:off x="1960163" y="1855450"/>
            <a:ext cx="748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6" name="Google Shape;1136;p36"/>
          <p:cNvCxnSpPr>
            <a:stCxn id="1130" idx="3"/>
            <a:endCxn id="1133" idx="1"/>
          </p:cNvCxnSpPr>
          <p:nvPr/>
        </p:nvCxnSpPr>
        <p:spPr>
          <a:xfrm flipH="1" rot="10800000">
            <a:off x="4376949" y="1855475"/>
            <a:ext cx="376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7" name="Google Shape;1137;p36"/>
          <p:cNvCxnSpPr>
            <a:stCxn id="1133" idx="3"/>
            <a:endCxn id="1134" idx="1"/>
          </p:cNvCxnSpPr>
          <p:nvPr/>
        </p:nvCxnSpPr>
        <p:spPr>
          <a:xfrm>
            <a:off x="5979200" y="1855450"/>
            <a:ext cx="3048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8" name="Google Shape;1138;p36"/>
          <p:cNvCxnSpPr/>
          <p:nvPr/>
        </p:nvCxnSpPr>
        <p:spPr>
          <a:xfrm flipH="1" rot="10800000">
            <a:off x="7572887" y="1848858"/>
            <a:ext cx="12966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139" name="Google Shape;1139;p36"/>
          <p:cNvCxnSpPr>
            <a:stCxn id="1130" idx="2"/>
            <a:endCxn id="1131" idx="0"/>
          </p:cNvCxnSpPr>
          <p:nvPr/>
        </p:nvCxnSpPr>
        <p:spPr>
          <a:xfrm>
            <a:off x="3542974" y="2247425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36"/>
          <p:cNvCxnSpPr>
            <a:stCxn id="1131" idx="2"/>
            <a:endCxn id="1132" idx="0"/>
          </p:cNvCxnSpPr>
          <p:nvPr/>
        </p:nvCxnSpPr>
        <p:spPr>
          <a:xfrm>
            <a:off x="3542950" y="3224550"/>
            <a:ext cx="0" cy="3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36"/>
          <p:cNvCxnSpPr>
            <a:stCxn id="1131" idx="3"/>
          </p:cNvCxnSpPr>
          <p:nvPr/>
        </p:nvCxnSpPr>
        <p:spPr>
          <a:xfrm flipH="1" rot="10800000">
            <a:off x="4376925" y="2109600"/>
            <a:ext cx="948300" cy="725700"/>
          </a:xfrm>
          <a:prstGeom prst="bentConnector3">
            <a:avLst>
              <a:gd fmla="val 10064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36"/>
          <p:cNvCxnSpPr>
            <a:stCxn id="1132" idx="3"/>
          </p:cNvCxnSpPr>
          <p:nvPr/>
        </p:nvCxnSpPr>
        <p:spPr>
          <a:xfrm flipH="1" rot="10800000">
            <a:off x="4333300" y="2131000"/>
            <a:ext cx="1438800" cy="1704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3" name="Google Shape;1143;p36"/>
          <p:cNvSpPr txBox="1"/>
          <p:nvPr/>
        </p:nvSpPr>
        <p:spPr>
          <a:xfrm>
            <a:off x="4326500" y="1574688"/>
            <a:ext cx="448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 Medium"/>
                <a:ea typeface="Quicksand Medium"/>
                <a:cs typeface="Quicksand Medium"/>
                <a:sym typeface="Quicksand Medium"/>
              </a:rPr>
              <a:t>yes</a:t>
            </a:r>
            <a:endParaRPr sz="1000"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44" name="Google Shape;1144;p36"/>
          <p:cNvSpPr txBox="1"/>
          <p:nvPr/>
        </p:nvSpPr>
        <p:spPr>
          <a:xfrm>
            <a:off x="4347600" y="2491250"/>
            <a:ext cx="448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 Medium"/>
                <a:ea typeface="Quicksand Medium"/>
                <a:cs typeface="Quicksand Medium"/>
                <a:sym typeface="Quicksand Medium"/>
              </a:rPr>
              <a:t>yes</a:t>
            </a:r>
            <a:endParaRPr sz="1000"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45" name="Google Shape;1145;p36"/>
          <p:cNvSpPr txBox="1"/>
          <p:nvPr/>
        </p:nvSpPr>
        <p:spPr>
          <a:xfrm>
            <a:off x="4347600" y="3558050"/>
            <a:ext cx="448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 Medium"/>
                <a:ea typeface="Quicksand Medium"/>
                <a:cs typeface="Quicksand Medium"/>
                <a:sym typeface="Quicksand Medium"/>
              </a:rPr>
              <a:t>yes</a:t>
            </a:r>
            <a:endParaRPr sz="1000"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46" name="Google Shape;1146;p36"/>
          <p:cNvSpPr txBox="1"/>
          <p:nvPr/>
        </p:nvSpPr>
        <p:spPr>
          <a:xfrm>
            <a:off x="3230925" y="2176850"/>
            <a:ext cx="448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 Medium"/>
                <a:ea typeface="Quicksand Medium"/>
                <a:cs typeface="Quicksand Medium"/>
                <a:sym typeface="Quicksand Medium"/>
              </a:rPr>
              <a:t>no</a:t>
            </a:r>
            <a:endParaRPr sz="1000"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47" name="Google Shape;1147;p36"/>
          <p:cNvSpPr txBox="1"/>
          <p:nvPr/>
        </p:nvSpPr>
        <p:spPr>
          <a:xfrm>
            <a:off x="3230925" y="3243650"/>
            <a:ext cx="448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Quicksand Medium"/>
                <a:ea typeface="Quicksand Medium"/>
                <a:cs typeface="Quicksand Medium"/>
                <a:sym typeface="Quicksand Medium"/>
              </a:rPr>
              <a:t>no</a:t>
            </a:r>
            <a:endParaRPr sz="1000"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48" name="Google Shape;1148;p36"/>
          <p:cNvSpPr txBox="1"/>
          <p:nvPr/>
        </p:nvSpPr>
        <p:spPr>
          <a:xfrm>
            <a:off x="4229075" y="4364450"/>
            <a:ext cx="602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辨識出的每個tag都會呈現在上架頁面上,使用者也可修改!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在搜尋時也能利用這些tag來找物品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49" name="Google Shape;114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0" name="Google Shape;1150;p36"/>
          <p:cNvSpPr txBox="1"/>
          <p:nvPr/>
        </p:nvSpPr>
        <p:spPr>
          <a:xfrm>
            <a:off x="7670675" y="1524475"/>
            <a:ext cx="1296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辨識更多特徵！</a:t>
            </a:r>
            <a:endParaRPr sz="120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51" name="Google Shape;1151;p36"/>
          <p:cNvSpPr txBox="1"/>
          <p:nvPr/>
        </p:nvSpPr>
        <p:spPr>
          <a:xfrm>
            <a:off x="2638725" y="1265875"/>
            <a:ext cx="1738200" cy="30138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52" name="Google Shape;1152;p36"/>
          <p:cNvSpPr txBox="1"/>
          <p:nvPr/>
        </p:nvSpPr>
        <p:spPr>
          <a:xfrm>
            <a:off x="3082475" y="4279475"/>
            <a:ext cx="1225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辨識種類</a:t>
            </a:r>
            <a:endParaRPr>
              <a:solidFill>
                <a:schemeClr val="accent3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53" name="Google Shape;1153;p36"/>
          <p:cNvSpPr txBox="1"/>
          <p:nvPr/>
        </p:nvSpPr>
        <p:spPr>
          <a:xfrm rot="-5400000">
            <a:off x="5948775" y="13225"/>
            <a:ext cx="1738200" cy="4299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54" name="Google Shape;1154;p36"/>
          <p:cNvSpPr txBox="1"/>
          <p:nvPr/>
        </p:nvSpPr>
        <p:spPr>
          <a:xfrm>
            <a:off x="6359075" y="2944463"/>
            <a:ext cx="1889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辨識</a:t>
            </a:r>
            <a:r>
              <a:rPr lang="en">
                <a:solidFill>
                  <a:schemeClr val="accent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其他特徵</a:t>
            </a:r>
            <a:endParaRPr>
              <a:solidFill>
                <a:schemeClr val="accent3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37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7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7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7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37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商業模式</a:t>
            </a:r>
            <a:endParaRPr/>
          </a:p>
        </p:txBody>
      </p:sp>
      <p:sp>
        <p:nvSpPr>
          <p:cNvPr id="1164" name="Google Shape;1164;p37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165" name="Google Shape;1165;p37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166" name="Google Shape;1166;p37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7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7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7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7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7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7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7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7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7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7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7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7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7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7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7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7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7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7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9" name="Google Shape;1189;p37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190" name="Google Shape;1190;p37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7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7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7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7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7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7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7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7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7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7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7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7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7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7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7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7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7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7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7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7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7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7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7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7" name="Google Shape;121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8"/>
          <p:cNvSpPr/>
          <p:nvPr/>
        </p:nvSpPr>
        <p:spPr>
          <a:xfrm>
            <a:off x="3500600" y="1714800"/>
            <a:ext cx="4486500" cy="1526100"/>
          </a:xfrm>
          <a:prstGeom prst="wedgeRoundRectCallout">
            <a:avLst>
              <a:gd fmla="val -51666" name="adj1"/>
              <a:gd fmla="val 79180" name="adj2"/>
              <a:gd fmla="val 0" name="adj3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1223" name="Google Shape;122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624" y="577946"/>
            <a:ext cx="2125575" cy="3968179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收益流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225" name="Google Shape;1225;p38"/>
          <p:cNvSpPr txBox="1"/>
          <p:nvPr/>
        </p:nvSpPr>
        <p:spPr>
          <a:xfrm>
            <a:off x="1987235" y="4393285"/>
            <a:ext cx="808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ammersmith One"/>
                <a:ea typeface="Hammersmith One"/>
                <a:cs typeface="Hammersmith One"/>
                <a:sym typeface="Hammersmith One"/>
              </a:rPr>
              <a:t>圖一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226" name="Google Shape;1226;p38"/>
          <p:cNvSpPr txBox="1"/>
          <p:nvPr/>
        </p:nvSpPr>
        <p:spPr>
          <a:xfrm>
            <a:off x="3755836" y="2000678"/>
            <a:ext cx="52176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用戶可以免費上架三個物品,</a:t>
            </a:r>
            <a:endParaRPr b="1" sz="2000">
              <a:solidFill>
                <a:schemeClr val="accent3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3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如想再上架將以物品數量計數收費</a:t>
            </a:r>
            <a:endParaRPr b="1" sz="2000">
              <a:solidFill>
                <a:schemeClr val="accent3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27" name="Google Shape;1227;p38"/>
          <p:cNvSpPr txBox="1"/>
          <p:nvPr/>
        </p:nvSpPr>
        <p:spPr>
          <a:xfrm>
            <a:off x="2328700" y="3064275"/>
            <a:ext cx="386400" cy="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228" name="Google Shape;1228;p38"/>
          <p:cNvSpPr/>
          <p:nvPr/>
        </p:nvSpPr>
        <p:spPr>
          <a:xfrm>
            <a:off x="1309825" y="3339650"/>
            <a:ext cx="1923000" cy="493800"/>
          </a:xfrm>
          <a:prstGeom prst="flowChartAlternateProcess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229" name="Google Shape;122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9"/>
          <p:cNvSpPr txBox="1"/>
          <p:nvPr>
            <p:ph idx="8" type="subTitle"/>
          </p:nvPr>
        </p:nvSpPr>
        <p:spPr>
          <a:xfrm>
            <a:off x="5146169" y="1835491"/>
            <a:ext cx="22044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開發團隊</a:t>
            </a:r>
            <a:endParaRPr sz="2500"/>
          </a:p>
        </p:txBody>
      </p:sp>
      <p:sp>
        <p:nvSpPr>
          <p:cNvPr id="1235" name="Google Shape;1235;p39"/>
          <p:cNvSpPr txBox="1"/>
          <p:nvPr>
            <p:ph idx="1" type="subTitle"/>
          </p:nvPr>
        </p:nvSpPr>
        <p:spPr>
          <a:xfrm>
            <a:off x="1470926" y="2153875"/>
            <a:ext cx="3226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技術基礎設施、開發訓練AI模型</a:t>
            </a:r>
            <a:endParaRPr/>
          </a:p>
        </p:txBody>
      </p:sp>
      <p:sp>
        <p:nvSpPr>
          <p:cNvPr id="1236" name="Google Shape;123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成本結構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237" name="Google Shape;1237;p39"/>
          <p:cNvSpPr txBox="1"/>
          <p:nvPr>
            <p:ph idx="2" type="subTitle"/>
          </p:nvPr>
        </p:nvSpPr>
        <p:spPr>
          <a:xfrm>
            <a:off x="5146178" y="2153875"/>
            <a:ext cx="3277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從事開發、設計、測試等專業技術人員</a:t>
            </a:r>
            <a:endParaRPr/>
          </a:p>
        </p:txBody>
      </p:sp>
      <p:sp>
        <p:nvSpPr>
          <p:cNvPr id="1238" name="Google Shape;1238;p39"/>
          <p:cNvSpPr txBox="1"/>
          <p:nvPr>
            <p:ph idx="4" type="subTitle"/>
          </p:nvPr>
        </p:nvSpPr>
        <p:spPr>
          <a:xfrm>
            <a:off x="1470923" y="3639301"/>
            <a:ext cx="2204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廣告投放、社群媒體行銷</a:t>
            </a:r>
            <a:endParaRPr/>
          </a:p>
        </p:txBody>
      </p:sp>
      <p:sp>
        <p:nvSpPr>
          <p:cNvPr id="1239" name="Google Shape;1239;p39"/>
          <p:cNvSpPr txBox="1"/>
          <p:nvPr>
            <p:ph idx="5" type="subTitle"/>
          </p:nvPr>
        </p:nvSpPr>
        <p:spPr>
          <a:xfrm>
            <a:off x="5146169" y="3639301"/>
            <a:ext cx="2204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持續維護並定期更新軟體</a:t>
            </a:r>
            <a:endParaRPr/>
          </a:p>
        </p:txBody>
      </p:sp>
      <p:sp>
        <p:nvSpPr>
          <p:cNvPr id="1240" name="Google Shape;1240;p39"/>
          <p:cNvSpPr txBox="1"/>
          <p:nvPr>
            <p:ph idx="13" type="subTitle"/>
          </p:nvPr>
        </p:nvSpPr>
        <p:spPr>
          <a:xfrm>
            <a:off x="1466300" y="3333164"/>
            <a:ext cx="22044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行銷推廣</a:t>
            </a:r>
            <a:endParaRPr sz="2500"/>
          </a:p>
        </p:txBody>
      </p:sp>
      <p:sp>
        <p:nvSpPr>
          <p:cNvPr id="1241" name="Google Shape;1241;p39"/>
          <p:cNvSpPr txBox="1"/>
          <p:nvPr>
            <p:ph idx="14" type="subTitle"/>
          </p:nvPr>
        </p:nvSpPr>
        <p:spPr>
          <a:xfrm>
            <a:off x="5146169" y="3333164"/>
            <a:ext cx="22044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更新維護</a:t>
            </a:r>
            <a:endParaRPr sz="2500"/>
          </a:p>
        </p:txBody>
      </p:sp>
      <p:sp>
        <p:nvSpPr>
          <p:cNvPr id="1242" name="Google Shape;124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3" name="Google Shape;1243;p39"/>
          <p:cNvSpPr txBox="1"/>
          <p:nvPr>
            <p:ph idx="8" type="subTitle"/>
          </p:nvPr>
        </p:nvSpPr>
        <p:spPr>
          <a:xfrm>
            <a:off x="1444450" y="1818475"/>
            <a:ext cx="31563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軟體開發工具與設施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40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0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0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40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Swap與SDGs</a:t>
            </a:r>
            <a:r>
              <a:rPr lang="en"/>
              <a:t>的連結性</a:t>
            </a:r>
            <a:r>
              <a:rPr lang="en"/>
              <a:t>?</a:t>
            </a:r>
            <a:endParaRPr/>
          </a:p>
        </p:txBody>
      </p:sp>
      <p:sp>
        <p:nvSpPr>
          <p:cNvPr id="1252" name="Google Shape;1252;p40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SDGs</a:t>
            </a:r>
            <a:endParaRPr/>
          </a:p>
        </p:txBody>
      </p:sp>
      <p:sp>
        <p:nvSpPr>
          <p:cNvPr id="1253" name="Google Shape;1253;p40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254" name="Google Shape;1254;p40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255" name="Google Shape;1255;p40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0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40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0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0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0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0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0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0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40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40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0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0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0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0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0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8" name="Google Shape;1278;p40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279" name="Google Shape;1279;p40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0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0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0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40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40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40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40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40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0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0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40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40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40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40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40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40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0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0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0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0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40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0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0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0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0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0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6" name="Google Shape;130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1"/>
          <p:cNvSpPr txBox="1"/>
          <p:nvPr>
            <p:ph idx="1" type="subTitle"/>
          </p:nvPr>
        </p:nvSpPr>
        <p:spPr>
          <a:xfrm>
            <a:off x="727250" y="1583625"/>
            <a:ext cx="7662600" cy="14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“透過預防、減量、回收和再利用，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icksand"/>
                <a:ea typeface="Quicksand"/>
                <a:cs typeface="Quicksand"/>
                <a:sym typeface="Quicksand"/>
              </a:rPr>
              <a:t>大幅減少廢棄物產生”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12" name="Google Shape;1312;p41"/>
          <p:cNvSpPr txBox="1"/>
          <p:nvPr>
            <p:ph type="title"/>
          </p:nvPr>
        </p:nvSpPr>
        <p:spPr>
          <a:xfrm>
            <a:off x="2276600" y="3020913"/>
            <a:ext cx="456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/>
              <a:t>—聯合國SDGs 12.5項</a:t>
            </a:r>
            <a:endParaRPr b="0" sz="2500">
              <a:solidFill>
                <a:schemeClr val="accent3"/>
              </a:solidFill>
            </a:endParaRPr>
          </a:p>
        </p:txBody>
      </p:sp>
      <p:grpSp>
        <p:nvGrpSpPr>
          <p:cNvPr id="1313" name="Google Shape;1313;p41"/>
          <p:cNvGrpSpPr/>
          <p:nvPr/>
        </p:nvGrpSpPr>
        <p:grpSpPr>
          <a:xfrm>
            <a:off x="407660" y="346177"/>
            <a:ext cx="1407723" cy="1270047"/>
            <a:chOff x="540900" y="3060200"/>
            <a:chExt cx="2141350" cy="1931925"/>
          </a:xfrm>
        </p:grpSpPr>
        <p:sp>
          <p:nvSpPr>
            <p:cNvPr id="1314" name="Google Shape;1314;p41"/>
            <p:cNvSpPr/>
            <p:nvPr/>
          </p:nvSpPr>
          <p:spPr>
            <a:xfrm>
              <a:off x="540900" y="3060200"/>
              <a:ext cx="2141350" cy="1931925"/>
            </a:xfrm>
            <a:custGeom>
              <a:rect b="b" l="l" r="r" t="t"/>
              <a:pathLst>
                <a:path extrusionOk="0" h="77277" w="85654">
                  <a:moveTo>
                    <a:pt x="43942" y="0"/>
                  </a:moveTo>
                  <a:cubicBezTo>
                    <a:pt x="40087" y="0"/>
                    <a:pt x="37157" y="1896"/>
                    <a:pt x="34305" y="5113"/>
                  </a:cubicBezTo>
                  <a:lnTo>
                    <a:pt x="34305" y="5041"/>
                  </a:lnTo>
                  <a:lnTo>
                    <a:pt x="34305" y="4997"/>
                  </a:lnTo>
                  <a:cubicBezTo>
                    <a:pt x="34305" y="4867"/>
                    <a:pt x="34305" y="4736"/>
                    <a:pt x="34291" y="4606"/>
                  </a:cubicBezTo>
                  <a:lnTo>
                    <a:pt x="34291" y="4577"/>
                  </a:lnTo>
                  <a:cubicBezTo>
                    <a:pt x="34276" y="4446"/>
                    <a:pt x="34233" y="4316"/>
                    <a:pt x="34204" y="4200"/>
                  </a:cubicBezTo>
                  <a:cubicBezTo>
                    <a:pt x="34204" y="4156"/>
                    <a:pt x="34175" y="4142"/>
                    <a:pt x="34160" y="4098"/>
                  </a:cubicBezTo>
                  <a:cubicBezTo>
                    <a:pt x="34146" y="4069"/>
                    <a:pt x="34146" y="4025"/>
                    <a:pt x="34131" y="4011"/>
                  </a:cubicBezTo>
                  <a:cubicBezTo>
                    <a:pt x="34088" y="3924"/>
                    <a:pt x="34059" y="3837"/>
                    <a:pt x="34001" y="3735"/>
                  </a:cubicBezTo>
                  <a:lnTo>
                    <a:pt x="33986" y="3721"/>
                  </a:lnTo>
                  <a:cubicBezTo>
                    <a:pt x="33928" y="3590"/>
                    <a:pt x="33856" y="3489"/>
                    <a:pt x="33769" y="3373"/>
                  </a:cubicBezTo>
                  <a:cubicBezTo>
                    <a:pt x="33740" y="3358"/>
                    <a:pt x="33740" y="3344"/>
                    <a:pt x="33725" y="3344"/>
                  </a:cubicBezTo>
                  <a:cubicBezTo>
                    <a:pt x="33638" y="3228"/>
                    <a:pt x="33565" y="3141"/>
                    <a:pt x="33449" y="3039"/>
                  </a:cubicBezTo>
                  <a:cubicBezTo>
                    <a:pt x="33435" y="3010"/>
                    <a:pt x="33420" y="2996"/>
                    <a:pt x="33406" y="2996"/>
                  </a:cubicBezTo>
                  <a:cubicBezTo>
                    <a:pt x="33304" y="2909"/>
                    <a:pt x="33203" y="2822"/>
                    <a:pt x="33087" y="2749"/>
                  </a:cubicBezTo>
                  <a:lnTo>
                    <a:pt x="33072" y="2749"/>
                  </a:lnTo>
                  <a:cubicBezTo>
                    <a:pt x="32971" y="2677"/>
                    <a:pt x="32855" y="2604"/>
                    <a:pt x="32724" y="2546"/>
                  </a:cubicBezTo>
                  <a:cubicBezTo>
                    <a:pt x="32710" y="2546"/>
                    <a:pt x="32695" y="2531"/>
                    <a:pt x="32681" y="2531"/>
                  </a:cubicBezTo>
                  <a:cubicBezTo>
                    <a:pt x="32550" y="2473"/>
                    <a:pt x="32434" y="2415"/>
                    <a:pt x="32318" y="2386"/>
                  </a:cubicBezTo>
                  <a:cubicBezTo>
                    <a:pt x="32289" y="2386"/>
                    <a:pt x="32275" y="2357"/>
                    <a:pt x="32260" y="2357"/>
                  </a:cubicBezTo>
                  <a:cubicBezTo>
                    <a:pt x="31984" y="2285"/>
                    <a:pt x="31709" y="2256"/>
                    <a:pt x="31448" y="2256"/>
                  </a:cubicBezTo>
                  <a:lnTo>
                    <a:pt x="31404" y="2256"/>
                  </a:lnTo>
                  <a:cubicBezTo>
                    <a:pt x="31259" y="2256"/>
                    <a:pt x="31129" y="2270"/>
                    <a:pt x="30984" y="2314"/>
                  </a:cubicBezTo>
                  <a:lnTo>
                    <a:pt x="30955" y="2314"/>
                  </a:lnTo>
                  <a:cubicBezTo>
                    <a:pt x="14143" y="5737"/>
                    <a:pt x="11764" y="11539"/>
                    <a:pt x="13128" y="21722"/>
                  </a:cubicBezTo>
                  <a:cubicBezTo>
                    <a:pt x="13171" y="22012"/>
                    <a:pt x="13200" y="22302"/>
                    <a:pt x="13244" y="22577"/>
                  </a:cubicBezTo>
                  <a:cubicBezTo>
                    <a:pt x="13200" y="22519"/>
                    <a:pt x="13171" y="22447"/>
                    <a:pt x="13128" y="22403"/>
                  </a:cubicBezTo>
                  <a:cubicBezTo>
                    <a:pt x="13113" y="22374"/>
                    <a:pt x="13113" y="22360"/>
                    <a:pt x="13099" y="22345"/>
                  </a:cubicBezTo>
                  <a:cubicBezTo>
                    <a:pt x="13026" y="22229"/>
                    <a:pt x="12925" y="22142"/>
                    <a:pt x="12838" y="22041"/>
                  </a:cubicBezTo>
                  <a:lnTo>
                    <a:pt x="12809" y="21997"/>
                  </a:lnTo>
                  <a:cubicBezTo>
                    <a:pt x="12707" y="21910"/>
                    <a:pt x="12620" y="21823"/>
                    <a:pt x="12519" y="21751"/>
                  </a:cubicBezTo>
                  <a:cubicBezTo>
                    <a:pt x="12490" y="21751"/>
                    <a:pt x="12490" y="21722"/>
                    <a:pt x="12475" y="21722"/>
                  </a:cubicBezTo>
                  <a:cubicBezTo>
                    <a:pt x="12374" y="21649"/>
                    <a:pt x="12258" y="21577"/>
                    <a:pt x="12156" y="21533"/>
                  </a:cubicBezTo>
                  <a:cubicBezTo>
                    <a:pt x="12127" y="21504"/>
                    <a:pt x="12098" y="21490"/>
                    <a:pt x="12083" y="21490"/>
                  </a:cubicBezTo>
                  <a:cubicBezTo>
                    <a:pt x="12040" y="21475"/>
                    <a:pt x="12025" y="21461"/>
                    <a:pt x="11982" y="21432"/>
                  </a:cubicBezTo>
                  <a:cubicBezTo>
                    <a:pt x="11895" y="21403"/>
                    <a:pt x="11808" y="21359"/>
                    <a:pt x="11692" y="21330"/>
                  </a:cubicBezTo>
                  <a:lnTo>
                    <a:pt x="11677" y="21330"/>
                  </a:lnTo>
                  <a:cubicBezTo>
                    <a:pt x="11547" y="21287"/>
                    <a:pt x="11431" y="21258"/>
                    <a:pt x="11300" y="21243"/>
                  </a:cubicBezTo>
                  <a:cubicBezTo>
                    <a:pt x="11286" y="21243"/>
                    <a:pt x="11257" y="21243"/>
                    <a:pt x="11242" y="21214"/>
                  </a:cubicBezTo>
                  <a:cubicBezTo>
                    <a:pt x="11112" y="21200"/>
                    <a:pt x="10967" y="21200"/>
                    <a:pt x="10851" y="21200"/>
                  </a:cubicBezTo>
                  <a:lnTo>
                    <a:pt x="10778" y="21200"/>
                  </a:lnTo>
                  <a:cubicBezTo>
                    <a:pt x="10647" y="21200"/>
                    <a:pt x="10517" y="21214"/>
                    <a:pt x="10386" y="21243"/>
                  </a:cubicBezTo>
                  <a:lnTo>
                    <a:pt x="10357" y="21243"/>
                  </a:lnTo>
                  <a:cubicBezTo>
                    <a:pt x="10241" y="21258"/>
                    <a:pt x="10125" y="21287"/>
                    <a:pt x="10009" y="21330"/>
                  </a:cubicBezTo>
                  <a:cubicBezTo>
                    <a:pt x="9995" y="21330"/>
                    <a:pt x="9951" y="21345"/>
                    <a:pt x="9937" y="21345"/>
                  </a:cubicBezTo>
                  <a:cubicBezTo>
                    <a:pt x="9835" y="21388"/>
                    <a:pt x="9705" y="21432"/>
                    <a:pt x="9589" y="21490"/>
                  </a:cubicBezTo>
                  <a:cubicBezTo>
                    <a:pt x="9574" y="21504"/>
                    <a:pt x="9545" y="21533"/>
                    <a:pt x="9516" y="21533"/>
                  </a:cubicBezTo>
                  <a:cubicBezTo>
                    <a:pt x="9415" y="21577"/>
                    <a:pt x="9298" y="21649"/>
                    <a:pt x="9197" y="21751"/>
                  </a:cubicBezTo>
                  <a:lnTo>
                    <a:pt x="9182" y="21765"/>
                  </a:lnTo>
                  <a:cubicBezTo>
                    <a:pt x="9066" y="21838"/>
                    <a:pt x="8979" y="21925"/>
                    <a:pt x="8892" y="22012"/>
                  </a:cubicBezTo>
                  <a:lnTo>
                    <a:pt x="8849" y="22055"/>
                  </a:lnTo>
                  <a:cubicBezTo>
                    <a:pt x="8762" y="22142"/>
                    <a:pt x="8675" y="22258"/>
                    <a:pt x="8602" y="22374"/>
                  </a:cubicBezTo>
                  <a:lnTo>
                    <a:pt x="8573" y="22403"/>
                  </a:lnTo>
                  <a:cubicBezTo>
                    <a:pt x="1" y="35385"/>
                    <a:pt x="1176" y="41347"/>
                    <a:pt x="7587" y="47004"/>
                  </a:cubicBezTo>
                  <a:lnTo>
                    <a:pt x="7471" y="47004"/>
                  </a:lnTo>
                  <a:cubicBezTo>
                    <a:pt x="7340" y="47004"/>
                    <a:pt x="7224" y="47004"/>
                    <a:pt x="7094" y="47019"/>
                  </a:cubicBezTo>
                  <a:lnTo>
                    <a:pt x="7050" y="47019"/>
                  </a:lnTo>
                  <a:cubicBezTo>
                    <a:pt x="6934" y="47033"/>
                    <a:pt x="6804" y="47077"/>
                    <a:pt x="6673" y="47106"/>
                  </a:cubicBezTo>
                  <a:cubicBezTo>
                    <a:pt x="6644" y="47106"/>
                    <a:pt x="6615" y="47135"/>
                    <a:pt x="6586" y="47135"/>
                  </a:cubicBezTo>
                  <a:cubicBezTo>
                    <a:pt x="6543" y="47149"/>
                    <a:pt x="6514" y="47149"/>
                    <a:pt x="6499" y="47164"/>
                  </a:cubicBezTo>
                  <a:cubicBezTo>
                    <a:pt x="6397" y="47207"/>
                    <a:pt x="6310" y="47236"/>
                    <a:pt x="6223" y="47294"/>
                  </a:cubicBezTo>
                  <a:cubicBezTo>
                    <a:pt x="6223" y="47294"/>
                    <a:pt x="6209" y="47294"/>
                    <a:pt x="6209" y="47309"/>
                  </a:cubicBezTo>
                  <a:cubicBezTo>
                    <a:pt x="6078" y="47381"/>
                    <a:pt x="5962" y="47454"/>
                    <a:pt x="5861" y="47526"/>
                  </a:cubicBezTo>
                  <a:cubicBezTo>
                    <a:pt x="5846" y="47541"/>
                    <a:pt x="5846" y="47541"/>
                    <a:pt x="5817" y="47541"/>
                  </a:cubicBezTo>
                  <a:cubicBezTo>
                    <a:pt x="5716" y="47642"/>
                    <a:pt x="5600" y="47715"/>
                    <a:pt x="5513" y="47816"/>
                  </a:cubicBezTo>
                  <a:cubicBezTo>
                    <a:pt x="5498" y="47831"/>
                    <a:pt x="5484" y="47860"/>
                    <a:pt x="5484" y="47874"/>
                  </a:cubicBezTo>
                  <a:cubicBezTo>
                    <a:pt x="5382" y="47961"/>
                    <a:pt x="5295" y="48077"/>
                    <a:pt x="5223" y="48179"/>
                  </a:cubicBezTo>
                  <a:cubicBezTo>
                    <a:pt x="5223" y="48179"/>
                    <a:pt x="5223" y="48193"/>
                    <a:pt x="5208" y="48193"/>
                  </a:cubicBezTo>
                  <a:cubicBezTo>
                    <a:pt x="5136" y="48309"/>
                    <a:pt x="5078" y="48411"/>
                    <a:pt x="5005" y="48527"/>
                  </a:cubicBezTo>
                  <a:cubicBezTo>
                    <a:pt x="4990" y="48542"/>
                    <a:pt x="4990" y="48556"/>
                    <a:pt x="4976" y="48585"/>
                  </a:cubicBezTo>
                  <a:cubicBezTo>
                    <a:pt x="4918" y="48687"/>
                    <a:pt x="4874" y="48817"/>
                    <a:pt x="4831" y="48948"/>
                  </a:cubicBezTo>
                  <a:cubicBezTo>
                    <a:pt x="4831" y="48962"/>
                    <a:pt x="4802" y="48991"/>
                    <a:pt x="4802" y="49020"/>
                  </a:cubicBezTo>
                  <a:cubicBezTo>
                    <a:pt x="4773" y="49136"/>
                    <a:pt x="4729" y="49267"/>
                    <a:pt x="4729" y="49397"/>
                  </a:cubicBezTo>
                  <a:lnTo>
                    <a:pt x="4729" y="49412"/>
                  </a:lnTo>
                  <a:cubicBezTo>
                    <a:pt x="4715" y="49542"/>
                    <a:pt x="4715" y="49687"/>
                    <a:pt x="4715" y="49818"/>
                  </a:cubicBezTo>
                  <a:lnTo>
                    <a:pt x="4715" y="49862"/>
                  </a:lnTo>
                  <a:cubicBezTo>
                    <a:pt x="4715" y="49992"/>
                    <a:pt x="4729" y="50137"/>
                    <a:pt x="4773" y="50268"/>
                  </a:cubicBezTo>
                  <a:lnTo>
                    <a:pt x="4773" y="50297"/>
                  </a:lnTo>
                  <a:cubicBezTo>
                    <a:pt x="7683" y="64586"/>
                    <a:pt x="12311" y="68448"/>
                    <a:pt x="19896" y="68448"/>
                  </a:cubicBezTo>
                  <a:cubicBezTo>
                    <a:pt x="21235" y="68448"/>
                    <a:pt x="22665" y="68328"/>
                    <a:pt x="24195" y="68123"/>
                  </a:cubicBezTo>
                  <a:lnTo>
                    <a:pt x="24224" y="68123"/>
                  </a:lnTo>
                  <a:cubicBezTo>
                    <a:pt x="24746" y="68051"/>
                    <a:pt x="25254" y="67978"/>
                    <a:pt x="25747" y="67920"/>
                  </a:cubicBezTo>
                  <a:lnTo>
                    <a:pt x="25747" y="67920"/>
                  </a:lnTo>
                  <a:cubicBezTo>
                    <a:pt x="25733" y="67964"/>
                    <a:pt x="25733" y="67993"/>
                    <a:pt x="25718" y="68036"/>
                  </a:cubicBezTo>
                  <a:lnTo>
                    <a:pt x="25718" y="68051"/>
                  </a:lnTo>
                  <a:cubicBezTo>
                    <a:pt x="25675" y="68181"/>
                    <a:pt x="25646" y="68312"/>
                    <a:pt x="25617" y="68457"/>
                  </a:cubicBezTo>
                  <a:lnTo>
                    <a:pt x="25617" y="68501"/>
                  </a:lnTo>
                  <a:cubicBezTo>
                    <a:pt x="25602" y="68631"/>
                    <a:pt x="25602" y="68776"/>
                    <a:pt x="25602" y="68907"/>
                  </a:cubicBezTo>
                  <a:lnTo>
                    <a:pt x="25602" y="68979"/>
                  </a:lnTo>
                  <a:cubicBezTo>
                    <a:pt x="25602" y="69110"/>
                    <a:pt x="25617" y="69255"/>
                    <a:pt x="25646" y="69371"/>
                  </a:cubicBezTo>
                  <a:lnTo>
                    <a:pt x="25646" y="69400"/>
                  </a:lnTo>
                  <a:cubicBezTo>
                    <a:pt x="25660" y="69516"/>
                    <a:pt x="25689" y="69646"/>
                    <a:pt x="25733" y="69762"/>
                  </a:cubicBezTo>
                  <a:cubicBezTo>
                    <a:pt x="25733" y="69777"/>
                    <a:pt x="25747" y="69791"/>
                    <a:pt x="25747" y="69806"/>
                  </a:cubicBezTo>
                  <a:cubicBezTo>
                    <a:pt x="25791" y="69937"/>
                    <a:pt x="25834" y="70053"/>
                    <a:pt x="25907" y="70154"/>
                  </a:cubicBezTo>
                  <a:cubicBezTo>
                    <a:pt x="25936" y="70169"/>
                    <a:pt x="25936" y="70198"/>
                    <a:pt x="25950" y="70227"/>
                  </a:cubicBezTo>
                  <a:cubicBezTo>
                    <a:pt x="26023" y="70343"/>
                    <a:pt x="26095" y="70459"/>
                    <a:pt x="26168" y="70560"/>
                  </a:cubicBezTo>
                  <a:cubicBezTo>
                    <a:pt x="26255" y="70662"/>
                    <a:pt x="26342" y="70749"/>
                    <a:pt x="26443" y="70865"/>
                  </a:cubicBezTo>
                  <a:lnTo>
                    <a:pt x="26473" y="70894"/>
                  </a:lnTo>
                  <a:cubicBezTo>
                    <a:pt x="26560" y="70995"/>
                    <a:pt x="26676" y="71082"/>
                    <a:pt x="26806" y="71155"/>
                  </a:cubicBezTo>
                  <a:lnTo>
                    <a:pt x="26821" y="71169"/>
                  </a:lnTo>
                  <a:cubicBezTo>
                    <a:pt x="33261" y="75434"/>
                    <a:pt x="37975" y="77276"/>
                    <a:pt x="41775" y="77276"/>
                  </a:cubicBezTo>
                  <a:cubicBezTo>
                    <a:pt x="45634" y="77276"/>
                    <a:pt x="48564" y="75376"/>
                    <a:pt x="51407" y="72156"/>
                  </a:cubicBezTo>
                  <a:lnTo>
                    <a:pt x="51407" y="72228"/>
                  </a:lnTo>
                  <a:lnTo>
                    <a:pt x="51407" y="72272"/>
                  </a:lnTo>
                  <a:cubicBezTo>
                    <a:pt x="51407" y="72402"/>
                    <a:pt x="51407" y="72533"/>
                    <a:pt x="51421" y="72663"/>
                  </a:cubicBezTo>
                  <a:lnTo>
                    <a:pt x="51421" y="72692"/>
                  </a:lnTo>
                  <a:cubicBezTo>
                    <a:pt x="51436" y="72823"/>
                    <a:pt x="51479" y="72954"/>
                    <a:pt x="51508" y="73070"/>
                  </a:cubicBezTo>
                  <a:cubicBezTo>
                    <a:pt x="51508" y="73113"/>
                    <a:pt x="51537" y="73128"/>
                    <a:pt x="51552" y="73171"/>
                  </a:cubicBezTo>
                  <a:cubicBezTo>
                    <a:pt x="51566" y="73200"/>
                    <a:pt x="51566" y="73244"/>
                    <a:pt x="51581" y="73258"/>
                  </a:cubicBezTo>
                  <a:cubicBezTo>
                    <a:pt x="51610" y="73316"/>
                    <a:pt x="51639" y="73360"/>
                    <a:pt x="51653" y="73403"/>
                  </a:cubicBezTo>
                  <a:cubicBezTo>
                    <a:pt x="51682" y="73432"/>
                    <a:pt x="51697" y="73490"/>
                    <a:pt x="51711" y="73534"/>
                  </a:cubicBezTo>
                  <a:cubicBezTo>
                    <a:pt x="51726" y="73548"/>
                    <a:pt x="51726" y="73563"/>
                    <a:pt x="51755" y="73577"/>
                  </a:cubicBezTo>
                  <a:cubicBezTo>
                    <a:pt x="51784" y="73635"/>
                    <a:pt x="51798" y="73693"/>
                    <a:pt x="51842" y="73751"/>
                  </a:cubicBezTo>
                  <a:cubicBezTo>
                    <a:pt x="51871" y="73795"/>
                    <a:pt x="51914" y="73867"/>
                    <a:pt x="51972" y="73925"/>
                  </a:cubicBezTo>
                  <a:cubicBezTo>
                    <a:pt x="52001" y="73983"/>
                    <a:pt x="52045" y="74012"/>
                    <a:pt x="52074" y="74070"/>
                  </a:cubicBezTo>
                  <a:cubicBezTo>
                    <a:pt x="52132" y="74129"/>
                    <a:pt x="52161" y="74187"/>
                    <a:pt x="52219" y="74230"/>
                  </a:cubicBezTo>
                  <a:lnTo>
                    <a:pt x="52350" y="74361"/>
                  </a:lnTo>
                  <a:cubicBezTo>
                    <a:pt x="52408" y="74419"/>
                    <a:pt x="52451" y="74448"/>
                    <a:pt x="52509" y="74491"/>
                  </a:cubicBezTo>
                  <a:cubicBezTo>
                    <a:pt x="52567" y="74520"/>
                    <a:pt x="52596" y="74564"/>
                    <a:pt x="52654" y="74593"/>
                  </a:cubicBezTo>
                  <a:cubicBezTo>
                    <a:pt x="52712" y="74636"/>
                    <a:pt x="52785" y="74665"/>
                    <a:pt x="52857" y="74709"/>
                  </a:cubicBezTo>
                  <a:cubicBezTo>
                    <a:pt x="52915" y="74723"/>
                    <a:pt x="52944" y="74767"/>
                    <a:pt x="53002" y="74781"/>
                  </a:cubicBezTo>
                  <a:cubicBezTo>
                    <a:pt x="53075" y="74810"/>
                    <a:pt x="53147" y="74839"/>
                    <a:pt x="53220" y="74868"/>
                  </a:cubicBezTo>
                  <a:cubicBezTo>
                    <a:pt x="53278" y="74883"/>
                    <a:pt x="53321" y="74912"/>
                    <a:pt x="53365" y="74926"/>
                  </a:cubicBezTo>
                  <a:cubicBezTo>
                    <a:pt x="53437" y="74941"/>
                    <a:pt x="53524" y="74955"/>
                    <a:pt x="53597" y="74984"/>
                  </a:cubicBezTo>
                  <a:cubicBezTo>
                    <a:pt x="53655" y="74999"/>
                    <a:pt x="53713" y="74999"/>
                    <a:pt x="53742" y="75013"/>
                  </a:cubicBezTo>
                  <a:cubicBezTo>
                    <a:pt x="53829" y="75028"/>
                    <a:pt x="53931" y="75028"/>
                    <a:pt x="54032" y="75028"/>
                  </a:cubicBezTo>
                  <a:lnTo>
                    <a:pt x="54148" y="75028"/>
                  </a:lnTo>
                  <a:cubicBezTo>
                    <a:pt x="54235" y="75028"/>
                    <a:pt x="54322" y="75028"/>
                    <a:pt x="54409" y="75013"/>
                  </a:cubicBezTo>
                  <a:lnTo>
                    <a:pt x="54438" y="75013"/>
                  </a:lnTo>
                  <a:cubicBezTo>
                    <a:pt x="54511" y="75013"/>
                    <a:pt x="54598" y="74999"/>
                    <a:pt x="54670" y="74984"/>
                  </a:cubicBezTo>
                  <a:lnTo>
                    <a:pt x="54685" y="74984"/>
                  </a:lnTo>
                  <a:cubicBezTo>
                    <a:pt x="71496" y="71547"/>
                    <a:pt x="73875" y="65745"/>
                    <a:pt x="72512" y="55562"/>
                  </a:cubicBezTo>
                  <a:lnTo>
                    <a:pt x="72512" y="55518"/>
                  </a:lnTo>
                  <a:cubicBezTo>
                    <a:pt x="72468" y="55257"/>
                    <a:pt x="72439" y="54967"/>
                    <a:pt x="72396" y="54706"/>
                  </a:cubicBezTo>
                  <a:lnTo>
                    <a:pt x="72396" y="54706"/>
                  </a:lnTo>
                  <a:cubicBezTo>
                    <a:pt x="72439" y="54779"/>
                    <a:pt x="72468" y="54837"/>
                    <a:pt x="72526" y="54895"/>
                  </a:cubicBezTo>
                  <a:cubicBezTo>
                    <a:pt x="72541" y="54909"/>
                    <a:pt x="72541" y="54924"/>
                    <a:pt x="72570" y="54938"/>
                  </a:cubicBezTo>
                  <a:cubicBezTo>
                    <a:pt x="72642" y="55054"/>
                    <a:pt x="72729" y="55141"/>
                    <a:pt x="72816" y="55257"/>
                  </a:cubicBezTo>
                  <a:lnTo>
                    <a:pt x="72860" y="55286"/>
                  </a:lnTo>
                  <a:cubicBezTo>
                    <a:pt x="72947" y="55373"/>
                    <a:pt x="73034" y="55475"/>
                    <a:pt x="73150" y="55548"/>
                  </a:cubicBezTo>
                  <a:cubicBezTo>
                    <a:pt x="73164" y="55548"/>
                    <a:pt x="73164" y="55562"/>
                    <a:pt x="73179" y="55562"/>
                  </a:cubicBezTo>
                  <a:cubicBezTo>
                    <a:pt x="73295" y="55635"/>
                    <a:pt x="73396" y="55707"/>
                    <a:pt x="73527" y="55765"/>
                  </a:cubicBezTo>
                  <a:cubicBezTo>
                    <a:pt x="73541" y="55780"/>
                    <a:pt x="73585" y="55780"/>
                    <a:pt x="73599" y="55794"/>
                  </a:cubicBezTo>
                  <a:cubicBezTo>
                    <a:pt x="73629" y="55809"/>
                    <a:pt x="73658" y="55838"/>
                    <a:pt x="73687" y="55852"/>
                  </a:cubicBezTo>
                  <a:cubicBezTo>
                    <a:pt x="73774" y="55881"/>
                    <a:pt x="73890" y="55925"/>
                    <a:pt x="73977" y="55954"/>
                  </a:cubicBezTo>
                  <a:lnTo>
                    <a:pt x="73991" y="55954"/>
                  </a:lnTo>
                  <a:cubicBezTo>
                    <a:pt x="74122" y="55997"/>
                    <a:pt x="74238" y="56026"/>
                    <a:pt x="74354" y="56055"/>
                  </a:cubicBezTo>
                  <a:cubicBezTo>
                    <a:pt x="74397" y="56055"/>
                    <a:pt x="74412" y="56070"/>
                    <a:pt x="74455" y="56070"/>
                  </a:cubicBezTo>
                  <a:cubicBezTo>
                    <a:pt x="74571" y="56084"/>
                    <a:pt x="74702" y="56099"/>
                    <a:pt x="74832" y="56099"/>
                  </a:cubicBezTo>
                  <a:lnTo>
                    <a:pt x="74861" y="56099"/>
                  </a:lnTo>
                  <a:cubicBezTo>
                    <a:pt x="74977" y="56099"/>
                    <a:pt x="75079" y="56084"/>
                    <a:pt x="75195" y="56084"/>
                  </a:cubicBezTo>
                  <a:cubicBezTo>
                    <a:pt x="75224" y="56084"/>
                    <a:pt x="75268" y="56070"/>
                    <a:pt x="75326" y="56070"/>
                  </a:cubicBezTo>
                  <a:cubicBezTo>
                    <a:pt x="75398" y="56055"/>
                    <a:pt x="75485" y="56026"/>
                    <a:pt x="75558" y="56012"/>
                  </a:cubicBezTo>
                  <a:cubicBezTo>
                    <a:pt x="75587" y="55997"/>
                    <a:pt x="75645" y="55997"/>
                    <a:pt x="75688" y="55983"/>
                  </a:cubicBezTo>
                  <a:cubicBezTo>
                    <a:pt x="75761" y="55954"/>
                    <a:pt x="75833" y="55925"/>
                    <a:pt x="75906" y="55910"/>
                  </a:cubicBezTo>
                  <a:cubicBezTo>
                    <a:pt x="75935" y="55881"/>
                    <a:pt x="75993" y="55867"/>
                    <a:pt x="76022" y="55852"/>
                  </a:cubicBezTo>
                  <a:cubicBezTo>
                    <a:pt x="76094" y="55809"/>
                    <a:pt x="76152" y="55780"/>
                    <a:pt x="76225" y="55736"/>
                  </a:cubicBezTo>
                  <a:cubicBezTo>
                    <a:pt x="76268" y="55722"/>
                    <a:pt x="76312" y="55693"/>
                    <a:pt x="76355" y="55664"/>
                  </a:cubicBezTo>
                  <a:cubicBezTo>
                    <a:pt x="76428" y="55635"/>
                    <a:pt x="76486" y="55577"/>
                    <a:pt x="76530" y="55518"/>
                  </a:cubicBezTo>
                  <a:cubicBezTo>
                    <a:pt x="76573" y="55489"/>
                    <a:pt x="76602" y="55475"/>
                    <a:pt x="76646" y="55431"/>
                  </a:cubicBezTo>
                  <a:cubicBezTo>
                    <a:pt x="76718" y="55373"/>
                    <a:pt x="76776" y="55301"/>
                    <a:pt x="76820" y="55257"/>
                  </a:cubicBezTo>
                  <a:lnTo>
                    <a:pt x="76892" y="55185"/>
                  </a:lnTo>
                  <a:cubicBezTo>
                    <a:pt x="76965" y="55083"/>
                    <a:pt x="77037" y="54996"/>
                    <a:pt x="77110" y="54895"/>
                  </a:cubicBezTo>
                  <a:lnTo>
                    <a:pt x="77139" y="54866"/>
                  </a:lnTo>
                  <a:lnTo>
                    <a:pt x="77139" y="54851"/>
                  </a:lnTo>
                  <a:cubicBezTo>
                    <a:pt x="85653" y="41927"/>
                    <a:pt x="84478" y="35966"/>
                    <a:pt x="78082" y="30309"/>
                  </a:cubicBezTo>
                  <a:lnTo>
                    <a:pt x="78198" y="30309"/>
                  </a:lnTo>
                  <a:cubicBezTo>
                    <a:pt x="78299" y="30309"/>
                    <a:pt x="78401" y="30309"/>
                    <a:pt x="78502" y="30294"/>
                  </a:cubicBezTo>
                  <a:cubicBezTo>
                    <a:pt x="78531" y="30294"/>
                    <a:pt x="78546" y="30294"/>
                    <a:pt x="78575" y="30265"/>
                  </a:cubicBezTo>
                  <a:cubicBezTo>
                    <a:pt x="78647" y="30251"/>
                    <a:pt x="78720" y="30251"/>
                    <a:pt x="78821" y="30236"/>
                  </a:cubicBezTo>
                  <a:cubicBezTo>
                    <a:pt x="78850" y="30236"/>
                    <a:pt x="78865" y="30207"/>
                    <a:pt x="78908" y="30207"/>
                  </a:cubicBezTo>
                  <a:cubicBezTo>
                    <a:pt x="78981" y="30193"/>
                    <a:pt x="79068" y="30178"/>
                    <a:pt x="79140" y="30135"/>
                  </a:cubicBezTo>
                  <a:cubicBezTo>
                    <a:pt x="79169" y="30135"/>
                    <a:pt x="79184" y="30120"/>
                    <a:pt x="79198" y="30120"/>
                  </a:cubicBezTo>
                  <a:lnTo>
                    <a:pt x="79213" y="30120"/>
                  </a:lnTo>
                  <a:cubicBezTo>
                    <a:pt x="79314" y="30091"/>
                    <a:pt x="79402" y="30048"/>
                    <a:pt x="79489" y="29990"/>
                  </a:cubicBezTo>
                  <a:cubicBezTo>
                    <a:pt x="79489" y="29990"/>
                    <a:pt x="79503" y="29990"/>
                    <a:pt x="79503" y="29975"/>
                  </a:cubicBezTo>
                  <a:cubicBezTo>
                    <a:pt x="79634" y="29903"/>
                    <a:pt x="79750" y="29830"/>
                    <a:pt x="79851" y="29757"/>
                  </a:cubicBezTo>
                  <a:cubicBezTo>
                    <a:pt x="79866" y="29743"/>
                    <a:pt x="79866" y="29743"/>
                    <a:pt x="79895" y="29743"/>
                  </a:cubicBezTo>
                  <a:cubicBezTo>
                    <a:pt x="79996" y="29656"/>
                    <a:pt x="80083" y="29583"/>
                    <a:pt x="80199" y="29467"/>
                  </a:cubicBezTo>
                  <a:lnTo>
                    <a:pt x="80257" y="29409"/>
                  </a:lnTo>
                  <a:cubicBezTo>
                    <a:pt x="80344" y="29322"/>
                    <a:pt x="80431" y="29221"/>
                    <a:pt x="80504" y="29105"/>
                  </a:cubicBezTo>
                  <a:cubicBezTo>
                    <a:pt x="80504" y="29105"/>
                    <a:pt x="80504" y="29090"/>
                    <a:pt x="80518" y="29090"/>
                  </a:cubicBezTo>
                  <a:cubicBezTo>
                    <a:pt x="80591" y="28974"/>
                    <a:pt x="80649" y="28873"/>
                    <a:pt x="80721" y="28757"/>
                  </a:cubicBezTo>
                  <a:cubicBezTo>
                    <a:pt x="80736" y="28742"/>
                    <a:pt x="80736" y="28728"/>
                    <a:pt x="80765" y="28713"/>
                  </a:cubicBezTo>
                  <a:cubicBezTo>
                    <a:pt x="80809" y="28597"/>
                    <a:pt x="80852" y="28467"/>
                    <a:pt x="80910" y="28351"/>
                  </a:cubicBezTo>
                  <a:cubicBezTo>
                    <a:pt x="80910" y="28321"/>
                    <a:pt x="80925" y="28292"/>
                    <a:pt x="80925" y="28278"/>
                  </a:cubicBezTo>
                  <a:cubicBezTo>
                    <a:pt x="80954" y="28147"/>
                    <a:pt x="80997" y="28017"/>
                    <a:pt x="80997" y="27886"/>
                  </a:cubicBezTo>
                  <a:lnTo>
                    <a:pt x="80997" y="27872"/>
                  </a:lnTo>
                  <a:cubicBezTo>
                    <a:pt x="81012" y="27741"/>
                    <a:pt x="81012" y="27596"/>
                    <a:pt x="81012" y="27480"/>
                  </a:cubicBezTo>
                  <a:lnTo>
                    <a:pt x="81012" y="27422"/>
                  </a:lnTo>
                  <a:cubicBezTo>
                    <a:pt x="81012" y="27292"/>
                    <a:pt x="80997" y="27147"/>
                    <a:pt x="80954" y="27016"/>
                  </a:cubicBezTo>
                  <a:lnTo>
                    <a:pt x="80954" y="26987"/>
                  </a:lnTo>
                  <a:cubicBezTo>
                    <a:pt x="78044" y="12698"/>
                    <a:pt x="73416" y="8835"/>
                    <a:pt x="65840" y="8835"/>
                  </a:cubicBezTo>
                  <a:cubicBezTo>
                    <a:pt x="64502" y="8835"/>
                    <a:pt x="63073" y="8956"/>
                    <a:pt x="61546" y="9160"/>
                  </a:cubicBezTo>
                  <a:lnTo>
                    <a:pt x="61502" y="9160"/>
                  </a:lnTo>
                  <a:cubicBezTo>
                    <a:pt x="60980" y="9233"/>
                    <a:pt x="60472" y="9305"/>
                    <a:pt x="59979" y="9363"/>
                  </a:cubicBezTo>
                  <a:cubicBezTo>
                    <a:pt x="59994" y="9320"/>
                    <a:pt x="59994" y="9291"/>
                    <a:pt x="60023" y="9247"/>
                  </a:cubicBezTo>
                  <a:lnTo>
                    <a:pt x="60023" y="9233"/>
                  </a:lnTo>
                  <a:cubicBezTo>
                    <a:pt x="60052" y="9102"/>
                    <a:pt x="60095" y="8986"/>
                    <a:pt x="60110" y="8841"/>
                  </a:cubicBezTo>
                  <a:lnTo>
                    <a:pt x="60110" y="8783"/>
                  </a:lnTo>
                  <a:cubicBezTo>
                    <a:pt x="60124" y="8653"/>
                    <a:pt x="60124" y="8508"/>
                    <a:pt x="60124" y="8377"/>
                  </a:cubicBezTo>
                  <a:lnTo>
                    <a:pt x="60124" y="8304"/>
                  </a:lnTo>
                  <a:cubicBezTo>
                    <a:pt x="60124" y="8188"/>
                    <a:pt x="60110" y="8043"/>
                    <a:pt x="60095" y="7913"/>
                  </a:cubicBezTo>
                  <a:lnTo>
                    <a:pt x="60095" y="7898"/>
                  </a:lnTo>
                  <a:cubicBezTo>
                    <a:pt x="60066" y="7768"/>
                    <a:pt x="60037" y="7637"/>
                    <a:pt x="59994" y="7536"/>
                  </a:cubicBezTo>
                  <a:cubicBezTo>
                    <a:pt x="59994" y="7507"/>
                    <a:pt x="59979" y="7492"/>
                    <a:pt x="59979" y="7478"/>
                  </a:cubicBezTo>
                  <a:cubicBezTo>
                    <a:pt x="59950" y="7347"/>
                    <a:pt x="59892" y="7246"/>
                    <a:pt x="59820" y="7130"/>
                  </a:cubicBezTo>
                  <a:cubicBezTo>
                    <a:pt x="59805" y="7115"/>
                    <a:pt x="59805" y="7101"/>
                    <a:pt x="59776" y="7057"/>
                  </a:cubicBezTo>
                  <a:cubicBezTo>
                    <a:pt x="59704" y="6956"/>
                    <a:pt x="59631" y="6825"/>
                    <a:pt x="59559" y="6738"/>
                  </a:cubicBezTo>
                  <a:cubicBezTo>
                    <a:pt x="59472" y="6622"/>
                    <a:pt x="59385" y="6535"/>
                    <a:pt x="59297" y="6419"/>
                  </a:cubicBezTo>
                  <a:lnTo>
                    <a:pt x="59254" y="6390"/>
                  </a:lnTo>
                  <a:cubicBezTo>
                    <a:pt x="59167" y="6303"/>
                    <a:pt x="59051" y="6201"/>
                    <a:pt x="58935" y="6129"/>
                  </a:cubicBezTo>
                  <a:lnTo>
                    <a:pt x="58906" y="6114"/>
                  </a:lnTo>
                  <a:cubicBezTo>
                    <a:pt x="52467" y="1853"/>
                    <a:pt x="47752" y="0"/>
                    <a:pt x="43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1"/>
            <p:cNvSpPr/>
            <p:nvPr/>
          </p:nvSpPr>
          <p:spPr>
            <a:xfrm>
              <a:off x="1204150" y="4106925"/>
              <a:ext cx="80525" cy="126575"/>
            </a:xfrm>
            <a:custGeom>
              <a:rect b="b" l="l" r="r" t="t"/>
              <a:pathLst>
                <a:path extrusionOk="0" h="5063" w="3221">
                  <a:moveTo>
                    <a:pt x="436" y="0"/>
                  </a:moveTo>
                  <a:cubicBezTo>
                    <a:pt x="305" y="0"/>
                    <a:pt x="218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30" y="4845"/>
                    <a:pt x="131" y="4932"/>
                  </a:cubicBezTo>
                  <a:cubicBezTo>
                    <a:pt x="204" y="5033"/>
                    <a:pt x="320" y="5062"/>
                    <a:pt x="450" y="5062"/>
                  </a:cubicBezTo>
                  <a:cubicBezTo>
                    <a:pt x="566" y="5062"/>
                    <a:pt x="668" y="5033"/>
                    <a:pt x="769" y="4975"/>
                  </a:cubicBezTo>
                  <a:cubicBezTo>
                    <a:pt x="871" y="4903"/>
                    <a:pt x="900" y="4787"/>
                    <a:pt x="900" y="4671"/>
                  </a:cubicBezTo>
                  <a:lnTo>
                    <a:pt x="900" y="2974"/>
                  </a:lnTo>
                  <a:lnTo>
                    <a:pt x="2466" y="2974"/>
                  </a:lnTo>
                  <a:cubicBezTo>
                    <a:pt x="2582" y="2974"/>
                    <a:pt x="2684" y="2945"/>
                    <a:pt x="2771" y="2858"/>
                  </a:cubicBezTo>
                  <a:cubicBezTo>
                    <a:pt x="2858" y="2756"/>
                    <a:pt x="2902" y="2669"/>
                    <a:pt x="2902" y="2568"/>
                  </a:cubicBezTo>
                  <a:cubicBezTo>
                    <a:pt x="2902" y="2437"/>
                    <a:pt x="2858" y="2321"/>
                    <a:pt x="2771" y="2249"/>
                  </a:cubicBezTo>
                  <a:cubicBezTo>
                    <a:pt x="2698" y="2161"/>
                    <a:pt x="2582" y="2132"/>
                    <a:pt x="2466" y="2132"/>
                  </a:cubicBezTo>
                  <a:lnTo>
                    <a:pt x="900" y="2132"/>
                  </a:lnTo>
                  <a:lnTo>
                    <a:pt x="900" y="856"/>
                  </a:lnTo>
                  <a:lnTo>
                    <a:pt x="2785" y="856"/>
                  </a:lnTo>
                  <a:cubicBezTo>
                    <a:pt x="2916" y="856"/>
                    <a:pt x="3003" y="813"/>
                    <a:pt x="3090" y="725"/>
                  </a:cubicBezTo>
                  <a:cubicBezTo>
                    <a:pt x="3192" y="638"/>
                    <a:pt x="3221" y="551"/>
                    <a:pt x="3221" y="435"/>
                  </a:cubicBezTo>
                  <a:cubicBezTo>
                    <a:pt x="3221" y="305"/>
                    <a:pt x="3192" y="203"/>
                    <a:pt x="3090" y="131"/>
                  </a:cubicBezTo>
                  <a:cubicBezTo>
                    <a:pt x="3032" y="44"/>
                    <a:pt x="2916" y="0"/>
                    <a:pt x="278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1"/>
            <p:cNvSpPr/>
            <p:nvPr/>
          </p:nvSpPr>
          <p:spPr>
            <a:xfrm>
              <a:off x="1305675" y="4106925"/>
              <a:ext cx="104100" cy="127850"/>
            </a:xfrm>
            <a:custGeom>
              <a:rect b="b" l="l" r="r" t="t"/>
              <a:pathLst>
                <a:path extrusionOk="0" h="5114" w="4164">
                  <a:moveTo>
                    <a:pt x="2481" y="827"/>
                  </a:moveTo>
                  <a:cubicBezTo>
                    <a:pt x="2612" y="827"/>
                    <a:pt x="2742" y="900"/>
                    <a:pt x="2844" y="1045"/>
                  </a:cubicBezTo>
                  <a:cubicBezTo>
                    <a:pt x="2960" y="1161"/>
                    <a:pt x="3003" y="1349"/>
                    <a:pt x="3003" y="1567"/>
                  </a:cubicBezTo>
                  <a:cubicBezTo>
                    <a:pt x="3003" y="1726"/>
                    <a:pt x="2989" y="1871"/>
                    <a:pt x="2931" y="2016"/>
                  </a:cubicBezTo>
                  <a:cubicBezTo>
                    <a:pt x="2887" y="2161"/>
                    <a:pt x="2829" y="2278"/>
                    <a:pt x="2742" y="2350"/>
                  </a:cubicBezTo>
                  <a:cubicBezTo>
                    <a:pt x="2641" y="2437"/>
                    <a:pt x="2568" y="2466"/>
                    <a:pt x="2481" y="2466"/>
                  </a:cubicBezTo>
                  <a:lnTo>
                    <a:pt x="900" y="2466"/>
                  </a:lnTo>
                  <a:lnTo>
                    <a:pt x="900" y="827"/>
                  </a:lnTo>
                  <a:close/>
                  <a:moveTo>
                    <a:pt x="436" y="0"/>
                  </a:moveTo>
                  <a:cubicBezTo>
                    <a:pt x="306" y="0"/>
                    <a:pt x="219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59" y="4845"/>
                    <a:pt x="161" y="4932"/>
                  </a:cubicBezTo>
                  <a:cubicBezTo>
                    <a:pt x="277" y="5033"/>
                    <a:pt x="393" y="5062"/>
                    <a:pt x="523" y="5062"/>
                  </a:cubicBezTo>
                  <a:cubicBezTo>
                    <a:pt x="654" y="5062"/>
                    <a:pt x="741" y="5033"/>
                    <a:pt x="755" y="4975"/>
                  </a:cubicBezTo>
                  <a:cubicBezTo>
                    <a:pt x="828" y="4903"/>
                    <a:pt x="871" y="4787"/>
                    <a:pt x="871" y="4656"/>
                  </a:cubicBezTo>
                  <a:lnTo>
                    <a:pt x="871" y="3249"/>
                  </a:lnTo>
                  <a:lnTo>
                    <a:pt x="2235" y="3249"/>
                  </a:lnTo>
                  <a:cubicBezTo>
                    <a:pt x="2336" y="3249"/>
                    <a:pt x="2423" y="3264"/>
                    <a:pt x="2510" y="3278"/>
                  </a:cubicBezTo>
                  <a:cubicBezTo>
                    <a:pt x="2597" y="3307"/>
                    <a:pt x="2655" y="3336"/>
                    <a:pt x="2713" y="3394"/>
                  </a:cubicBezTo>
                  <a:cubicBezTo>
                    <a:pt x="2771" y="3452"/>
                    <a:pt x="2800" y="3496"/>
                    <a:pt x="2844" y="3568"/>
                  </a:cubicBezTo>
                  <a:cubicBezTo>
                    <a:pt x="2858" y="3641"/>
                    <a:pt x="2873" y="3714"/>
                    <a:pt x="2873" y="3815"/>
                  </a:cubicBezTo>
                  <a:cubicBezTo>
                    <a:pt x="2873" y="4062"/>
                    <a:pt x="2902" y="4265"/>
                    <a:pt x="2945" y="4424"/>
                  </a:cubicBezTo>
                  <a:cubicBezTo>
                    <a:pt x="3003" y="4584"/>
                    <a:pt x="3062" y="4714"/>
                    <a:pt x="3149" y="4801"/>
                  </a:cubicBezTo>
                  <a:cubicBezTo>
                    <a:pt x="3236" y="4903"/>
                    <a:pt x="3308" y="4975"/>
                    <a:pt x="3410" y="5019"/>
                  </a:cubicBezTo>
                  <a:cubicBezTo>
                    <a:pt x="3453" y="5062"/>
                    <a:pt x="3511" y="5077"/>
                    <a:pt x="3598" y="5092"/>
                  </a:cubicBezTo>
                  <a:cubicBezTo>
                    <a:pt x="3649" y="5106"/>
                    <a:pt x="3692" y="5113"/>
                    <a:pt x="3734" y="5113"/>
                  </a:cubicBezTo>
                  <a:cubicBezTo>
                    <a:pt x="3776" y="5113"/>
                    <a:pt x="3816" y="5106"/>
                    <a:pt x="3859" y="5092"/>
                  </a:cubicBezTo>
                  <a:cubicBezTo>
                    <a:pt x="3932" y="5077"/>
                    <a:pt x="4004" y="5019"/>
                    <a:pt x="4062" y="4975"/>
                  </a:cubicBezTo>
                  <a:cubicBezTo>
                    <a:pt x="4149" y="4874"/>
                    <a:pt x="4164" y="4787"/>
                    <a:pt x="4149" y="4656"/>
                  </a:cubicBezTo>
                  <a:cubicBezTo>
                    <a:pt x="4135" y="4540"/>
                    <a:pt x="4062" y="4439"/>
                    <a:pt x="3946" y="4395"/>
                  </a:cubicBezTo>
                  <a:cubicBezTo>
                    <a:pt x="3888" y="4352"/>
                    <a:pt x="3845" y="4323"/>
                    <a:pt x="3816" y="4250"/>
                  </a:cubicBezTo>
                  <a:cubicBezTo>
                    <a:pt x="3801" y="4178"/>
                    <a:pt x="3787" y="4105"/>
                    <a:pt x="3787" y="4004"/>
                  </a:cubicBezTo>
                  <a:cubicBezTo>
                    <a:pt x="3787" y="3917"/>
                    <a:pt x="3772" y="3815"/>
                    <a:pt x="3758" y="3685"/>
                  </a:cubicBezTo>
                  <a:cubicBezTo>
                    <a:pt x="3729" y="3554"/>
                    <a:pt x="3714" y="3423"/>
                    <a:pt x="3656" y="3322"/>
                  </a:cubicBezTo>
                  <a:cubicBezTo>
                    <a:pt x="3613" y="3191"/>
                    <a:pt x="3540" y="3090"/>
                    <a:pt x="3439" y="2988"/>
                  </a:cubicBezTo>
                  <a:cubicBezTo>
                    <a:pt x="3385" y="2934"/>
                    <a:pt x="3314" y="2881"/>
                    <a:pt x="3241" y="2830"/>
                  </a:cubicBezTo>
                  <a:lnTo>
                    <a:pt x="3241" y="2830"/>
                  </a:lnTo>
                  <a:cubicBezTo>
                    <a:pt x="3348" y="2766"/>
                    <a:pt x="3448" y="2685"/>
                    <a:pt x="3540" y="2582"/>
                  </a:cubicBezTo>
                  <a:cubicBezTo>
                    <a:pt x="3656" y="2437"/>
                    <a:pt x="3772" y="2292"/>
                    <a:pt x="3845" y="2103"/>
                  </a:cubicBezTo>
                  <a:cubicBezTo>
                    <a:pt x="3917" y="1929"/>
                    <a:pt x="3946" y="1741"/>
                    <a:pt x="3946" y="1567"/>
                  </a:cubicBezTo>
                  <a:cubicBezTo>
                    <a:pt x="3946" y="1248"/>
                    <a:pt x="3874" y="987"/>
                    <a:pt x="3758" y="740"/>
                  </a:cubicBezTo>
                  <a:cubicBezTo>
                    <a:pt x="3627" y="508"/>
                    <a:pt x="3439" y="334"/>
                    <a:pt x="3221" y="203"/>
                  </a:cubicBezTo>
                  <a:cubicBezTo>
                    <a:pt x="3003" y="73"/>
                    <a:pt x="2771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1"/>
            <p:cNvSpPr/>
            <p:nvPr/>
          </p:nvSpPr>
          <p:spPr>
            <a:xfrm>
              <a:off x="1429700" y="4106550"/>
              <a:ext cx="23250" cy="126575"/>
            </a:xfrm>
            <a:custGeom>
              <a:rect b="b" l="l" r="r" t="t"/>
              <a:pathLst>
                <a:path extrusionOk="0" h="5063" w="930">
                  <a:moveTo>
                    <a:pt x="450" y="1"/>
                  </a:moveTo>
                  <a:cubicBezTo>
                    <a:pt x="334" y="1"/>
                    <a:pt x="218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18" y="5019"/>
                    <a:pt x="334" y="5063"/>
                    <a:pt x="450" y="5063"/>
                  </a:cubicBezTo>
                  <a:cubicBezTo>
                    <a:pt x="581" y="5063"/>
                    <a:pt x="697" y="5019"/>
                    <a:pt x="784" y="4932"/>
                  </a:cubicBezTo>
                  <a:cubicBezTo>
                    <a:pt x="871" y="4860"/>
                    <a:pt x="929" y="4758"/>
                    <a:pt x="929" y="4628"/>
                  </a:cubicBezTo>
                  <a:lnTo>
                    <a:pt x="885" y="4628"/>
                  </a:lnTo>
                  <a:lnTo>
                    <a:pt x="885" y="436"/>
                  </a:lnTo>
                  <a:cubicBezTo>
                    <a:pt x="885" y="305"/>
                    <a:pt x="856" y="218"/>
                    <a:pt x="769" y="131"/>
                  </a:cubicBezTo>
                  <a:cubicBezTo>
                    <a:pt x="668" y="44"/>
                    <a:pt x="566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1"/>
            <p:cNvSpPr/>
            <p:nvPr/>
          </p:nvSpPr>
          <p:spPr>
            <a:xfrm>
              <a:off x="1480825" y="4106550"/>
              <a:ext cx="82725" cy="126575"/>
            </a:xfrm>
            <a:custGeom>
              <a:rect b="b" l="l" r="r" t="t"/>
              <a:pathLst>
                <a:path extrusionOk="0" h="5063" w="3309">
                  <a:moveTo>
                    <a:pt x="407" y="1"/>
                  </a:moveTo>
                  <a:cubicBezTo>
                    <a:pt x="276" y="1"/>
                    <a:pt x="175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04" y="5019"/>
                    <a:pt x="320" y="5063"/>
                    <a:pt x="436" y="5063"/>
                  </a:cubicBezTo>
                  <a:lnTo>
                    <a:pt x="2873" y="5063"/>
                  </a:lnTo>
                  <a:cubicBezTo>
                    <a:pt x="3003" y="5063"/>
                    <a:pt x="3090" y="5019"/>
                    <a:pt x="3178" y="4947"/>
                  </a:cubicBezTo>
                  <a:cubicBezTo>
                    <a:pt x="3265" y="4874"/>
                    <a:pt x="3308" y="4787"/>
                    <a:pt x="3308" y="4657"/>
                  </a:cubicBezTo>
                  <a:cubicBezTo>
                    <a:pt x="3308" y="4555"/>
                    <a:pt x="3265" y="4468"/>
                    <a:pt x="3178" y="4367"/>
                  </a:cubicBezTo>
                  <a:cubicBezTo>
                    <a:pt x="3105" y="4280"/>
                    <a:pt x="3003" y="4251"/>
                    <a:pt x="2873" y="4251"/>
                  </a:cubicBezTo>
                  <a:lnTo>
                    <a:pt x="900" y="4251"/>
                  </a:lnTo>
                  <a:lnTo>
                    <a:pt x="900" y="2902"/>
                  </a:lnTo>
                  <a:lnTo>
                    <a:pt x="2525" y="2902"/>
                  </a:lnTo>
                  <a:cubicBezTo>
                    <a:pt x="2655" y="2902"/>
                    <a:pt x="2742" y="2873"/>
                    <a:pt x="2829" y="2800"/>
                  </a:cubicBezTo>
                  <a:cubicBezTo>
                    <a:pt x="2931" y="2728"/>
                    <a:pt x="2960" y="2626"/>
                    <a:pt x="2960" y="2510"/>
                  </a:cubicBezTo>
                  <a:cubicBezTo>
                    <a:pt x="2960" y="2380"/>
                    <a:pt x="2931" y="2264"/>
                    <a:pt x="2829" y="2191"/>
                  </a:cubicBezTo>
                  <a:cubicBezTo>
                    <a:pt x="2757" y="2104"/>
                    <a:pt x="2655" y="2075"/>
                    <a:pt x="2525" y="2075"/>
                  </a:cubicBezTo>
                  <a:lnTo>
                    <a:pt x="871" y="2075"/>
                  </a:lnTo>
                  <a:lnTo>
                    <a:pt x="871" y="842"/>
                  </a:lnTo>
                  <a:lnTo>
                    <a:pt x="2829" y="842"/>
                  </a:lnTo>
                  <a:cubicBezTo>
                    <a:pt x="2960" y="842"/>
                    <a:pt x="3047" y="799"/>
                    <a:pt x="3148" y="726"/>
                  </a:cubicBezTo>
                  <a:cubicBezTo>
                    <a:pt x="3236" y="653"/>
                    <a:pt x="3265" y="566"/>
                    <a:pt x="3265" y="436"/>
                  </a:cubicBezTo>
                  <a:cubicBezTo>
                    <a:pt x="3265" y="305"/>
                    <a:pt x="3236" y="204"/>
                    <a:pt x="3148" y="131"/>
                  </a:cubicBezTo>
                  <a:cubicBezTo>
                    <a:pt x="3076" y="44"/>
                    <a:pt x="2960" y="1"/>
                    <a:pt x="282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1"/>
            <p:cNvSpPr/>
            <p:nvPr/>
          </p:nvSpPr>
          <p:spPr>
            <a:xfrm>
              <a:off x="1583825" y="4106200"/>
              <a:ext cx="106275" cy="126925"/>
            </a:xfrm>
            <a:custGeom>
              <a:rect b="b" l="l" r="r" t="t"/>
              <a:pathLst>
                <a:path extrusionOk="0" h="5077" w="4251">
                  <a:moveTo>
                    <a:pt x="435" y="0"/>
                  </a:moveTo>
                  <a:cubicBezTo>
                    <a:pt x="305" y="0"/>
                    <a:pt x="218" y="29"/>
                    <a:pt x="131" y="131"/>
                  </a:cubicBezTo>
                  <a:cubicBezTo>
                    <a:pt x="44" y="203"/>
                    <a:pt x="0" y="305"/>
                    <a:pt x="0" y="435"/>
                  </a:cubicBezTo>
                  <a:lnTo>
                    <a:pt x="0" y="4656"/>
                  </a:lnTo>
                  <a:cubicBezTo>
                    <a:pt x="0" y="4772"/>
                    <a:pt x="44" y="4874"/>
                    <a:pt x="116" y="4946"/>
                  </a:cubicBezTo>
                  <a:cubicBezTo>
                    <a:pt x="189" y="5019"/>
                    <a:pt x="290" y="5062"/>
                    <a:pt x="406" y="5062"/>
                  </a:cubicBezTo>
                  <a:cubicBezTo>
                    <a:pt x="508" y="5062"/>
                    <a:pt x="624" y="5019"/>
                    <a:pt x="697" y="4946"/>
                  </a:cubicBezTo>
                  <a:cubicBezTo>
                    <a:pt x="769" y="4874"/>
                    <a:pt x="798" y="4772"/>
                    <a:pt x="798" y="4656"/>
                  </a:cubicBezTo>
                  <a:lnTo>
                    <a:pt x="798" y="1542"/>
                  </a:lnTo>
                  <a:lnTo>
                    <a:pt x="3467" y="4946"/>
                  </a:lnTo>
                  <a:cubicBezTo>
                    <a:pt x="3511" y="4990"/>
                    <a:pt x="3540" y="5019"/>
                    <a:pt x="3612" y="5033"/>
                  </a:cubicBezTo>
                  <a:cubicBezTo>
                    <a:pt x="3685" y="5062"/>
                    <a:pt x="3757" y="5077"/>
                    <a:pt x="3815" y="5077"/>
                  </a:cubicBezTo>
                  <a:cubicBezTo>
                    <a:pt x="3946" y="5077"/>
                    <a:pt x="4033" y="5033"/>
                    <a:pt x="4120" y="4946"/>
                  </a:cubicBezTo>
                  <a:cubicBezTo>
                    <a:pt x="4207" y="4874"/>
                    <a:pt x="4250" y="4772"/>
                    <a:pt x="4250" y="4642"/>
                  </a:cubicBezTo>
                  <a:lnTo>
                    <a:pt x="4250" y="421"/>
                  </a:lnTo>
                  <a:cubicBezTo>
                    <a:pt x="4250" y="305"/>
                    <a:pt x="4207" y="203"/>
                    <a:pt x="4134" y="131"/>
                  </a:cubicBezTo>
                  <a:cubicBezTo>
                    <a:pt x="4062" y="58"/>
                    <a:pt x="3960" y="15"/>
                    <a:pt x="3844" y="15"/>
                  </a:cubicBezTo>
                  <a:cubicBezTo>
                    <a:pt x="3714" y="15"/>
                    <a:pt x="3627" y="58"/>
                    <a:pt x="3554" y="102"/>
                  </a:cubicBezTo>
                  <a:cubicBezTo>
                    <a:pt x="3482" y="174"/>
                    <a:pt x="3453" y="290"/>
                    <a:pt x="3453" y="392"/>
                  </a:cubicBezTo>
                  <a:lnTo>
                    <a:pt x="3453" y="3536"/>
                  </a:lnTo>
                  <a:lnTo>
                    <a:pt x="3453" y="3536"/>
                  </a:lnTo>
                  <a:lnTo>
                    <a:pt x="813" y="160"/>
                  </a:lnTo>
                  <a:cubicBezTo>
                    <a:pt x="784" y="102"/>
                    <a:pt x="726" y="58"/>
                    <a:pt x="653" y="29"/>
                  </a:cubicBezTo>
                  <a:cubicBezTo>
                    <a:pt x="581" y="15"/>
                    <a:pt x="508" y="0"/>
                    <a:pt x="4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1"/>
            <p:cNvSpPr/>
            <p:nvPr/>
          </p:nvSpPr>
          <p:spPr>
            <a:xfrm>
              <a:off x="1716900" y="4106550"/>
              <a:ext cx="108825" cy="127300"/>
            </a:xfrm>
            <a:custGeom>
              <a:rect b="b" l="l" r="r" t="t"/>
              <a:pathLst>
                <a:path extrusionOk="0" h="5092" w="4353">
                  <a:moveTo>
                    <a:pt x="2104" y="813"/>
                  </a:moveTo>
                  <a:cubicBezTo>
                    <a:pt x="2322" y="813"/>
                    <a:pt x="2510" y="871"/>
                    <a:pt x="2684" y="958"/>
                  </a:cubicBezTo>
                  <a:cubicBezTo>
                    <a:pt x="2844" y="1060"/>
                    <a:pt x="2974" y="1176"/>
                    <a:pt x="3076" y="1350"/>
                  </a:cubicBezTo>
                  <a:cubicBezTo>
                    <a:pt x="3192" y="1509"/>
                    <a:pt x="3264" y="1683"/>
                    <a:pt x="3308" y="1886"/>
                  </a:cubicBezTo>
                  <a:cubicBezTo>
                    <a:pt x="3366" y="2104"/>
                    <a:pt x="3380" y="2307"/>
                    <a:pt x="3380" y="2539"/>
                  </a:cubicBezTo>
                  <a:cubicBezTo>
                    <a:pt x="3380" y="2844"/>
                    <a:pt x="3351" y="3134"/>
                    <a:pt x="3264" y="3395"/>
                  </a:cubicBezTo>
                  <a:cubicBezTo>
                    <a:pt x="3163" y="3641"/>
                    <a:pt x="3047" y="3845"/>
                    <a:pt x="2844" y="4004"/>
                  </a:cubicBezTo>
                  <a:cubicBezTo>
                    <a:pt x="2655" y="4178"/>
                    <a:pt x="2409" y="4251"/>
                    <a:pt x="2104" y="4251"/>
                  </a:cubicBezTo>
                  <a:lnTo>
                    <a:pt x="2104" y="4222"/>
                  </a:lnTo>
                  <a:lnTo>
                    <a:pt x="900" y="4222"/>
                  </a:lnTo>
                  <a:lnTo>
                    <a:pt x="900" y="813"/>
                  </a:lnTo>
                  <a:close/>
                  <a:moveTo>
                    <a:pt x="2176" y="1"/>
                  </a:moveTo>
                  <a:lnTo>
                    <a:pt x="2176" y="30"/>
                  </a:lnTo>
                  <a:lnTo>
                    <a:pt x="436" y="30"/>
                  </a:lnTo>
                  <a:cubicBezTo>
                    <a:pt x="305" y="30"/>
                    <a:pt x="218" y="73"/>
                    <a:pt x="117" y="160"/>
                  </a:cubicBezTo>
                  <a:cubicBezTo>
                    <a:pt x="30" y="233"/>
                    <a:pt x="1" y="349"/>
                    <a:pt x="1" y="465"/>
                  </a:cubicBezTo>
                  <a:lnTo>
                    <a:pt x="1" y="4657"/>
                  </a:lnTo>
                  <a:cubicBezTo>
                    <a:pt x="1" y="4787"/>
                    <a:pt x="30" y="4874"/>
                    <a:pt x="117" y="4976"/>
                  </a:cubicBezTo>
                  <a:cubicBezTo>
                    <a:pt x="189" y="5063"/>
                    <a:pt x="305" y="5092"/>
                    <a:pt x="436" y="5092"/>
                  </a:cubicBezTo>
                  <a:lnTo>
                    <a:pt x="2176" y="5092"/>
                  </a:lnTo>
                  <a:cubicBezTo>
                    <a:pt x="2626" y="5092"/>
                    <a:pt x="3018" y="4990"/>
                    <a:pt x="3351" y="4758"/>
                  </a:cubicBezTo>
                  <a:cubicBezTo>
                    <a:pt x="3670" y="4512"/>
                    <a:pt x="3932" y="4207"/>
                    <a:pt x="4091" y="3830"/>
                  </a:cubicBezTo>
                  <a:cubicBezTo>
                    <a:pt x="4251" y="3424"/>
                    <a:pt x="4352" y="3018"/>
                    <a:pt x="4352" y="2539"/>
                  </a:cubicBezTo>
                  <a:cubicBezTo>
                    <a:pt x="4352" y="2191"/>
                    <a:pt x="4294" y="1872"/>
                    <a:pt x="4207" y="1567"/>
                  </a:cubicBezTo>
                  <a:cubicBezTo>
                    <a:pt x="4106" y="1248"/>
                    <a:pt x="3961" y="987"/>
                    <a:pt x="3787" y="740"/>
                  </a:cubicBezTo>
                  <a:cubicBezTo>
                    <a:pt x="3598" y="508"/>
                    <a:pt x="3366" y="334"/>
                    <a:pt x="3090" y="204"/>
                  </a:cubicBezTo>
                  <a:cubicBezTo>
                    <a:pt x="2829" y="73"/>
                    <a:pt x="2510" y="1"/>
                    <a:pt x="217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1"/>
            <p:cNvSpPr/>
            <p:nvPr/>
          </p:nvSpPr>
          <p:spPr>
            <a:xfrm>
              <a:off x="1846725" y="4107650"/>
              <a:ext cx="80900" cy="126200"/>
            </a:xfrm>
            <a:custGeom>
              <a:rect b="b" l="l" r="r" t="t"/>
              <a:pathLst>
                <a:path extrusionOk="0" h="5048" w="3236">
                  <a:moveTo>
                    <a:pt x="465" y="0"/>
                  </a:moveTo>
                  <a:cubicBezTo>
                    <a:pt x="334" y="0"/>
                    <a:pt x="218" y="29"/>
                    <a:pt x="131" y="116"/>
                  </a:cubicBezTo>
                  <a:cubicBezTo>
                    <a:pt x="44" y="189"/>
                    <a:pt x="1" y="305"/>
                    <a:pt x="1" y="435"/>
                  </a:cubicBezTo>
                  <a:lnTo>
                    <a:pt x="1" y="4613"/>
                  </a:lnTo>
                  <a:cubicBezTo>
                    <a:pt x="1" y="4743"/>
                    <a:pt x="44" y="4830"/>
                    <a:pt x="131" y="4932"/>
                  </a:cubicBezTo>
                  <a:cubicBezTo>
                    <a:pt x="204" y="5019"/>
                    <a:pt x="320" y="5048"/>
                    <a:pt x="436" y="5048"/>
                  </a:cubicBezTo>
                  <a:lnTo>
                    <a:pt x="2800" y="5048"/>
                  </a:lnTo>
                  <a:cubicBezTo>
                    <a:pt x="2931" y="5048"/>
                    <a:pt x="3018" y="5004"/>
                    <a:pt x="3105" y="4932"/>
                  </a:cubicBezTo>
                  <a:cubicBezTo>
                    <a:pt x="3192" y="4830"/>
                    <a:pt x="3235" y="4743"/>
                    <a:pt x="3235" y="4613"/>
                  </a:cubicBezTo>
                  <a:cubicBezTo>
                    <a:pt x="3235" y="4497"/>
                    <a:pt x="3192" y="4381"/>
                    <a:pt x="3105" y="4308"/>
                  </a:cubicBezTo>
                  <a:cubicBezTo>
                    <a:pt x="3032" y="4221"/>
                    <a:pt x="2931" y="4178"/>
                    <a:pt x="2800" y="4178"/>
                  </a:cubicBezTo>
                  <a:lnTo>
                    <a:pt x="900" y="4178"/>
                  </a:lnTo>
                  <a:lnTo>
                    <a:pt x="900" y="435"/>
                  </a:lnTo>
                  <a:cubicBezTo>
                    <a:pt x="900" y="305"/>
                    <a:pt x="856" y="218"/>
                    <a:pt x="769" y="116"/>
                  </a:cubicBezTo>
                  <a:cubicBezTo>
                    <a:pt x="682" y="29"/>
                    <a:pt x="566" y="0"/>
                    <a:pt x="46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1"/>
            <p:cNvSpPr/>
            <p:nvPr/>
          </p:nvSpPr>
          <p:spPr>
            <a:xfrm>
              <a:off x="1926500" y="4105100"/>
              <a:ext cx="102650" cy="128025"/>
            </a:xfrm>
            <a:custGeom>
              <a:rect b="b" l="l" r="r" t="t"/>
              <a:pathLst>
                <a:path extrusionOk="0" h="5121" w="4106">
                  <a:moveTo>
                    <a:pt x="450" y="1"/>
                  </a:moveTo>
                  <a:cubicBezTo>
                    <a:pt x="349" y="1"/>
                    <a:pt x="262" y="44"/>
                    <a:pt x="146" y="131"/>
                  </a:cubicBezTo>
                  <a:cubicBezTo>
                    <a:pt x="59" y="218"/>
                    <a:pt x="1" y="334"/>
                    <a:pt x="1" y="465"/>
                  </a:cubicBezTo>
                  <a:cubicBezTo>
                    <a:pt x="1" y="508"/>
                    <a:pt x="15" y="566"/>
                    <a:pt x="44" y="624"/>
                  </a:cubicBezTo>
                  <a:cubicBezTo>
                    <a:pt x="59" y="682"/>
                    <a:pt x="88" y="755"/>
                    <a:pt x="146" y="798"/>
                  </a:cubicBezTo>
                  <a:lnTo>
                    <a:pt x="1654" y="2810"/>
                  </a:lnTo>
                  <a:lnTo>
                    <a:pt x="1654" y="4686"/>
                  </a:lnTo>
                  <a:cubicBezTo>
                    <a:pt x="1654" y="4816"/>
                    <a:pt x="1683" y="4903"/>
                    <a:pt x="1785" y="4990"/>
                  </a:cubicBezTo>
                  <a:cubicBezTo>
                    <a:pt x="1872" y="5077"/>
                    <a:pt x="1959" y="5121"/>
                    <a:pt x="2089" y="5121"/>
                  </a:cubicBezTo>
                  <a:cubicBezTo>
                    <a:pt x="2191" y="5121"/>
                    <a:pt x="2292" y="5077"/>
                    <a:pt x="2379" y="4990"/>
                  </a:cubicBezTo>
                  <a:cubicBezTo>
                    <a:pt x="2467" y="4918"/>
                    <a:pt x="2510" y="4816"/>
                    <a:pt x="2510" y="4686"/>
                  </a:cubicBezTo>
                  <a:lnTo>
                    <a:pt x="2510" y="2919"/>
                  </a:lnTo>
                  <a:lnTo>
                    <a:pt x="2510" y="2919"/>
                  </a:lnTo>
                  <a:lnTo>
                    <a:pt x="4033" y="755"/>
                  </a:lnTo>
                  <a:cubicBezTo>
                    <a:pt x="4048" y="711"/>
                    <a:pt x="4062" y="682"/>
                    <a:pt x="4077" y="624"/>
                  </a:cubicBezTo>
                  <a:cubicBezTo>
                    <a:pt x="4106" y="581"/>
                    <a:pt x="4106" y="537"/>
                    <a:pt x="4106" y="494"/>
                  </a:cubicBezTo>
                  <a:cubicBezTo>
                    <a:pt x="4106" y="363"/>
                    <a:pt x="4062" y="262"/>
                    <a:pt x="3975" y="175"/>
                  </a:cubicBezTo>
                  <a:cubicBezTo>
                    <a:pt x="3888" y="73"/>
                    <a:pt x="3772" y="44"/>
                    <a:pt x="3670" y="44"/>
                  </a:cubicBezTo>
                  <a:cubicBezTo>
                    <a:pt x="3540" y="44"/>
                    <a:pt x="3409" y="117"/>
                    <a:pt x="3308" y="204"/>
                  </a:cubicBezTo>
                  <a:lnTo>
                    <a:pt x="2100" y="1968"/>
                  </a:lnTo>
                  <a:lnTo>
                    <a:pt x="2100" y="1968"/>
                  </a:lnTo>
                  <a:lnTo>
                    <a:pt x="813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1"/>
            <p:cNvSpPr/>
            <p:nvPr/>
          </p:nvSpPr>
          <p:spPr>
            <a:xfrm>
              <a:off x="1269425" y="3770775"/>
              <a:ext cx="172625" cy="264000"/>
            </a:xfrm>
            <a:custGeom>
              <a:rect b="b" l="l" r="r" t="t"/>
              <a:pathLst>
                <a:path extrusionOk="0" h="10560" w="6905">
                  <a:moveTo>
                    <a:pt x="929" y="0"/>
                  </a:moveTo>
                  <a:cubicBezTo>
                    <a:pt x="668" y="0"/>
                    <a:pt x="450" y="87"/>
                    <a:pt x="276" y="247"/>
                  </a:cubicBezTo>
                  <a:cubicBezTo>
                    <a:pt x="87" y="406"/>
                    <a:pt x="0" y="653"/>
                    <a:pt x="0" y="899"/>
                  </a:cubicBezTo>
                  <a:lnTo>
                    <a:pt x="0" y="9646"/>
                  </a:lnTo>
                  <a:cubicBezTo>
                    <a:pt x="0" y="9892"/>
                    <a:pt x="87" y="10110"/>
                    <a:pt x="276" y="10299"/>
                  </a:cubicBezTo>
                  <a:cubicBezTo>
                    <a:pt x="436" y="10473"/>
                    <a:pt x="668" y="10560"/>
                    <a:pt x="929" y="10560"/>
                  </a:cubicBezTo>
                  <a:lnTo>
                    <a:pt x="5977" y="10560"/>
                  </a:lnTo>
                  <a:cubicBezTo>
                    <a:pt x="6238" y="10560"/>
                    <a:pt x="6455" y="10487"/>
                    <a:pt x="6629" y="10328"/>
                  </a:cubicBezTo>
                  <a:cubicBezTo>
                    <a:pt x="6818" y="10168"/>
                    <a:pt x="6905" y="9965"/>
                    <a:pt x="6905" y="9718"/>
                  </a:cubicBezTo>
                  <a:cubicBezTo>
                    <a:pt x="6905" y="9472"/>
                    <a:pt x="6818" y="9283"/>
                    <a:pt x="6629" y="9095"/>
                  </a:cubicBezTo>
                  <a:cubicBezTo>
                    <a:pt x="6470" y="8921"/>
                    <a:pt x="6238" y="8819"/>
                    <a:pt x="5977" y="8819"/>
                  </a:cubicBezTo>
                  <a:lnTo>
                    <a:pt x="1886" y="8819"/>
                  </a:lnTo>
                  <a:lnTo>
                    <a:pt x="1886" y="6049"/>
                  </a:lnTo>
                  <a:lnTo>
                    <a:pt x="5309" y="6049"/>
                  </a:lnTo>
                  <a:cubicBezTo>
                    <a:pt x="5570" y="6049"/>
                    <a:pt x="5788" y="5976"/>
                    <a:pt x="5962" y="5817"/>
                  </a:cubicBezTo>
                  <a:cubicBezTo>
                    <a:pt x="6151" y="5657"/>
                    <a:pt x="6238" y="5454"/>
                    <a:pt x="6238" y="5193"/>
                  </a:cubicBezTo>
                  <a:cubicBezTo>
                    <a:pt x="6238" y="4946"/>
                    <a:pt x="6151" y="4729"/>
                    <a:pt x="5962" y="4569"/>
                  </a:cubicBezTo>
                  <a:cubicBezTo>
                    <a:pt x="5802" y="4395"/>
                    <a:pt x="5570" y="4308"/>
                    <a:pt x="5309" y="4308"/>
                  </a:cubicBezTo>
                  <a:lnTo>
                    <a:pt x="1901" y="4308"/>
                  </a:lnTo>
                  <a:lnTo>
                    <a:pt x="1901" y="1741"/>
                  </a:lnTo>
                  <a:lnTo>
                    <a:pt x="5977" y="1741"/>
                  </a:lnTo>
                  <a:cubicBezTo>
                    <a:pt x="6238" y="1741"/>
                    <a:pt x="6455" y="1668"/>
                    <a:pt x="6629" y="1509"/>
                  </a:cubicBezTo>
                  <a:cubicBezTo>
                    <a:pt x="6818" y="1334"/>
                    <a:pt x="6905" y="1146"/>
                    <a:pt x="6905" y="885"/>
                  </a:cubicBezTo>
                  <a:cubicBezTo>
                    <a:pt x="6905" y="638"/>
                    <a:pt x="6818" y="421"/>
                    <a:pt x="6629" y="247"/>
                  </a:cubicBezTo>
                  <a:cubicBezTo>
                    <a:pt x="6470" y="87"/>
                    <a:pt x="6238" y="0"/>
                    <a:pt x="59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1"/>
            <p:cNvSpPr/>
            <p:nvPr/>
          </p:nvSpPr>
          <p:spPr>
            <a:xfrm>
              <a:off x="1472850" y="3768950"/>
              <a:ext cx="211800" cy="270175"/>
            </a:xfrm>
            <a:custGeom>
              <a:rect b="b" l="l" r="r" t="t"/>
              <a:pathLst>
                <a:path extrusionOk="0" h="10807" w="8472">
                  <a:moveTo>
                    <a:pt x="5440" y="1"/>
                  </a:moveTo>
                  <a:cubicBezTo>
                    <a:pt x="4657" y="1"/>
                    <a:pt x="3932" y="131"/>
                    <a:pt x="3264" y="392"/>
                  </a:cubicBezTo>
                  <a:cubicBezTo>
                    <a:pt x="2612" y="668"/>
                    <a:pt x="2031" y="1045"/>
                    <a:pt x="1538" y="1524"/>
                  </a:cubicBezTo>
                  <a:cubicBezTo>
                    <a:pt x="1060" y="2002"/>
                    <a:pt x="668" y="2568"/>
                    <a:pt x="392" y="3221"/>
                  </a:cubicBezTo>
                  <a:cubicBezTo>
                    <a:pt x="131" y="3873"/>
                    <a:pt x="1" y="4584"/>
                    <a:pt x="1" y="5367"/>
                  </a:cubicBezTo>
                  <a:cubicBezTo>
                    <a:pt x="1" y="6252"/>
                    <a:pt x="146" y="7035"/>
                    <a:pt x="436" y="7717"/>
                  </a:cubicBezTo>
                  <a:cubicBezTo>
                    <a:pt x="726" y="8413"/>
                    <a:pt x="1118" y="8965"/>
                    <a:pt x="1625" y="9429"/>
                  </a:cubicBezTo>
                  <a:cubicBezTo>
                    <a:pt x="2148" y="9878"/>
                    <a:pt x="2713" y="10227"/>
                    <a:pt x="3380" y="10459"/>
                  </a:cubicBezTo>
                  <a:cubicBezTo>
                    <a:pt x="4019" y="10691"/>
                    <a:pt x="4715" y="10807"/>
                    <a:pt x="5440" y="10807"/>
                  </a:cubicBezTo>
                  <a:cubicBezTo>
                    <a:pt x="5745" y="10807"/>
                    <a:pt x="6020" y="10778"/>
                    <a:pt x="6310" y="10734"/>
                  </a:cubicBezTo>
                  <a:cubicBezTo>
                    <a:pt x="6586" y="10676"/>
                    <a:pt x="6876" y="10618"/>
                    <a:pt x="7152" y="10531"/>
                  </a:cubicBezTo>
                  <a:cubicBezTo>
                    <a:pt x="7442" y="10444"/>
                    <a:pt x="7703" y="10328"/>
                    <a:pt x="7964" y="10212"/>
                  </a:cubicBezTo>
                  <a:cubicBezTo>
                    <a:pt x="8196" y="10082"/>
                    <a:pt x="8356" y="9893"/>
                    <a:pt x="8414" y="9617"/>
                  </a:cubicBezTo>
                  <a:cubicBezTo>
                    <a:pt x="8472" y="9356"/>
                    <a:pt x="8399" y="9095"/>
                    <a:pt x="8196" y="8849"/>
                  </a:cubicBezTo>
                  <a:cubicBezTo>
                    <a:pt x="8051" y="8660"/>
                    <a:pt x="7877" y="8558"/>
                    <a:pt x="7674" y="8515"/>
                  </a:cubicBezTo>
                  <a:cubicBezTo>
                    <a:pt x="7623" y="8508"/>
                    <a:pt x="7572" y="8505"/>
                    <a:pt x="7522" y="8505"/>
                  </a:cubicBezTo>
                  <a:cubicBezTo>
                    <a:pt x="7360" y="8505"/>
                    <a:pt x="7202" y="8542"/>
                    <a:pt x="7036" y="8631"/>
                  </a:cubicBezTo>
                  <a:cubicBezTo>
                    <a:pt x="6789" y="8762"/>
                    <a:pt x="6528" y="8849"/>
                    <a:pt x="6252" y="8907"/>
                  </a:cubicBezTo>
                  <a:cubicBezTo>
                    <a:pt x="5991" y="8950"/>
                    <a:pt x="5716" y="8979"/>
                    <a:pt x="5440" y="8979"/>
                  </a:cubicBezTo>
                  <a:cubicBezTo>
                    <a:pt x="4947" y="8979"/>
                    <a:pt x="4483" y="8892"/>
                    <a:pt x="4062" y="8762"/>
                  </a:cubicBezTo>
                  <a:cubicBezTo>
                    <a:pt x="3642" y="8602"/>
                    <a:pt x="3264" y="8399"/>
                    <a:pt x="2960" y="8080"/>
                  </a:cubicBezTo>
                  <a:cubicBezTo>
                    <a:pt x="2655" y="7775"/>
                    <a:pt x="2409" y="7398"/>
                    <a:pt x="2235" y="6948"/>
                  </a:cubicBezTo>
                  <a:cubicBezTo>
                    <a:pt x="2046" y="6484"/>
                    <a:pt x="1959" y="5962"/>
                    <a:pt x="1959" y="5353"/>
                  </a:cubicBezTo>
                  <a:cubicBezTo>
                    <a:pt x="1959" y="4816"/>
                    <a:pt x="2031" y="4352"/>
                    <a:pt x="2191" y="3917"/>
                  </a:cubicBezTo>
                  <a:cubicBezTo>
                    <a:pt x="2365" y="3482"/>
                    <a:pt x="2583" y="3119"/>
                    <a:pt x="2887" y="2785"/>
                  </a:cubicBezTo>
                  <a:cubicBezTo>
                    <a:pt x="3177" y="2481"/>
                    <a:pt x="3540" y="2234"/>
                    <a:pt x="3975" y="2060"/>
                  </a:cubicBezTo>
                  <a:cubicBezTo>
                    <a:pt x="4396" y="1901"/>
                    <a:pt x="4874" y="1814"/>
                    <a:pt x="5426" y="1814"/>
                  </a:cubicBezTo>
                  <a:cubicBezTo>
                    <a:pt x="5716" y="1814"/>
                    <a:pt x="5991" y="1843"/>
                    <a:pt x="6252" y="1901"/>
                  </a:cubicBezTo>
                  <a:cubicBezTo>
                    <a:pt x="6528" y="1959"/>
                    <a:pt x="6789" y="2046"/>
                    <a:pt x="7021" y="2162"/>
                  </a:cubicBezTo>
                  <a:cubicBezTo>
                    <a:pt x="7194" y="2243"/>
                    <a:pt x="7368" y="2287"/>
                    <a:pt x="7533" y="2287"/>
                  </a:cubicBezTo>
                  <a:cubicBezTo>
                    <a:pt x="7576" y="2287"/>
                    <a:pt x="7618" y="2284"/>
                    <a:pt x="7659" y="2278"/>
                  </a:cubicBezTo>
                  <a:cubicBezTo>
                    <a:pt x="7848" y="2263"/>
                    <a:pt x="8037" y="2162"/>
                    <a:pt x="8167" y="1973"/>
                  </a:cubicBezTo>
                  <a:cubicBezTo>
                    <a:pt x="8341" y="1741"/>
                    <a:pt x="8428" y="1480"/>
                    <a:pt x="8385" y="1190"/>
                  </a:cubicBezTo>
                  <a:cubicBezTo>
                    <a:pt x="8341" y="929"/>
                    <a:pt x="8182" y="711"/>
                    <a:pt x="7921" y="581"/>
                  </a:cubicBezTo>
                  <a:cubicBezTo>
                    <a:pt x="7543" y="378"/>
                    <a:pt x="7152" y="233"/>
                    <a:pt x="6746" y="146"/>
                  </a:cubicBezTo>
                  <a:cubicBezTo>
                    <a:pt x="6310" y="44"/>
                    <a:pt x="5875" y="1"/>
                    <a:pt x="544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1"/>
            <p:cNvSpPr/>
            <p:nvPr/>
          </p:nvSpPr>
          <p:spPr>
            <a:xfrm>
              <a:off x="1708925" y="3766775"/>
              <a:ext cx="257125" cy="272000"/>
            </a:xfrm>
            <a:custGeom>
              <a:rect b="b" l="l" r="r" t="t"/>
              <a:pathLst>
                <a:path extrusionOk="0" h="10880" w="10285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1"/>
            <p:cNvSpPr/>
            <p:nvPr/>
          </p:nvSpPr>
          <p:spPr>
            <a:xfrm>
              <a:off x="586225" y="3659075"/>
              <a:ext cx="641875" cy="873225"/>
            </a:xfrm>
            <a:custGeom>
              <a:rect b="b" l="l" r="r" t="t"/>
              <a:pathLst>
                <a:path extrusionOk="0" h="34929" w="25675">
                  <a:moveTo>
                    <a:pt x="9009" y="0"/>
                  </a:moveTo>
                  <a:lnTo>
                    <a:pt x="9009" y="0"/>
                  </a:lnTo>
                  <a:cubicBezTo>
                    <a:pt x="1" y="13621"/>
                    <a:pt x="3047" y="17682"/>
                    <a:pt x="9502" y="22599"/>
                  </a:cubicBezTo>
                  <a:cubicBezTo>
                    <a:pt x="16000" y="27531"/>
                    <a:pt x="18799" y="29663"/>
                    <a:pt x="19583" y="34929"/>
                  </a:cubicBezTo>
                  <a:cubicBezTo>
                    <a:pt x="19583" y="34929"/>
                    <a:pt x="25675" y="26472"/>
                    <a:pt x="20090" y="17508"/>
                  </a:cubicBezTo>
                  <a:cubicBezTo>
                    <a:pt x="14506" y="8529"/>
                    <a:pt x="8675" y="10647"/>
                    <a:pt x="9009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1"/>
            <p:cNvSpPr/>
            <p:nvPr/>
          </p:nvSpPr>
          <p:spPr>
            <a:xfrm>
              <a:off x="712425" y="3658350"/>
              <a:ext cx="467100" cy="996875"/>
            </a:xfrm>
            <a:custGeom>
              <a:rect b="b" l="l" r="r" t="t"/>
              <a:pathLst>
                <a:path extrusionOk="0" h="39875" w="18684">
                  <a:moveTo>
                    <a:pt x="3888" y="0"/>
                  </a:moveTo>
                  <a:cubicBezTo>
                    <a:pt x="3844" y="87"/>
                    <a:pt x="1" y="8936"/>
                    <a:pt x="6426" y="15985"/>
                  </a:cubicBezTo>
                  <a:cubicBezTo>
                    <a:pt x="11286" y="21308"/>
                    <a:pt x="18437" y="31476"/>
                    <a:pt x="11721" y="39759"/>
                  </a:cubicBezTo>
                  <a:lnTo>
                    <a:pt x="11866" y="39875"/>
                  </a:lnTo>
                  <a:cubicBezTo>
                    <a:pt x="18683" y="31491"/>
                    <a:pt x="11474" y="21236"/>
                    <a:pt x="6571" y="15854"/>
                  </a:cubicBezTo>
                  <a:cubicBezTo>
                    <a:pt x="218" y="8907"/>
                    <a:pt x="4019" y="160"/>
                    <a:pt x="4062" y="73"/>
                  </a:cubicBezTo>
                  <a:lnTo>
                    <a:pt x="388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1"/>
            <p:cNvSpPr/>
            <p:nvPr/>
          </p:nvSpPr>
          <p:spPr>
            <a:xfrm>
              <a:off x="726200" y="4305275"/>
              <a:ext cx="804350" cy="430475"/>
            </a:xfrm>
            <a:custGeom>
              <a:rect b="b" l="l" r="r" t="t"/>
              <a:pathLst>
                <a:path extrusionOk="0" h="17219" w="32174">
                  <a:moveTo>
                    <a:pt x="1" y="0"/>
                  </a:moveTo>
                  <a:lnTo>
                    <a:pt x="1" y="0"/>
                  </a:lnTo>
                  <a:cubicBezTo>
                    <a:pt x="2677" y="13109"/>
                    <a:pt x="6524" y="15955"/>
                    <a:pt x="12278" y="15955"/>
                  </a:cubicBezTo>
                  <a:cubicBezTo>
                    <a:pt x="13540" y="15955"/>
                    <a:pt x="14894" y="15818"/>
                    <a:pt x="16348" y="15622"/>
                  </a:cubicBezTo>
                  <a:cubicBezTo>
                    <a:pt x="19808" y="15155"/>
                    <a:pt x="22426" y="14803"/>
                    <a:pt x="24627" y="14803"/>
                  </a:cubicBezTo>
                  <a:cubicBezTo>
                    <a:pt x="27548" y="14803"/>
                    <a:pt x="29733" y="15423"/>
                    <a:pt x="32173" y="17218"/>
                  </a:cubicBezTo>
                  <a:cubicBezTo>
                    <a:pt x="32173" y="17218"/>
                    <a:pt x="30505" y="6934"/>
                    <a:pt x="20206" y="4526"/>
                  </a:cubicBezTo>
                  <a:cubicBezTo>
                    <a:pt x="18077" y="4028"/>
                    <a:pt x="16275" y="3874"/>
                    <a:pt x="14693" y="3874"/>
                  </a:cubicBezTo>
                  <a:cubicBezTo>
                    <a:pt x="12113" y="3874"/>
                    <a:pt x="10116" y="4284"/>
                    <a:pt x="8228" y="4284"/>
                  </a:cubicBezTo>
                  <a:cubicBezTo>
                    <a:pt x="5674" y="4284"/>
                    <a:pt x="3322" y="3533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1"/>
            <p:cNvSpPr/>
            <p:nvPr/>
          </p:nvSpPr>
          <p:spPr>
            <a:xfrm>
              <a:off x="724400" y="4304175"/>
              <a:ext cx="846025" cy="566100"/>
            </a:xfrm>
            <a:custGeom>
              <a:rect b="b" l="l" r="r" t="t"/>
              <a:pathLst>
                <a:path extrusionOk="0" h="22644" w="33841">
                  <a:moveTo>
                    <a:pt x="174" y="1"/>
                  </a:moveTo>
                  <a:lnTo>
                    <a:pt x="0" y="74"/>
                  </a:lnTo>
                  <a:cubicBezTo>
                    <a:pt x="44" y="161"/>
                    <a:pt x="3583" y="9139"/>
                    <a:pt x="13113" y="9574"/>
                  </a:cubicBezTo>
                  <a:cubicBezTo>
                    <a:pt x="20336" y="9908"/>
                    <a:pt x="32564" y="12040"/>
                    <a:pt x="33681" y="22643"/>
                  </a:cubicBezTo>
                  <a:lnTo>
                    <a:pt x="33841" y="22629"/>
                  </a:lnTo>
                  <a:cubicBezTo>
                    <a:pt x="32709" y="11881"/>
                    <a:pt x="20365" y="9719"/>
                    <a:pt x="13113" y="9400"/>
                  </a:cubicBezTo>
                  <a:cubicBezTo>
                    <a:pt x="3699" y="8965"/>
                    <a:pt x="203" y="88"/>
                    <a:pt x="174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1"/>
            <p:cNvSpPr/>
            <p:nvPr/>
          </p:nvSpPr>
          <p:spPr>
            <a:xfrm>
              <a:off x="1248025" y="4447600"/>
              <a:ext cx="873225" cy="476600"/>
            </a:xfrm>
            <a:custGeom>
              <a:rect b="b" l="l" r="r" t="t"/>
              <a:pathLst>
                <a:path extrusionOk="0" h="19064" w="34929">
                  <a:moveTo>
                    <a:pt x="25558" y="1"/>
                  </a:moveTo>
                  <a:cubicBezTo>
                    <a:pt x="23086" y="1"/>
                    <a:pt x="20316" y="603"/>
                    <a:pt x="17494" y="2358"/>
                  </a:cubicBezTo>
                  <a:cubicBezTo>
                    <a:pt x="8772" y="7783"/>
                    <a:pt x="10535" y="13440"/>
                    <a:pt x="883" y="13440"/>
                  </a:cubicBezTo>
                  <a:cubicBezTo>
                    <a:pt x="599" y="13440"/>
                    <a:pt x="305" y="13435"/>
                    <a:pt x="1" y="13425"/>
                  </a:cubicBezTo>
                  <a:lnTo>
                    <a:pt x="1" y="13425"/>
                  </a:lnTo>
                  <a:cubicBezTo>
                    <a:pt x="6059" y="17438"/>
                    <a:pt x="10226" y="19063"/>
                    <a:pt x="13418" y="19063"/>
                  </a:cubicBezTo>
                  <a:cubicBezTo>
                    <a:pt x="17403" y="19063"/>
                    <a:pt x="19869" y="16530"/>
                    <a:pt x="22600" y="12947"/>
                  </a:cubicBezTo>
                  <a:cubicBezTo>
                    <a:pt x="27531" y="6448"/>
                    <a:pt x="29664" y="3634"/>
                    <a:pt x="34929" y="2865"/>
                  </a:cubicBezTo>
                  <a:cubicBezTo>
                    <a:pt x="34929" y="2865"/>
                    <a:pt x="30953" y="1"/>
                    <a:pt x="25558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1"/>
            <p:cNvSpPr/>
            <p:nvPr/>
          </p:nvSpPr>
          <p:spPr>
            <a:xfrm>
              <a:off x="1247300" y="4515875"/>
              <a:ext cx="996525" cy="298925"/>
            </a:xfrm>
            <a:custGeom>
              <a:rect b="b" l="l" r="r" t="t"/>
              <a:pathLst>
                <a:path extrusionOk="0" h="11957" w="39861">
                  <a:moveTo>
                    <a:pt x="32192" y="1"/>
                  </a:moveTo>
                  <a:cubicBezTo>
                    <a:pt x="25899" y="1"/>
                    <a:pt x="19650" y="4626"/>
                    <a:pt x="15855" y="8083"/>
                  </a:cubicBezTo>
                  <a:cubicBezTo>
                    <a:pt x="12689" y="10979"/>
                    <a:pt x="9157" y="11772"/>
                    <a:pt x="6239" y="11772"/>
                  </a:cubicBezTo>
                  <a:cubicBezTo>
                    <a:pt x="2739" y="11772"/>
                    <a:pt x="121" y="10631"/>
                    <a:pt x="73" y="10607"/>
                  </a:cubicBezTo>
                  <a:lnTo>
                    <a:pt x="1" y="10767"/>
                  </a:lnTo>
                  <a:cubicBezTo>
                    <a:pt x="30" y="10796"/>
                    <a:pt x="2699" y="11956"/>
                    <a:pt x="6252" y="11956"/>
                  </a:cubicBezTo>
                  <a:cubicBezTo>
                    <a:pt x="9197" y="11956"/>
                    <a:pt x="12780" y="11129"/>
                    <a:pt x="15985" y="8228"/>
                  </a:cubicBezTo>
                  <a:cubicBezTo>
                    <a:pt x="19745" y="4787"/>
                    <a:pt x="25950" y="196"/>
                    <a:pt x="32193" y="196"/>
                  </a:cubicBezTo>
                  <a:cubicBezTo>
                    <a:pt x="34765" y="196"/>
                    <a:pt x="37343" y="975"/>
                    <a:pt x="39759" y="2934"/>
                  </a:cubicBezTo>
                  <a:lnTo>
                    <a:pt x="39861" y="2789"/>
                  </a:lnTo>
                  <a:cubicBezTo>
                    <a:pt x="37410" y="793"/>
                    <a:pt x="34798" y="1"/>
                    <a:pt x="3219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1"/>
            <p:cNvSpPr/>
            <p:nvPr/>
          </p:nvSpPr>
          <p:spPr>
            <a:xfrm>
              <a:off x="1893875" y="4064500"/>
              <a:ext cx="430825" cy="803950"/>
            </a:xfrm>
            <a:custGeom>
              <a:rect b="b" l="l" r="r" t="t"/>
              <a:pathLst>
                <a:path extrusionOk="0" h="32158" w="17233">
                  <a:moveTo>
                    <a:pt x="17232" y="0"/>
                  </a:moveTo>
                  <a:cubicBezTo>
                    <a:pt x="17232" y="0"/>
                    <a:pt x="6948" y="1668"/>
                    <a:pt x="4540" y="11967"/>
                  </a:cubicBezTo>
                  <a:cubicBezTo>
                    <a:pt x="2132" y="22265"/>
                    <a:pt x="7760" y="24891"/>
                    <a:pt x="0" y="32158"/>
                  </a:cubicBezTo>
                  <a:cubicBezTo>
                    <a:pt x="15999" y="28894"/>
                    <a:pt x="16725" y="23890"/>
                    <a:pt x="15637" y="15825"/>
                  </a:cubicBezTo>
                  <a:cubicBezTo>
                    <a:pt x="14549" y="7760"/>
                    <a:pt x="14070" y="4265"/>
                    <a:pt x="17232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1"/>
            <p:cNvSpPr/>
            <p:nvPr/>
          </p:nvSpPr>
          <p:spPr>
            <a:xfrm>
              <a:off x="1893150" y="4024600"/>
              <a:ext cx="566075" cy="845675"/>
            </a:xfrm>
            <a:custGeom>
              <a:rect b="b" l="l" r="r" t="t"/>
              <a:pathLst>
                <a:path extrusionOk="0" h="33827" w="22643">
                  <a:moveTo>
                    <a:pt x="22628" y="1"/>
                  </a:moveTo>
                  <a:cubicBezTo>
                    <a:pt x="11880" y="1117"/>
                    <a:pt x="9719" y="13476"/>
                    <a:pt x="9385" y="20728"/>
                  </a:cubicBezTo>
                  <a:cubicBezTo>
                    <a:pt x="8950" y="30128"/>
                    <a:pt x="87" y="33638"/>
                    <a:pt x="0" y="33667"/>
                  </a:cubicBezTo>
                  <a:lnTo>
                    <a:pt x="73" y="33826"/>
                  </a:lnTo>
                  <a:cubicBezTo>
                    <a:pt x="160" y="33797"/>
                    <a:pt x="9138" y="30258"/>
                    <a:pt x="9574" y="20743"/>
                  </a:cubicBezTo>
                  <a:cubicBezTo>
                    <a:pt x="9893" y="13519"/>
                    <a:pt x="12039" y="1292"/>
                    <a:pt x="22643" y="175"/>
                  </a:cubicBezTo>
                  <a:lnTo>
                    <a:pt x="2262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1"/>
            <p:cNvSpPr/>
            <p:nvPr/>
          </p:nvSpPr>
          <p:spPr>
            <a:xfrm>
              <a:off x="1994325" y="3522000"/>
              <a:ext cx="641875" cy="872875"/>
            </a:xfrm>
            <a:custGeom>
              <a:rect b="b" l="l" r="r" t="t"/>
              <a:pathLst>
                <a:path extrusionOk="0" h="34915" w="25675">
                  <a:moveTo>
                    <a:pt x="6092" y="1"/>
                  </a:moveTo>
                  <a:cubicBezTo>
                    <a:pt x="6092" y="1"/>
                    <a:pt x="0" y="8442"/>
                    <a:pt x="5585" y="17421"/>
                  </a:cubicBezTo>
                  <a:cubicBezTo>
                    <a:pt x="11169" y="26400"/>
                    <a:pt x="17000" y="24268"/>
                    <a:pt x="16652" y="34914"/>
                  </a:cubicBezTo>
                  <a:cubicBezTo>
                    <a:pt x="25674" y="21294"/>
                    <a:pt x="22628" y="17233"/>
                    <a:pt x="16173" y="12330"/>
                  </a:cubicBezTo>
                  <a:cubicBezTo>
                    <a:pt x="9675" y="7398"/>
                    <a:pt x="6861" y="5251"/>
                    <a:pt x="6092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41"/>
            <p:cNvSpPr/>
            <p:nvPr/>
          </p:nvSpPr>
          <p:spPr>
            <a:xfrm>
              <a:off x="2042550" y="3399075"/>
              <a:ext cx="467075" cy="996875"/>
            </a:xfrm>
            <a:custGeom>
              <a:rect b="b" l="l" r="r" t="t"/>
              <a:pathLst>
                <a:path extrusionOk="0" h="39875" w="18683">
                  <a:moveTo>
                    <a:pt x="6818" y="0"/>
                  </a:moveTo>
                  <a:lnTo>
                    <a:pt x="6818" y="0"/>
                  </a:lnTo>
                  <a:cubicBezTo>
                    <a:pt x="0" y="8370"/>
                    <a:pt x="7224" y="18639"/>
                    <a:pt x="12112" y="24006"/>
                  </a:cubicBezTo>
                  <a:cubicBezTo>
                    <a:pt x="18480" y="30969"/>
                    <a:pt x="14679" y="39701"/>
                    <a:pt x="14636" y="39802"/>
                  </a:cubicBezTo>
                  <a:lnTo>
                    <a:pt x="14795" y="39875"/>
                  </a:lnTo>
                  <a:cubicBezTo>
                    <a:pt x="14839" y="39773"/>
                    <a:pt x="18683" y="30925"/>
                    <a:pt x="12257" y="23876"/>
                  </a:cubicBezTo>
                  <a:cubicBezTo>
                    <a:pt x="7398" y="18567"/>
                    <a:pt x="261" y="8399"/>
                    <a:pt x="6963" y="102"/>
                  </a:cubicBezTo>
                  <a:lnTo>
                    <a:pt x="681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1"/>
            <p:cNvSpPr/>
            <p:nvPr/>
          </p:nvSpPr>
          <p:spPr>
            <a:xfrm>
              <a:off x="1691875" y="3317850"/>
              <a:ext cx="803975" cy="430825"/>
            </a:xfrm>
            <a:custGeom>
              <a:rect b="b" l="l" r="r" t="t"/>
              <a:pathLst>
                <a:path extrusionOk="0" h="17233" w="32159">
                  <a:moveTo>
                    <a:pt x="1" y="0"/>
                  </a:moveTo>
                  <a:cubicBezTo>
                    <a:pt x="1" y="0"/>
                    <a:pt x="1669" y="10284"/>
                    <a:pt x="11968" y="12692"/>
                  </a:cubicBezTo>
                  <a:cubicBezTo>
                    <a:pt x="14098" y="13190"/>
                    <a:pt x="15900" y="13344"/>
                    <a:pt x="17483" y="13344"/>
                  </a:cubicBezTo>
                  <a:cubicBezTo>
                    <a:pt x="20057" y="13344"/>
                    <a:pt x="22051" y="12936"/>
                    <a:pt x="23933" y="12936"/>
                  </a:cubicBezTo>
                  <a:cubicBezTo>
                    <a:pt x="26489" y="12936"/>
                    <a:pt x="28840" y="13688"/>
                    <a:pt x="32159" y="17232"/>
                  </a:cubicBezTo>
                  <a:cubicBezTo>
                    <a:pt x="29482" y="4111"/>
                    <a:pt x="25635" y="1263"/>
                    <a:pt x="19889" y="1263"/>
                  </a:cubicBezTo>
                  <a:cubicBezTo>
                    <a:pt x="18628" y="1263"/>
                    <a:pt x="17277" y="1400"/>
                    <a:pt x="15826" y="1596"/>
                  </a:cubicBezTo>
                  <a:cubicBezTo>
                    <a:pt x="12347" y="2071"/>
                    <a:pt x="9718" y="2431"/>
                    <a:pt x="7511" y="2431"/>
                  </a:cubicBezTo>
                  <a:cubicBezTo>
                    <a:pt x="4602" y="2431"/>
                    <a:pt x="2426" y="1806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1"/>
            <p:cNvSpPr/>
            <p:nvPr/>
          </p:nvSpPr>
          <p:spPr>
            <a:xfrm>
              <a:off x="1652000" y="3183675"/>
              <a:ext cx="846400" cy="566075"/>
            </a:xfrm>
            <a:custGeom>
              <a:rect b="b" l="l" r="r" t="t"/>
              <a:pathLst>
                <a:path extrusionOk="0" h="22643" w="33856">
                  <a:moveTo>
                    <a:pt x="174" y="0"/>
                  </a:moveTo>
                  <a:lnTo>
                    <a:pt x="0" y="15"/>
                  </a:lnTo>
                  <a:cubicBezTo>
                    <a:pt x="1117" y="10778"/>
                    <a:pt x="13476" y="12924"/>
                    <a:pt x="20728" y="13258"/>
                  </a:cubicBezTo>
                  <a:cubicBezTo>
                    <a:pt x="30127" y="13693"/>
                    <a:pt x="33638" y="22556"/>
                    <a:pt x="33667" y="22643"/>
                  </a:cubicBezTo>
                  <a:lnTo>
                    <a:pt x="33855" y="22570"/>
                  </a:lnTo>
                  <a:cubicBezTo>
                    <a:pt x="33812" y="22483"/>
                    <a:pt x="30272" y="13505"/>
                    <a:pt x="20743" y="13069"/>
                  </a:cubicBezTo>
                  <a:cubicBezTo>
                    <a:pt x="13519" y="12750"/>
                    <a:pt x="1291" y="10604"/>
                    <a:pt x="17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1"/>
            <p:cNvSpPr/>
            <p:nvPr/>
          </p:nvSpPr>
          <p:spPr>
            <a:xfrm>
              <a:off x="1101175" y="3130050"/>
              <a:ext cx="873225" cy="476650"/>
            </a:xfrm>
            <a:custGeom>
              <a:rect b="b" l="l" r="r" t="t"/>
              <a:pathLst>
                <a:path extrusionOk="0" h="19066" w="34929">
                  <a:moveTo>
                    <a:pt x="21517" y="0"/>
                  </a:moveTo>
                  <a:cubicBezTo>
                    <a:pt x="17528" y="0"/>
                    <a:pt x="15061" y="2534"/>
                    <a:pt x="12329" y="6120"/>
                  </a:cubicBezTo>
                  <a:cubicBezTo>
                    <a:pt x="7398" y="12589"/>
                    <a:pt x="5265" y="15403"/>
                    <a:pt x="0" y="16201"/>
                  </a:cubicBezTo>
                  <a:cubicBezTo>
                    <a:pt x="0" y="16201"/>
                    <a:pt x="3976" y="19065"/>
                    <a:pt x="9366" y="19065"/>
                  </a:cubicBezTo>
                  <a:cubicBezTo>
                    <a:pt x="11836" y="19065"/>
                    <a:pt x="14603" y="18464"/>
                    <a:pt x="17421" y="16708"/>
                  </a:cubicBezTo>
                  <a:cubicBezTo>
                    <a:pt x="26143" y="11283"/>
                    <a:pt x="24393" y="5612"/>
                    <a:pt x="34048" y="5612"/>
                  </a:cubicBezTo>
                  <a:cubicBezTo>
                    <a:pt x="34331" y="5612"/>
                    <a:pt x="34625" y="5617"/>
                    <a:pt x="34928" y="5627"/>
                  </a:cubicBezTo>
                  <a:cubicBezTo>
                    <a:pt x="28874" y="1623"/>
                    <a:pt x="24709" y="0"/>
                    <a:pt x="21517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1"/>
            <p:cNvSpPr/>
            <p:nvPr/>
          </p:nvSpPr>
          <p:spPr>
            <a:xfrm>
              <a:off x="978225" y="3239750"/>
              <a:ext cx="996900" cy="298600"/>
            </a:xfrm>
            <a:custGeom>
              <a:rect b="b" l="l" r="r" t="t"/>
              <a:pathLst>
                <a:path extrusionOk="0" h="11944" w="39876">
                  <a:moveTo>
                    <a:pt x="33619" y="1"/>
                  </a:moveTo>
                  <a:cubicBezTo>
                    <a:pt x="30664" y="1"/>
                    <a:pt x="27092" y="801"/>
                    <a:pt x="23891" y="3719"/>
                  </a:cubicBezTo>
                  <a:cubicBezTo>
                    <a:pt x="20121" y="7160"/>
                    <a:pt x="13921" y="11758"/>
                    <a:pt x="7682" y="11758"/>
                  </a:cubicBezTo>
                  <a:cubicBezTo>
                    <a:pt x="5111" y="11758"/>
                    <a:pt x="2534" y="10977"/>
                    <a:pt x="117" y="9013"/>
                  </a:cubicBezTo>
                  <a:lnTo>
                    <a:pt x="1" y="9158"/>
                  </a:lnTo>
                  <a:cubicBezTo>
                    <a:pt x="2452" y="11145"/>
                    <a:pt x="5063" y="11943"/>
                    <a:pt x="7674" y="11943"/>
                  </a:cubicBezTo>
                  <a:cubicBezTo>
                    <a:pt x="13969" y="11943"/>
                    <a:pt x="20206" y="7316"/>
                    <a:pt x="24007" y="3864"/>
                  </a:cubicBezTo>
                  <a:cubicBezTo>
                    <a:pt x="27169" y="979"/>
                    <a:pt x="30698" y="188"/>
                    <a:pt x="33618" y="188"/>
                  </a:cubicBezTo>
                  <a:cubicBezTo>
                    <a:pt x="37127" y="188"/>
                    <a:pt x="39755" y="1331"/>
                    <a:pt x="39803" y="1355"/>
                  </a:cubicBezTo>
                  <a:lnTo>
                    <a:pt x="39875" y="1181"/>
                  </a:lnTo>
                  <a:cubicBezTo>
                    <a:pt x="39828" y="1157"/>
                    <a:pt x="37170" y="1"/>
                    <a:pt x="33619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1"/>
            <p:cNvSpPr/>
            <p:nvPr/>
          </p:nvSpPr>
          <p:spPr>
            <a:xfrm>
              <a:off x="910425" y="3185475"/>
              <a:ext cx="417775" cy="779325"/>
            </a:xfrm>
            <a:custGeom>
              <a:rect b="b" l="l" r="r" t="t"/>
              <a:pathLst>
                <a:path extrusionOk="0" h="31173" w="16711">
                  <a:moveTo>
                    <a:pt x="16710" y="1"/>
                  </a:moveTo>
                  <a:lnTo>
                    <a:pt x="16710" y="1"/>
                  </a:lnTo>
                  <a:cubicBezTo>
                    <a:pt x="726" y="3264"/>
                    <a:pt x="0" y="8269"/>
                    <a:pt x="1088" y="16334"/>
                  </a:cubicBezTo>
                  <a:cubicBezTo>
                    <a:pt x="1901" y="22397"/>
                    <a:pt x="1959" y="26400"/>
                    <a:pt x="755" y="29504"/>
                  </a:cubicBezTo>
                  <a:lnTo>
                    <a:pt x="2742" y="31172"/>
                  </a:lnTo>
                  <a:cubicBezTo>
                    <a:pt x="5962" y="29794"/>
                    <a:pt x="10734" y="26444"/>
                    <a:pt x="12185" y="20206"/>
                  </a:cubicBezTo>
                  <a:cubicBezTo>
                    <a:pt x="14578" y="9908"/>
                    <a:pt x="8936" y="7268"/>
                    <a:pt x="1671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1"/>
            <p:cNvSpPr/>
            <p:nvPr/>
          </p:nvSpPr>
          <p:spPr>
            <a:xfrm>
              <a:off x="947050" y="3183300"/>
              <a:ext cx="382225" cy="757550"/>
            </a:xfrm>
            <a:custGeom>
              <a:rect b="b" l="l" r="r" t="t"/>
              <a:pathLst>
                <a:path extrusionOk="0" h="30302" w="15289">
                  <a:moveTo>
                    <a:pt x="15216" y="1"/>
                  </a:moveTo>
                  <a:cubicBezTo>
                    <a:pt x="15129" y="30"/>
                    <a:pt x="6151" y="3569"/>
                    <a:pt x="5715" y="13099"/>
                  </a:cubicBezTo>
                  <a:cubicBezTo>
                    <a:pt x="5454" y="18495"/>
                    <a:pt x="4279" y="25820"/>
                    <a:pt x="0" y="30171"/>
                  </a:cubicBezTo>
                  <a:lnTo>
                    <a:pt x="131" y="30302"/>
                  </a:lnTo>
                  <a:cubicBezTo>
                    <a:pt x="4439" y="25907"/>
                    <a:pt x="5643" y="18553"/>
                    <a:pt x="5889" y="13099"/>
                  </a:cubicBezTo>
                  <a:cubicBezTo>
                    <a:pt x="6325" y="3700"/>
                    <a:pt x="15202" y="204"/>
                    <a:pt x="15289" y="160"/>
                  </a:cubicBezTo>
                  <a:lnTo>
                    <a:pt x="15216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41"/>
          <p:cNvGrpSpPr/>
          <p:nvPr/>
        </p:nvGrpSpPr>
        <p:grpSpPr>
          <a:xfrm rot="960647">
            <a:off x="7056079" y="2807332"/>
            <a:ext cx="1332518" cy="1924592"/>
            <a:chOff x="2924450" y="2900575"/>
            <a:chExt cx="1559325" cy="2252175"/>
          </a:xfrm>
        </p:grpSpPr>
        <p:sp>
          <p:nvSpPr>
            <p:cNvPr id="1343" name="Google Shape;1343;p41"/>
            <p:cNvSpPr/>
            <p:nvPr/>
          </p:nvSpPr>
          <p:spPr>
            <a:xfrm>
              <a:off x="2924450" y="2900575"/>
              <a:ext cx="1559325" cy="2252175"/>
            </a:xfrm>
            <a:custGeom>
              <a:rect b="b" l="l" r="r" t="t"/>
              <a:pathLst>
                <a:path extrusionOk="0" h="90087" w="62373">
                  <a:moveTo>
                    <a:pt x="27337" y="1"/>
                  </a:moveTo>
                  <a:cubicBezTo>
                    <a:pt x="21549" y="1"/>
                    <a:pt x="16762" y="4557"/>
                    <a:pt x="16507" y="10367"/>
                  </a:cubicBezTo>
                  <a:lnTo>
                    <a:pt x="15913" y="24466"/>
                  </a:lnTo>
                  <a:lnTo>
                    <a:pt x="13273" y="24089"/>
                  </a:lnTo>
                  <a:cubicBezTo>
                    <a:pt x="13013" y="24053"/>
                    <a:pt x="12755" y="24035"/>
                    <a:pt x="12501" y="24035"/>
                  </a:cubicBezTo>
                  <a:cubicBezTo>
                    <a:pt x="10610" y="24035"/>
                    <a:pt x="8901" y="25006"/>
                    <a:pt x="7891" y="26540"/>
                  </a:cubicBezTo>
                  <a:cubicBezTo>
                    <a:pt x="7500" y="26932"/>
                    <a:pt x="7224" y="27468"/>
                    <a:pt x="7152" y="28078"/>
                  </a:cubicBezTo>
                  <a:lnTo>
                    <a:pt x="7050" y="28788"/>
                  </a:lnTo>
                  <a:lnTo>
                    <a:pt x="465" y="75625"/>
                  </a:lnTo>
                  <a:lnTo>
                    <a:pt x="189" y="77612"/>
                  </a:lnTo>
                  <a:cubicBezTo>
                    <a:pt x="1" y="79063"/>
                    <a:pt x="363" y="80514"/>
                    <a:pt x="1248" y="81688"/>
                  </a:cubicBezTo>
                  <a:cubicBezTo>
                    <a:pt x="2133" y="82878"/>
                    <a:pt x="3424" y="83632"/>
                    <a:pt x="4874" y="83835"/>
                  </a:cubicBezTo>
                  <a:lnTo>
                    <a:pt x="49115" y="90029"/>
                  </a:lnTo>
                  <a:cubicBezTo>
                    <a:pt x="49361" y="90072"/>
                    <a:pt x="49622" y="90087"/>
                    <a:pt x="49869" y="90087"/>
                  </a:cubicBezTo>
                  <a:cubicBezTo>
                    <a:pt x="52582" y="90087"/>
                    <a:pt x="54931" y="88100"/>
                    <a:pt x="55337" y="85329"/>
                  </a:cubicBezTo>
                  <a:lnTo>
                    <a:pt x="62271" y="35823"/>
                  </a:lnTo>
                  <a:cubicBezTo>
                    <a:pt x="62372" y="35243"/>
                    <a:pt x="62242" y="34634"/>
                    <a:pt x="61966" y="34141"/>
                  </a:cubicBezTo>
                  <a:cubicBezTo>
                    <a:pt x="61372" y="32183"/>
                    <a:pt x="59660" y="30631"/>
                    <a:pt x="57484" y="30326"/>
                  </a:cubicBezTo>
                  <a:lnTo>
                    <a:pt x="53234" y="29731"/>
                  </a:lnTo>
                  <a:lnTo>
                    <a:pt x="55004" y="18417"/>
                  </a:lnTo>
                  <a:cubicBezTo>
                    <a:pt x="55816" y="13210"/>
                    <a:pt x="53321" y="8220"/>
                    <a:pt x="49057" y="5653"/>
                  </a:cubicBezTo>
                  <a:cubicBezTo>
                    <a:pt x="47229" y="2737"/>
                    <a:pt x="44038" y="721"/>
                    <a:pt x="40339" y="562"/>
                  </a:cubicBezTo>
                  <a:lnTo>
                    <a:pt x="27792" y="10"/>
                  </a:lnTo>
                  <a:cubicBezTo>
                    <a:pt x="27640" y="4"/>
                    <a:pt x="27488" y="1"/>
                    <a:pt x="27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1"/>
            <p:cNvSpPr/>
            <p:nvPr/>
          </p:nvSpPr>
          <p:spPr>
            <a:xfrm>
              <a:off x="3370850" y="2970625"/>
              <a:ext cx="756825" cy="1060525"/>
            </a:xfrm>
            <a:custGeom>
              <a:rect b="b" l="l" r="r" t="t"/>
              <a:pathLst>
                <a:path extrusionOk="0" h="42421" w="30273">
                  <a:moveTo>
                    <a:pt x="9474" y="0"/>
                  </a:moveTo>
                  <a:cubicBezTo>
                    <a:pt x="5187" y="0"/>
                    <a:pt x="1606" y="3388"/>
                    <a:pt x="1436" y="7710"/>
                  </a:cubicBezTo>
                  <a:lnTo>
                    <a:pt x="0" y="41217"/>
                  </a:lnTo>
                  <a:lnTo>
                    <a:pt x="3554" y="41362"/>
                  </a:lnTo>
                  <a:lnTo>
                    <a:pt x="4990" y="7855"/>
                  </a:lnTo>
                  <a:cubicBezTo>
                    <a:pt x="5089" y="5446"/>
                    <a:pt x="7076" y="3557"/>
                    <a:pt x="9463" y="3557"/>
                  </a:cubicBezTo>
                  <a:cubicBezTo>
                    <a:pt x="9533" y="3557"/>
                    <a:pt x="9604" y="3558"/>
                    <a:pt x="9675" y="3562"/>
                  </a:cubicBezTo>
                  <a:lnTo>
                    <a:pt x="22222" y="4084"/>
                  </a:lnTo>
                  <a:cubicBezTo>
                    <a:pt x="24717" y="4185"/>
                    <a:pt x="26632" y="6289"/>
                    <a:pt x="26530" y="8769"/>
                  </a:cubicBezTo>
                  <a:lnTo>
                    <a:pt x="25094" y="42276"/>
                  </a:lnTo>
                  <a:lnTo>
                    <a:pt x="28648" y="42421"/>
                  </a:lnTo>
                  <a:lnTo>
                    <a:pt x="30084" y="8914"/>
                  </a:lnTo>
                  <a:cubicBezTo>
                    <a:pt x="30272" y="4475"/>
                    <a:pt x="26820" y="704"/>
                    <a:pt x="22367" y="530"/>
                  </a:cubicBezTo>
                  <a:lnTo>
                    <a:pt x="9820" y="8"/>
                  </a:lnTo>
                  <a:cubicBezTo>
                    <a:pt x="9704" y="3"/>
                    <a:pt x="9589" y="0"/>
                    <a:pt x="9474" y="0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1"/>
            <p:cNvSpPr/>
            <p:nvPr/>
          </p:nvSpPr>
          <p:spPr>
            <a:xfrm>
              <a:off x="2996975" y="3566325"/>
              <a:ext cx="1421525" cy="1472475"/>
            </a:xfrm>
            <a:custGeom>
              <a:rect b="b" l="l" r="r" t="t"/>
              <a:pathLst>
                <a:path extrusionOk="0" h="58899" w="56861">
                  <a:moveTo>
                    <a:pt x="8229" y="1"/>
                  </a:moveTo>
                  <a:cubicBezTo>
                    <a:pt x="7680" y="1"/>
                    <a:pt x="7188" y="413"/>
                    <a:pt x="7108" y="984"/>
                  </a:cubicBezTo>
                  <a:lnTo>
                    <a:pt x="88" y="50953"/>
                  </a:lnTo>
                  <a:cubicBezTo>
                    <a:pt x="1" y="51563"/>
                    <a:pt x="436" y="52143"/>
                    <a:pt x="1045" y="52230"/>
                  </a:cubicBezTo>
                  <a:lnTo>
                    <a:pt x="48462" y="58888"/>
                  </a:lnTo>
                  <a:cubicBezTo>
                    <a:pt x="48517" y="58895"/>
                    <a:pt x="48571" y="58899"/>
                    <a:pt x="48624" y="58899"/>
                  </a:cubicBezTo>
                  <a:cubicBezTo>
                    <a:pt x="49192" y="58899"/>
                    <a:pt x="49660" y="58487"/>
                    <a:pt x="49753" y="57930"/>
                  </a:cubicBezTo>
                  <a:lnTo>
                    <a:pt x="56759" y="7960"/>
                  </a:lnTo>
                  <a:cubicBezTo>
                    <a:pt x="56861" y="7337"/>
                    <a:pt x="56425" y="6757"/>
                    <a:pt x="55802" y="6669"/>
                  </a:cubicBezTo>
                  <a:lnTo>
                    <a:pt x="8385" y="12"/>
                  </a:lnTo>
                  <a:cubicBezTo>
                    <a:pt x="8332" y="4"/>
                    <a:pt x="8280" y="1"/>
                    <a:pt x="8229" y="1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1"/>
            <p:cNvSpPr/>
            <p:nvPr/>
          </p:nvSpPr>
          <p:spPr>
            <a:xfrm>
              <a:off x="2990100" y="3612650"/>
              <a:ext cx="1422950" cy="1476500"/>
            </a:xfrm>
            <a:custGeom>
              <a:rect b="b" l="l" r="r" t="t"/>
              <a:pathLst>
                <a:path extrusionOk="0" h="59060" w="56918">
                  <a:moveTo>
                    <a:pt x="7253" y="1"/>
                  </a:moveTo>
                  <a:lnTo>
                    <a:pt x="87" y="51102"/>
                  </a:lnTo>
                  <a:cubicBezTo>
                    <a:pt x="0" y="51726"/>
                    <a:pt x="435" y="52306"/>
                    <a:pt x="1044" y="52393"/>
                  </a:cubicBezTo>
                  <a:lnTo>
                    <a:pt x="48461" y="59051"/>
                  </a:lnTo>
                  <a:cubicBezTo>
                    <a:pt x="48508" y="59056"/>
                    <a:pt x="48555" y="59059"/>
                    <a:pt x="48601" y="59059"/>
                  </a:cubicBezTo>
                  <a:cubicBezTo>
                    <a:pt x="49170" y="59059"/>
                    <a:pt x="49671" y="58657"/>
                    <a:pt x="49738" y="58094"/>
                  </a:cubicBezTo>
                  <a:lnTo>
                    <a:pt x="56918" y="6978"/>
                  </a:lnTo>
                  <a:lnTo>
                    <a:pt x="7253" y="1"/>
                  </a:ln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1"/>
            <p:cNvSpPr/>
            <p:nvPr/>
          </p:nvSpPr>
          <p:spPr>
            <a:xfrm>
              <a:off x="3866200" y="4220050"/>
              <a:ext cx="365550" cy="371000"/>
            </a:xfrm>
            <a:custGeom>
              <a:rect b="b" l="l" r="r" t="t"/>
              <a:pathLst>
                <a:path extrusionOk="0" h="14840" w="14622">
                  <a:moveTo>
                    <a:pt x="11285" y="1"/>
                  </a:moveTo>
                  <a:lnTo>
                    <a:pt x="11285" y="1"/>
                  </a:lnTo>
                  <a:cubicBezTo>
                    <a:pt x="5092" y="886"/>
                    <a:pt x="5077" y="4164"/>
                    <a:pt x="5077" y="4164"/>
                  </a:cubicBezTo>
                  <a:cubicBezTo>
                    <a:pt x="5077" y="4164"/>
                    <a:pt x="4685" y="915"/>
                    <a:pt x="0" y="1"/>
                  </a:cubicBezTo>
                  <a:lnTo>
                    <a:pt x="0" y="1"/>
                  </a:lnTo>
                  <a:cubicBezTo>
                    <a:pt x="2843" y="6194"/>
                    <a:pt x="0" y="10053"/>
                    <a:pt x="0" y="10053"/>
                  </a:cubicBezTo>
                  <a:cubicBezTo>
                    <a:pt x="0" y="10053"/>
                    <a:pt x="4149" y="14085"/>
                    <a:pt x="13751" y="14839"/>
                  </a:cubicBezTo>
                  <a:cubicBezTo>
                    <a:pt x="13004" y="12219"/>
                    <a:pt x="9152" y="11897"/>
                    <a:pt x="8931" y="11881"/>
                  </a:cubicBezTo>
                  <a:lnTo>
                    <a:pt x="8931" y="11881"/>
                  </a:lnTo>
                  <a:cubicBezTo>
                    <a:pt x="8946" y="11882"/>
                    <a:pt x="8979" y="11884"/>
                    <a:pt x="9028" y="11884"/>
                  </a:cubicBezTo>
                  <a:cubicBezTo>
                    <a:pt x="9553" y="11884"/>
                    <a:pt x="11935" y="11703"/>
                    <a:pt x="14621" y="8646"/>
                  </a:cubicBezTo>
                  <a:cubicBezTo>
                    <a:pt x="12539" y="6917"/>
                    <a:pt x="10918" y="6543"/>
                    <a:pt x="9906" y="6543"/>
                  </a:cubicBezTo>
                  <a:cubicBezTo>
                    <a:pt x="9136" y="6543"/>
                    <a:pt x="8718" y="6760"/>
                    <a:pt x="8718" y="6760"/>
                  </a:cubicBezTo>
                  <a:cubicBezTo>
                    <a:pt x="8718" y="6760"/>
                    <a:pt x="11575" y="4976"/>
                    <a:pt x="11285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1"/>
            <p:cNvSpPr/>
            <p:nvPr/>
          </p:nvSpPr>
          <p:spPr>
            <a:xfrm>
              <a:off x="3402400" y="3030450"/>
              <a:ext cx="850375" cy="1096950"/>
            </a:xfrm>
            <a:custGeom>
              <a:rect b="b" l="l" r="r" t="t"/>
              <a:pathLst>
                <a:path extrusionOk="0" h="43878" w="34015">
                  <a:moveTo>
                    <a:pt x="14534" y="1"/>
                  </a:moveTo>
                  <a:cubicBezTo>
                    <a:pt x="9780" y="1"/>
                    <a:pt x="5603" y="3474"/>
                    <a:pt x="4830" y="8320"/>
                  </a:cubicBezTo>
                  <a:lnTo>
                    <a:pt x="145" y="37939"/>
                  </a:lnTo>
                  <a:cubicBezTo>
                    <a:pt x="0" y="38911"/>
                    <a:pt x="653" y="39825"/>
                    <a:pt x="1639" y="39970"/>
                  </a:cubicBezTo>
                  <a:cubicBezTo>
                    <a:pt x="1730" y="39983"/>
                    <a:pt x="1821" y="39990"/>
                    <a:pt x="1910" y="39990"/>
                  </a:cubicBezTo>
                  <a:cubicBezTo>
                    <a:pt x="2775" y="39990"/>
                    <a:pt x="3539" y="39370"/>
                    <a:pt x="3670" y="38476"/>
                  </a:cubicBezTo>
                  <a:lnTo>
                    <a:pt x="8341" y="8871"/>
                  </a:lnTo>
                  <a:cubicBezTo>
                    <a:pt x="8838" y="5783"/>
                    <a:pt x="11495" y="3569"/>
                    <a:pt x="14523" y="3569"/>
                  </a:cubicBezTo>
                  <a:cubicBezTo>
                    <a:pt x="14852" y="3569"/>
                    <a:pt x="15185" y="3595"/>
                    <a:pt x="15521" y="3649"/>
                  </a:cubicBezTo>
                  <a:lnTo>
                    <a:pt x="24412" y="5041"/>
                  </a:lnTo>
                  <a:cubicBezTo>
                    <a:pt x="27836" y="5593"/>
                    <a:pt x="30171" y="8798"/>
                    <a:pt x="29634" y="12221"/>
                  </a:cubicBezTo>
                  <a:lnTo>
                    <a:pt x="24949" y="41826"/>
                  </a:lnTo>
                  <a:cubicBezTo>
                    <a:pt x="24804" y="42813"/>
                    <a:pt x="25457" y="43712"/>
                    <a:pt x="26443" y="43857"/>
                  </a:cubicBezTo>
                  <a:cubicBezTo>
                    <a:pt x="26534" y="43871"/>
                    <a:pt x="26624" y="43877"/>
                    <a:pt x="26714" y="43877"/>
                  </a:cubicBezTo>
                  <a:cubicBezTo>
                    <a:pt x="27579" y="43877"/>
                    <a:pt x="28342" y="43258"/>
                    <a:pt x="28474" y="42377"/>
                  </a:cubicBezTo>
                  <a:lnTo>
                    <a:pt x="33173" y="12787"/>
                  </a:lnTo>
                  <a:cubicBezTo>
                    <a:pt x="34015" y="7420"/>
                    <a:pt x="30359" y="2373"/>
                    <a:pt x="24978" y="1531"/>
                  </a:cubicBezTo>
                  <a:lnTo>
                    <a:pt x="16086" y="124"/>
                  </a:lnTo>
                  <a:cubicBezTo>
                    <a:pt x="15565" y="41"/>
                    <a:pt x="15046" y="1"/>
                    <a:pt x="14534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1"/>
            <p:cNvSpPr/>
            <p:nvPr/>
          </p:nvSpPr>
          <p:spPr>
            <a:xfrm>
              <a:off x="3382100" y="4374175"/>
              <a:ext cx="679775" cy="524750"/>
            </a:xfrm>
            <a:custGeom>
              <a:rect b="b" l="l" r="r" t="t"/>
              <a:pathLst>
                <a:path extrusionOk="0" h="20990" w="27191">
                  <a:moveTo>
                    <a:pt x="17716" y="1"/>
                  </a:moveTo>
                  <a:cubicBezTo>
                    <a:pt x="14647" y="1"/>
                    <a:pt x="11548" y="1502"/>
                    <a:pt x="9805" y="4874"/>
                  </a:cubicBezTo>
                  <a:cubicBezTo>
                    <a:pt x="8036" y="8326"/>
                    <a:pt x="7920" y="12199"/>
                    <a:pt x="5062" y="13084"/>
                  </a:cubicBezTo>
                  <a:cubicBezTo>
                    <a:pt x="0" y="14665"/>
                    <a:pt x="1175" y="20989"/>
                    <a:pt x="1175" y="20989"/>
                  </a:cubicBezTo>
                  <a:cubicBezTo>
                    <a:pt x="2396" y="17038"/>
                    <a:pt x="4514" y="15979"/>
                    <a:pt x="7106" y="15979"/>
                  </a:cubicBezTo>
                  <a:cubicBezTo>
                    <a:pt x="10096" y="15979"/>
                    <a:pt x="13716" y="17387"/>
                    <a:pt x="17319" y="17387"/>
                  </a:cubicBezTo>
                  <a:cubicBezTo>
                    <a:pt x="18722" y="17387"/>
                    <a:pt x="20123" y="17173"/>
                    <a:pt x="21482" y="16580"/>
                  </a:cubicBezTo>
                  <a:cubicBezTo>
                    <a:pt x="24644" y="15231"/>
                    <a:pt x="26327" y="12446"/>
                    <a:pt x="26617" y="9501"/>
                  </a:cubicBezTo>
                  <a:cubicBezTo>
                    <a:pt x="27191" y="3631"/>
                    <a:pt x="22488" y="1"/>
                    <a:pt x="177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1"/>
            <p:cNvSpPr/>
            <p:nvPr/>
          </p:nvSpPr>
          <p:spPr>
            <a:xfrm>
              <a:off x="3282375" y="3758600"/>
              <a:ext cx="159575" cy="220025"/>
            </a:xfrm>
            <a:custGeom>
              <a:rect b="b" l="l" r="r" t="t"/>
              <a:pathLst>
                <a:path extrusionOk="0" h="8801" w="6383">
                  <a:moveTo>
                    <a:pt x="1674" y="1"/>
                  </a:moveTo>
                  <a:cubicBezTo>
                    <a:pt x="1514" y="1"/>
                    <a:pt x="1371" y="48"/>
                    <a:pt x="1277" y="95"/>
                  </a:cubicBezTo>
                  <a:cubicBezTo>
                    <a:pt x="1132" y="226"/>
                    <a:pt x="1030" y="385"/>
                    <a:pt x="1001" y="589"/>
                  </a:cubicBezTo>
                  <a:lnTo>
                    <a:pt x="44" y="7406"/>
                  </a:lnTo>
                  <a:cubicBezTo>
                    <a:pt x="0" y="7609"/>
                    <a:pt x="44" y="7798"/>
                    <a:pt x="160" y="7957"/>
                  </a:cubicBezTo>
                  <a:cubicBezTo>
                    <a:pt x="290" y="8102"/>
                    <a:pt x="450" y="8189"/>
                    <a:pt x="653" y="8218"/>
                  </a:cubicBezTo>
                  <a:lnTo>
                    <a:pt x="4613" y="8784"/>
                  </a:lnTo>
                  <a:cubicBezTo>
                    <a:pt x="4670" y="8795"/>
                    <a:pt x="4723" y="8801"/>
                    <a:pt x="4772" y="8801"/>
                  </a:cubicBezTo>
                  <a:cubicBezTo>
                    <a:pt x="4914" y="8801"/>
                    <a:pt x="5032" y="8757"/>
                    <a:pt x="5149" y="8682"/>
                  </a:cubicBezTo>
                  <a:cubicBezTo>
                    <a:pt x="5294" y="8566"/>
                    <a:pt x="5382" y="8421"/>
                    <a:pt x="5425" y="8218"/>
                  </a:cubicBezTo>
                  <a:cubicBezTo>
                    <a:pt x="5440" y="8044"/>
                    <a:pt x="5411" y="7885"/>
                    <a:pt x="5280" y="7725"/>
                  </a:cubicBezTo>
                  <a:cubicBezTo>
                    <a:pt x="5149" y="7580"/>
                    <a:pt x="4990" y="7478"/>
                    <a:pt x="4787" y="7449"/>
                  </a:cubicBezTo>
                  <a:lnTo>
                    <a:pt x="1595" y="7012"/>
                  </a:lnTo>
                  <a:lnTo>
                    <a:pt x="1595" y="7012"/>
                  </a:lnTo>
                  <a:lnTo>
                    <a:pt x="1887" y="4847"/>
                  </a:lnTo>
                  <a:lnTo>
                    <a:pt x="1887" y="4847"/>
                  </a:lnTo>
                  <a:lnTo>
                    <a:pt x="4555" y="5216"/>
                  </a:lnTo>
                  <a:cubicBezTo>
                    <a:pt x="4612" y="5227"/>
                    <a:pt x="4664" y="5232"/>
                    <a:pt x="4714" y="5232"/>
                  </a:cubicBezTo>
                  <a:cubicBezTo>
                    <a:pt x="4856" y="5232"/>
                    <a:pt x="4974" y="5189"/>
                    <a:pt x="5091" y="5114"/>
                  </a:cubicBezTo>
                  <a:cubicBezTo>
                    <a:pt x="5236" y="4998"/>
                    <a:pt x="5338" y="4853"/>
                    <a:pt x="5367" y="4650"/>
                  </a:cubicBezTo>
                  <a:cubicBezTo>
                    <a:pt x="5382" y="4461"/>
                    <a:pt x="5352" y="4273"/>
                    <a:pt x="5222" y="4128"/>
                  </a:cubicBezTo>
                  <a:cubicBezTo>
                    <a:pt x="5091" y="3968"/>
                    <a:pt x="4932" y="3896"/>
                    <a:pt x="4729" y="3852"/>
                  </a:cubicBezTo>
                  <a:lnTo>
                    <a:pt x="2060" y="3487"/>
                  </a:lnTo>
                  <a:lnTo>
                    <a:pt x="2060" y="3487"/>
                  </a:lnTo>
                  <a:lnTo>
                    <a:pt x="2352" y="1474"/>
                  </a:lnTo>
                  <a:lnTo>
                    <a:pt x="2352" y="1474"/>
                  </a:lnTo>
                  <a:lnTo>
                    <a:pt x="5556" y="1938"/>
                  </a:lnTo>
                  <a:cubicBezTo>
                    <a:pt x="5607" y="1944"/>
                    <a:pt x="5655" y="1948"/>
                    <a:pt x="5701" y="1948"/>
                  </a:cubicBezTo>
                  <a:cubicBezTo>
                    <a:pt x="5848" y="1948"/>
                    <a:pt x="5970" y="1910"/>
                    <a:pt x="6092" y="1821"/>
                  </a:cubicBezTo>
                  <a:cubicBezTo>
                    <a:pt x="6237" y="1720"/>
                    <a:pt x="6324" y="1575"/>
                    <a:pt x="6368" y="1372"/>
                  </a:cubicBezTo>
                  <a:cubicBezTo>
                    <a:pt x="6382" y="1169"/>
                    <a:pt x="6353" y="995"/>
                    <a:pt x="6223" y="850"/>
                  </a:cubicBezTo>
                  <a:cubicBezTo>
                    <a:pt x="6092" y="690"/>
                    <a:pt x="5933" y="618"/>
                    <a:pt x="5730" y="574"/>
                  </a:cubicBezTo>
                  <a:lnTo>
                    <a:pt x="1784" y="8"/>
                  </a:lnTo>
                  <a:cubicBezTo>
                    <a:pt x="1747" y="3"/>
                    <a:pt x="1710" y="1"/>
                    <a:pt x="1674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1"/>
            <p:cNvSpPr/>
            <p:nvPr/>
          </p:nvSpPr>
          <p:spPr>
            <a:xfrm>
              <a:off x="3450975" y="3790750"/>
              <a:ext cx="177000" cy="212475"/>
            </a:xfrm>
            <a:custGeom>
              <a:rect b="b" l="l" r="r" t="t"/>
              <a:pathLst>
                <a:path extrusionOk="0" h="8499" w="7080">
                  <a:moveTo>
                    <a:pt x="4228" y="1"/>
                  </a:moveTo>
                  <a:cubicBezTo>
                    <a:pt x="3861" y="1"/>
                    <a:pt x="3511" y="48"/>
                    <a:pt x="3178" y="129"/>
                  </a:cubicBezTo>
                  <a:cubicBezTo>
                    <a:pt x="2626" y="274"/>
                    <a:pt x="2133" y="492"/>
                    <a:pt x="1698" y="811"/>
                  </a:cubicBezTo>
                  <a:cubicBezTo>
                    <a:pt x="1263" y="1116"/>
                    <a:pt x="900" y="1522"/>
                    <a:pt x="639" y="2015"/>
                  </a:cubicBezTo>
                  <a:cubicBezTo>
                    <a:pt x="364" y="2494"/>
                    <a:pt x="175" y="3045"/>
                    <a:pt x="88" y="3640"/>
                  </a:cubicBezTo>
                  <a:cubicBezTo>
                    <a:pt x="1" y="4336"/>
                    <a:pt x="30" y="4960"/>
                    <a:pt x="175" y="5525"/>
                  </a:cubicBezTo>
                  <a:cubicBezTo>
                    <a:pt x="320" y="6091"/>
                    <a:pt x="581" y="6555"/>
                    <a:pt x="929" y="6976"/>
                  </a:cubicBezTo>
                  <a:cubicBezTo>
                    <a:pt x="1292" y="7396"/>
                    <a:pt x="1684" y="7716"/>
                    <a:pt x="2177" y="7977"/>
                  </a:cubicBezTo>
                  <a:cubicBezTo>
                    <a:pt x="2670" y="8209"/>
                    <a:pt x="3192" y="8397"/>
                    <a:pt x="3758" y="8470"/>
                  </a:cubicBezTo>
                  <a:cubicBezTo>
                    <a:pt x="3975" y="8484"/>
                    <a:pt x="4207" y="8499"/>
                    <a:pt x="4425" y="8499"/>
                  </a:cubicBezTo>
                  <a:cubicBezTo>
                    <a:pt x="4643" y="8499"/>
                    <a:pt x="4875" y="8484"/>
                    <a:pt x="5092" y="8441"/>
                  </a:cubicBezTo>
                  <a:cubicBezTo>
                    <a:pt x="5339" y="8412"/>
                    <a:pt x="5556" y="8354"/>
                    <a:pt x="5774" y="8281"/>
                  </a:cubicBezTo>
                  <a:cubicBezTo>
                    <a:pt x="5963" y="8223"/>
                    <a:pt x="6108" y="8078"/>
                    <a:pt x="6180" y="7890"/>
                  </a:cubicBezTo>
                  <a:cubicBezTo>
                    <a:pt x="6253" y="7686"/>
                    <a:pt x="6224" y="7469"/>
                    <a:pt x="6093" y="7251"/>
                  </a:cubicBezTo>
                  <a:cubicBezTo>
                    <a:pt x="6006" y="7092"/>
                    <a:pt x="5876" y="6990"/>
                    <a:pt x="5716" y="6947"/>
                  </a:cubicBezTo>
                  <a:cubicBezTo>
                    <a:pt x="5642" y="6927"/>
                    <a:pt x="5565" y="6916"/>
                    <a:pt x="5486" y="6916"/>
                  </a:cubicBezTo>
                  <a:cubicBezTo>
                    <a:pt x="5395" y="6916"/>
                    <a:pt x="5302" y="6930"/>
                    <a:pt x="5208" y="6961"/>
                  </a:cubicBezTo>
                  <a:cubicBezTo>
                    <a:pt x="5005" y="7034"/>
                    <a:pt x="4788" y="7063"/>
                    <a:pt x="4570" y="7092"/>
                  </a:cubicBezTo>
                  <a:cubicBezTo>
                    <a:pt x="4353" y="7092"/>
                    <a:pt x="4135" y="7092"/>
                    <a:pt x="3917" y="7048"/>
                  </a:cubicBezTo>
                  <a:cubicBezTo>
                    <a:pt x="3540" y="6990"/>
                    <a:pt x="3178" y="6889"/>
                    <a:pt x="2873" y="6729"/>
                  </a:cubicBezTo>
                  <a:cubicBezTo>
                    <a:pt x="2554" y="6555"/>
                    <a:pt x="2307" y="6338"/>
                    <a:pt x="2090" y="6076"/>
                  </a:cubicBezTo>
                  <a:cubicBezTo>
                    <a:pt x="1872" y="5801"/>
                    <a:pt x="1727" y="5496"/>
                    <a:pt x="1640" y="5105"/>
                  </a:cubicBezTo>
                  <a:cubicBezTo>
                    <a:pt x="1539" y="4727"/>
                    <a:pt x="1524" y="4292"/>
                    <a:pt x="1597" y="3828"/>
                  </a:cubicBezTo>
                  <a:cubicBezTo>
                    <a:pt x="1655" y="3422"/>
                    <a:pt x="1785" y="3059"/>
                    <a:pt x="1945" y="2740"/>
                  </a:cubicBezTo>
                  <a:cubicBezTo>
                    <a:pt x="2104" y="2421"/>
                    <a:pt x="2322" y="2160"/>
                    <a:pt x="2597" y="1942"/>
                  </a:cubicBezTo>
                  <a:cubicBezTo>
                    <a:pt x="2873" y="1725"/>
                    <a:pt x="3192" y="1580"/>
                    <a:pt x="3540" y="1478"/>
                  </a:cubicBezTo>
                  <a:cubicBezTo>
                    <a:pt x="3732" y="1430"/>
                    <a:pt x="3937" y="1409"/>
                    <a:pt x="4152" y="1409"/>
                  </a:cubicBezTo>
                  <a:cubicBezTo>
                    <a:pt x="4328" y="1409"/>
                    <a:pt x="4512" y="1423"/>
                    <a:pt x="4701" y="1449"/>
                  </a:cubicBezTo>
                  <a:cubicBezTo>
                    <a:pt x="4933" y="1478"/>
                    <a:pt x="5150" y="1536"/>
                    <a:pt x="5353" y="1609"/>
                  </a:cubicBezTo>
                  <a:cubicBezTo>
                    <a:pt x="5556" y="1696"/>
                    <a:pt x="5730" y="1797"/>
                    <a:pt x="5919" y="1899"/>
                  </a:cubicBezTo>
                  <a:cubicBezTo>
                    <a:pt x="6064" y="2015"/>
                    <a:pt x="6224" y="2059"/>
                    <a:pt x="6383" y="2059"/>
                  </a:cubicBezTo>
                  <a:cubicBezTo>
                    <a:pt x="6543" y="2059"/>
                    <a:pt x="6688" y="2015"/>
                    <a:pt x="6818" y="1884"/>
                  </a:cubicBezTo>
                  <a:cubicBezTo>
                    <a:pt x="7007" y="1725"/>
                    <a:pt x="7079" y="1522"/>
                    <a:pt x="7079" y="1304"/>
                  </a:cubicBezTo>
                  <a:cubicBezTo>
                    <a:pt x="7079" y="1087"/>
                    <a:pt x="6963" y="898"/>
                    <a:pt x="6789" y="782"/>
                  </a:cubicBezTo>
                  <a:cubicBezTo>
                    <a:pt x="6514" y="594"/>
                    <a:pt x="6209" y="434"/>
                    <a:pt x="5905" y="303"/>
                  </a:cubicBezTo>
                  <a:cubicBezTo>
                    <a:pt x="5585" y="173"/>
                    <a:pt x="5252" y="100"/>
                    <a:pt x="4918" y="57"/>
                  </a:cubicBezTo>
                  <a:cubicBezTo>
                    <a:pt x="4682" y="18"/>
                    <a:pt x="4452" y="1"/>
                    <a:pt x="422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1"/>
            <p:cNvSpPr/>
            <p:nvPr/>
          </p:nvSpPr>
          <p:spPr>
            <a:xfrm>
              <a:off x="3635200" y="3811875"/>
              <a:ext cx="162475" cy="213875"/>
            </a:xfrm>
            <a:custGeom>
              <a:rect b="b" l="l" r="r" t="t"/>
              <a:pathLst>
                <a:path extrusionOk="0" h="8555" w="6499">
                  <a:moveTo>
                    <a:pt x="3441" y="1419"/>
                  </a:moveTo>
                  <a:cubicBezTo>
                    <a:pt x="3502" y="1419"/>
                    <a:pt x="3564" y="1423"/>
                    <a:pt x="3627" y="1431"/>
                  </a:cubicBezTo>
                  <a:cubicBezTo>
                    <a:pt x="3946" y="1489"/>
                    <a:pt x="4222" y="1634"/>
                    <a:pt x="4439" y="1866"/>
                  </a:cubicBezTo>
                  <a:cubicBezTo>
                    <a:pt x="4657" y="2113"/>
                    <a:pt x="4802" y="2446"/>
                    <a:pt x="4874" y="2882"/>
                  </a:cubicBezTo>
                  <a:cubicBezTo>
                    <a:pt x="4947" y="3317"/>
                    <a:pt x="4947" y="3868"/>
                    <a:pt x="4860" y="4506"/>
                  </a:cubicBezTo>
                  <a:cubicBezTo>
                    <a:pt x="4758" y="5115"/>
                    <a:pt x="4642" y="5638"/>
                    <a:pt x="4439" y="6044"/>
                  </a:cubicBezTo>
                  <a:cubicBezTo>
                    <a:pt x="4251" y="6435"/>
                    <a:pt x="4018" y="6725"/>
                    <a:pt x="3743" y="6914"/>
                  </a:cubicBezTo>
                  <a:cubicBezTo>
                    <a:pt x="3531" y="7055"/>
                    <a:pt x="3282" y="7129"/>
                    <a:pt x="3025" y="7129"/>
                  </a:cubicBezTo>
                  <a:cubicBezTo>
                    <a:pt x="2965" y="7129"/>
                    <a:pt x="2904" y="7125"/>
                    <a:pt x="2844" y="7117"/>
                  </a:cubicBezTo>
                  <a:cubicBezTo>
                    <a:pt x="2510" y="7059"/>
                    <a:pt x="2249" y="6914"/>
                    <a:pt x="2046" y="6653"/>
                  </a:cubicBezTo>
                  <a:cubicBezTo>
                    <a:pt x="1828" y="6421"/>
                    <a:pt x="1683" y="6073"/>
                    <a:pt x="1611" y="5638"/>
                  </a:cubicBezTo>
                  <a:cubicBezTo>
                    <a:pt x="1538" y="5202"/>
                    <a:pt x="1538" y="4680"/>
                    <a:pt x="1625" y="4042"/>
                  </a:cubicBezTo>
                  <a:cubicBezTo>
                    <a:pt x="1712" y="3389"/>
                    <a:pt x="1843" y="2882"/>
                    <a:pt x="2046" y="2490"/>
                  </a:cubicBezTo>
                  <a:cubicBezTo>
                    <a:pt x="2220" y="2084"/>
                    <a:pt x="2466" y="1823"/>
                    <a:pt x="2728" y="1634"/>
                  </a:cubicBezTo>
                  <a:cubicBezTo>
                    <a:pt x="2951" y="1493"/>
                    <a:pt x="3184" y="1419"/>
                    <a:pt x="3441" y="1419"/>
                  </a:cubicBezTo>
                  <a:close/>
                  <a:moveTo>
                    <a:pt x="3339" y="0"/>
                  </a:moveTo>
                  <a:cubicBezTo>
                    <a:pt x="2859" y="0"/>
                    <a:pt x="2436" y="112"/>
                    <a:pt x="2046" y="329"/>
                  </a:cubicBezTo>
                  <a:cubicBezTo>
                    <a:pt x="1538" y="619"/>
                    <a:pt x="1103" y="1068"/>
                    <a:pt x="769" y="1678"/>
                  </a:cubicBezTo>
                  <a:cubicBezTo>
                    <a:pt x="450" y="2272"/>
                    <a:pt x="233" y="2998"/>
                    <a:pt x="102" y="3824"/>
                  </a:cubicBezTo>
                  <a:cubicBezTo>
                    <a:pt x="1" y="4666"/>
                    <a:pt x="15" y="5420"/>
                    <a:pt x="160" y="6102"/>
                  </a:cubicBezTo>
                  <a:cubicBezTo>
                    <a:pt x="305" y="6769"/>
                    <a:pt x="595" y="7335"/>
                    <a:pt x="1016" y="7741"/>
                  </a:cubicBezTo>
                  <a:cubicBezTo>
                    <a:pt x="1422" y="8161"/>
                    <a:pt x="1973" y="8437"/>
                    <a:pt x="2640" y="8524"/>
                  </a:cubicBezTo>
                  <a:cubicBezTo>
                    <a:pt x="2794" y="8544"/>
                    <a:pt x="2945" y="8554"/>
                    <a:pt x="3093" y="8554"/>
                  </a:cubicBezTo>
                  <a:cubicBezTo>
                    <a:pt x="3584" y="8554"/>
                    <a:pt x="4037" y="8443"/>
                    <a:pt x="4439" y="8219"/>
                  </a:cubicBezTo>
                  <a:cubicBezTo>
                    <a:pt x="4947" y="7929"/>
                    <a:pt x="5382" y="7480"/>
                    <a:pt x="5701" y="6871"/>
                  </a:cubicBezTo>
                  <a:cubicBezTo>
                    <a:pt x="6035" y="6276"/>
                    <a:pt x="6267" y="5551"/>
                    <a:pt x="6383" y="4724"/>
                  </a:cubicBezTo>
                  <a:cubicBezTo>
                    <a:pt x="6499" y="3882"/>
                    <a:pt x="6484" y="3128"/>
                    <a:pt x="6325" y="2446"/>
                  </a:cubicBezTo>
                  <a:cubicBezTo>
                    <a:pt x="6180" y="1794"/>
                    <a:pt x="5890" y="1243"/>
                    <a:pt x="5469" y="822"/>
                  </a:cubicBezTo>
                  <a:cubicBezTo>
                    <a:pt x="5048" y="401"/>
                    <a:pt x="4512" y="126"/>
                    <a:pt x="3844" y="39"/>
                  </a:cubicBezTo>
                  <a:cubicBezTo>
                    <a:pt x="3669" y="13"/>
                    <a:pt x="3501" y="0"/>
                    <a:pt x="3339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1"/>
            <p:cNvSpPr/>
            <p:nvPr/>
          </p:nvSpPr>
          <p:spPr>
            <a:xfrm>
              <a:off x="3230150" y="4026050"/>
              <a:ext cx="164300" cy="209150"/>
            </a:xfrm>
            <a:custGeom>
              <a:rect b="b" l="l" r="r" t="t"/>
              <a:pathLst>
                <a:path extrusionOk="0" h="8366" w="6572">
                  <a:moveTo>
                    <a:pt x="2338" y="1543"/>
                  </a:moveTo>
                  <a:lnTo>
                    <a:pt x="4207" y="1814"/>
                  </a:lnTo>
                  <a:cubicBezTo>
                    <a:pt x="4482" y="1843"/>
                    <a:pt x="4686" y="1930"/>
                    <a:pt x="4787" y="2118"/>
                  </a:cubicBezTo>
                  <a:cubicBezTo>
                    <a:pt x="4932" y="2292"/>
                    <a:pt x="4990" y="2539"/>
                    <a:pt x="4932" y="2858"/>
                  </a:cubicBezTo>
                  <a:cubicBezTo>
                    <a:pt x="4903" y="3134"/>
                    <a:pt x="4787" y="3308"/>
                    <a:pt x="4584" y="3438"/>
                  </a:cubicBezTo>
                  <a:cubicBezTo>
                    <a:pt x="4433" y="3531"/>
                    <a:pt x="4273" y="3578"/>
                    <a:pt x="4104" y="3578"/>
                  </a:cubicBezTo>
                  <a:cubicBezTo>
                    <a:pt x="4061" y="3578"/>
                    <a:pt x="4018" y="3575"/>
                    <a:pt x="3975" y="3569"/>
                  </a:cubicBezTo>
                  <a:lnTo>
                    <a:pt x="2090" y="3300"/>
                  </a:lnTo>
                  <a:lnTo>
                    <a:pt x="2090" y="3300"/>
                  </a:lnTo>
                  <a:lnTo>
                    <a:pt x="2338" y="1543"/>
                  </a:lnTo>
                  <a:close/>
                  <a:moveTo>
                    <a:pt x="1917" y="4628"/>
                  </a:moveTo>
                  <a:lnTo>
                    <a:pt x="3873" y="4903"/>
                  </a:lnTo>
                  <a:cubicBezTo>
                    <a:pt x="4033" y="4932"/>
                    <a:pt x="4192" y="4961"/>
                    <a:pt x="4381" y="5048"/>
                  </a:cubicBezTo>
                  <a:cubicBezTo>
                    <a:pt x="4569" y="5106"/>
                    <a:pt x="4715" y="5237"/>
                    <a:pt x="4831" y="5396"/>
                  </a:cubicBezTo>
                  <a:cubicBezTo>
                    <a:pt x="4961" y="5556"/>
                    <a:pt x="4990" y="5817"/>
                    <a:pt x="4932" y="6165"/>
                  </a:cubicBezTo>
                  <a:cubicBezTo>
                    <a:pt x="4889" y="6528"/>
                    <a:pt x="4758" y="6774"/>
                    <a:pt x="4526" y="6934"/>
                  </a:cubicBezTo>
                  <a:cubicBezTo>
                    <a:pt x="4338" y="7067"/>
                    <a:pt x="4124" y="7124"/>
                    <a:pt x="3885" y="7124"/>
                  </a:cubicBezTo>
                  <a:cubicBezTo>
                    <a:pt x="3811" y="7124"/>
                    <a:pt x="3734" y="7118"/>
                    <a:pt x="3656" y="7108"/>
                  </a:cubicBezTo>
                  <a:lnTo>
                    <a:pt x="1612" y="6804"/>
                  </a:lnTo>
                  <a:lnTo>
                    <a:pt x="1612" y="6804"/>
                  </a:lnTo>
                  <a:lnTo>
                    <a:pt x="1917" y="4628"/>
                  </a:lnTo>
                  <a:close/>
                  <a:moveTo>
                    <a:pt x="1606" y="0"/>
                  </a:moveTo>
                  <a:cubicBezTo>
                    <a:pt x="1460" y="0"/>
                    <a:pt x="1331" y="53"/>
                    <a:pt x="1219" y="131"/>
                  </a:cubicBezTo>
                  <a:cubicBezTo>
                    <a:pt x="1059" y="262"/>
                    <a:pt x="987" y="407"/>
                    <a:pt x="943" y="610"/>
                  </a:cubicBezTo>
                  <a:lnTo>
                    <a:pt x="44" y="7137"/>
                  </a:lnTo>
                  <a:cubicBezTo>
                    <a:pt x="0" y="7340"/>
                    <a:pt x="58" y="7514"/>
                    <a:pt x="160" y="7659"/>
                  </a:cubicBezTo>
                  <a:cubicBezTo>
                    <a:pt x="290" y="7819"/>
                    <a:pt x="436" y="7891"/>
                    <a:pt x="639" y="7935"/>
                  </a:cubicBezTo>
                  <a:lnTo>
                    <a:pt x="3453" y="8341"/>
                  </a:lnTo>
                  <a:cubicBezTo>
                    <a:pt x="3623" y="8358"/>
                    <a:pt x="3792" y="8365"/>
                    <a:pt x="3965" y="8365"/>
                  </a:cubicBezTo>
                  <a:cubicBezTo>
                    <a:pt x="4088" y="8365"/>
                    <a:pt x="4211" y="8362"/>
                    <a:pt x="4337" y="8356"/>
                  </a:cubicBezTo>
                  <a:cubicBezTo>
                    <a:pt x="4642" y="8341"/>
                    <a:pt x="4932" y="8268"/>
                    <a:pt x="5222" y="8123"/>
                  </a:cubicBezTo>
                  <a:cubicBezTo>
                    <a:pt x="5512" y="7993"/>
                    <a:pt x="5773" y="7775"/>
                    <a:pt x="5962" y="7485"/>
                  </a:cubicBezTo>
                  <a:cubicBezTo>
                    <a:pt x="6180" y="7195"/>
                    <a:pt x="6310" y="6789"/>
                    <a:pt x="6383" y="6310"/>
                  </a:cubicBezTo>
                  <a:cubicBezTo>
                    <a:pt x="6441" y="5875"/>
                    <a:pt x="6397" y="5469"/>
                    <a:pt x="6252" y="5164"/>
                  </a:cubicBezTo>
                  <a:cubicBezTo>
                    <a:pt x="6107" y="4831"/>
                    <a:pt x="5918" y="4584"/>
                    <a:pt x="5657" y="4381"/>
                  </a:cubicBezTo>
                  <a:cubicBezTo>
                    <a:pt x="5551" y="4302"/>
                    <a:pt x="5446" y="4232"/>
                    <a:pt x="5341" y="4170"/>
                  </a:cubicBezTo>
                  <a:lnTo>
                    <a:pt x="5341" y="4170"/>
                  </a:lnTo>
                  <a:cubicBezTo>
                    <a:pt x="5646" y="4066"/>
                    <a:pt x="5885" y="3905"/>
                    <a:pt x="6078" y="3699"/>
                  </a:cubicBezTo>
                  <a:cubicBezTo>
                    <a:pt x="6296" y="3453"/>
                    <a:pt x="6426" y="3163"/>
                    <a:pt x="6484" y="2800"/>
                  </a:cubicBezTo>
                  <a:cubicBezTo>
                    <a:pt x="6571" y="2133"/>
                    <a:pt x="6455" y="1611"/>
                    <a:pt x="6151" y="1234"/>
                  </a:cubicBezTo>
                  <a:cubicBezTo>
                    <a:pt x="5846" y="842"/>
                    <a:pt x="5338" y="610"/>
                    <a:pt x="4613" y="508"/>
                  </a:cubicBezTo>
                  <a:lnTo>
                    <a:pt x="1741" y="15"/>
                  </a:lnTo>
                  <a:cubicBezTo>
                    <a:pt x="1694" y="5"/>
                    <a:pt x="1649" y="0"/>
                    <a:pt x="160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1"/>
            <p:cNvSpPr/>
            <p:nvPr/>
          </p:nvSpPr>
          <p:spPr>
            <a:xfrm>
              <a:off x="3396600" y="4060125"/>
              <a:ext cx="175900" cy="210225"/>
            </a:xfrm>
            <a:custGeom>
              <a:rect b="b" l="l" r="r" t="t"/>
              <a:pathLst>
                <a:path extrusionOk="0" h="8409" w="7036">
                  <a:moveTo>
                    <a:pt x="4228" y="2256"/>
                  </a:moveTo>
                  <a:lnTo>
                    <a:pt x="4985" y="5048"/>
                  </a:lnTo>
                  <a:lnTo>
                    <a:pt x="4985" y="5048"/>
                  </a:lnTo>
                  <a:lnTo>
                    <a:pt x="2736" y="4727"/>
                  </a:lnTo>
                  <a:lnTo>
                    <a:pt x="2736" y="4727"/>
                  </a:lnTo>
                  <a:lnTo>
                    <a:pt x="4228" y="2256"/>
                  </a:lnTo>
                  <a:close/>
                  <a:moveTo>
                    <a:pt x="4396" y="0"/>
                  </a:moveTo>
                  <a:cubicBezTo>
                    <a:pt x="4318" y="0"/>
                    <a:pt x="4243" y="18"/>
                    <a:pt x="4178" y="59"/>
                  </a:cubicBezTo>
                  <a:cubicBezTo>
                    <a:pt x="4033" y="117"/>
                    <a:pt x="3917" y="233"/>
                    <a:pt x="3844" y="378"/>
                  </a:cubicBezTo>
                  <a:lnTo>
                    <a:pt x="87" y="6717"/>
                  </a:lnTo>
                  <a:cubicBezTo>
                    <a:pt x="58" y="6789"/>
                    <a:pt x="44" y="6862"/>
                    <a:pt x="15" y="6934"/>
                  </a:cubicBezTo>
                  <a:cubicBezTo>
                    <a:pt x="0" y="7094"/>
                    <a:pt x="15" y="7239"/>
                    <a:pt x="116" y="7370"/>
                  </a:cubicBezTo>
                  <a:cubicBezTo>
                    <a:pt x="203" y="7500"/>
                    <a:pt x="348" y="7573"/>
                    <a:pt x="551" y="7602"/>
                  </a:cubicBezTo>
                  <a:cubicBezTo>
                    <a:pt x="589" y="7609"/>
                    <a:pt x="623" y="7613"/>
                    <a:pt x="656" y="7613"/>
                  </a:cubicBezTo>
                  <a:cubicBezTo>
                    <a:pt x="751" y="7613"/>
                    <a:pt x="832" y="7583"/>
                    <a:pt x="929" y="7529"/>
                  </a:cubicBezTo>
                  <a:cubicBezTo>
                    <a:pt x="1059" y="7486"/>
                    <a:pt x="1146" y="7370"/>
                    <a:pt x="1219" y="7239"/>
                  </a:cubicBezTo>
                  <a:lnTo>
                    <a:pt x="1996" y="5952"/>
                  </a:lnTo>
                  <a:lnTo>
                    <a:pt x="1996" y="5952"/>
                  </a:lnTo>
                  <a:lnTo>
                    <a:pt x="5356" y="6416"/>
                  </a:lnTo>
                  <a:lnTo>
                    <a:pt x="5356" y="6416"/>
                  </a:lnTo>
                  <a:lnTo>
                    <a:pt x="5744" y="7848"/>
                  </a:lnTo>
                  <a:cubicBezTo>
                    <a:pt x="5788" y="8008"/>
                    <a:pt x="5860" y="8138"/>
                    <a:pt x="5947" y="8225"/>
                  </a:cubicBezTo>
                  <a:cubicBezTo>
                    <a:pt x="6034" y="8327"/>
                    <a:pt x="6165" y="8385"/>
                    <a:pt x="6295" y="8400"/>
                  </a:cubicBezTo>
                  <a:cubicBezTo>
                    <a:pt x="6325" y="8405"/>
                    <a:pt x="6355" y="8408"/>
                    <a:pt x="6386" y="8408"/>
                  </a:cubicBezTo>
                  <a:cubicBezTo>
                    <a:pt x="6505" y="8408"/>
                    <a:pt x="6630" y="8364"/>
                    <a:pt x="6745" y="8283"/>
                  </a:cubicBezTo>
                  <a:cubicBezTo>
                    <a:pt x="6905" y="8182"/>
                    <a:pt x="6977" y="8022"/>
                    <a:pt x="7021" y="7819"/>
                  </a:cubicBezTo>
                  <a:cubicBezTo>
                    <a:pt x="7035" y="7747"/>
                    <a:pt x="7021" y="7660"/>
                    <a:pt x="7006" y="7558"/>
                  </a:cubicBezTo>
                  <a:lnTo>
                    <a:pt x="5150" y="552"/>
                  </a:lnTo>
                  <a:cubicBezTo>
                    <a:pt x="5135" y="407"/>
                    <a:pt x="5062" y="277"/>
                    <a:pt x="4946" y="190"/>
                  </a:cubicBezTo>
                  <a:cubicBezTo>
                    <a:pt x="4845" y="103"/>
                    <a:pt x="4714" y="45"/>
                    <a:pt x="4584" y="30"/>
                  </a:cubicBezTo>
                  <a:cubicBezTo>
                    <a:pt x="4521" y="11"/>
                    <a:pt x="4457" y="0"/>
                    <a:pt x="43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1"/>
            <p:cNvSpPr/>
            <p:nvPr/>
          </p:nvSpPr>
          <p:spPr>
            <a:xfrm>
              <a:off x="3594575" y="4086025"/>
              <a:ext cx="174100" cy="205500"/>
            </a:xfrm>
            <a:custGeom>
              <a:rect b="b" l="l" r="r" t="t"/>
              <a:pathLst>
                <a:path extrusionOk="0" h="8220" w="6964">
                  <a:moveTo>
                    <a:pt x="4177" y="0"/>
                  </a:moveTo>
                  <a:cubicBezTo>
                    <a:pt x="3812" y="0"/>
                    <a:pt x="3460" y="45"/>
                    <a:pt x="3120" y="140"/>
                  </a:cubicBezTo>
                  <a:cubicBezTo>
                    <a:pt x="2597" y="285"/>
                    <a:pt x="2133" y="503"/>
                    <a:pt x="1698" y="822"/>
                  </a:cubicBezTo>
                  <a:cubicBezTo>
                    <a:pt x="1263" y="1126"/>
                    <a:pt x="915" y="1532"/>
                    <a:pt x="625" y="1982"/>
                  </a:cubicBezTo>
                  <a:cubicBezTo>
                    <a:pt x="335" y="2461"/>
                    <a:pt x="146" y="2939"/>
                    <a:pt x="74" y="3520"/>
                  </a:cubicBezTo>
                  <a:cubicBezTo>
                    <a:pt x="1" y="4100"/>
                    <a:pt x="45" y="4637"/>
                    <a:pt x="190" y="5159"/>
                  </a:cubicBezTo>
                  <a:cubicBezTo>
                    <a:pt x="335" y="5681"/>
                    <a:pt x="567" y="6160"/>
                    <a:pt x="900" y="6566"/>
                  </a:cubicBezTo>
                  <a:cubicBezTo>
                    <a:pt x="1205" y="6986"/>
                    <a:pt x="1597" y="7349"/>
                    <a:pt x="2075" y="7625"/>
                  </a:cubicBezTo>
                  <a:cubicBezTo>
                    <a:pt x="2539" y="7915"/>
                    <a:pt x="3047" y="8089"/>
                    <a:pt x="3627" y="8161"/>
                  </a:cubicBezTo>
                  <a:cubicBezTo>
                    <a:pt x="3889" y="8202"/>
                    <a:pt x="4141" y="8220"/>
                    <a:pt x="4392" y="8220"/>
                  </a:cubicBezTo>
                  <a:cubicBezTo>
                    <a:pt x="4586" y="8220"/>
                    <a:pt x="4780" y="8209"/>
                    <a:pt x="4976" y="8190"/>
                  </a:cubicBezTo>
                  <a:cubicBezTo>
                    <a:pt x="5397" y="8118"/>
                    <a:pt x="5789" y="8002"/>
                    <a:pt x="6166" y="7842"/>
                  </a:cubicBezTo>
                  <a:cubicBezTo>
                    <a:pt x="6267" y="7799"/>
                    <a:pt x="6354" y="7726"/>
                    <a:pt x="6441" y="7639"/>
                  </a:cubicBezTo>
                  <a:cubicBezTo>
                    <a:pt x="6528" y="7552"/>
                    <a:pt x="6586" y="7422"/>
                    <a:pt x="6601" y="7276"/>
                  </a:cubicBezTo>
                  <a:lnTo>
                    <a:pt x="6949" y="4883"/>
                  </a:lnTo>
                  <a:cubicBezTo>
                    <a:pt x="6963" y="4680"/>
                    <a:pt x="6934" y="4506"/>
                    <a:pt x="6818" y="4361"/>
                  </a:cubicBezTo>
                  <a:cubicBezTo>
                    <a:pt x="6717" y="4201"/>
                    <a:pt x="6572" y="4129"/>
                    <a:pt x="6369" y="4085"/>
                  </a:cubicBezTo>
                  <a:lnTo>
                    <a:pt x="4512" y="3839"/>
                  </a:lnTo>
                  <a:cubicBezTo>
                    <a:pt x="4474" y="3833"/>
                    <a:pt x="4435" y="3830"/>
                    <a:pt x="4397" y="3830"/>
                  </a:cubicBezTo>
                  <a:cubicBezTo>
                    <a:pt x="4248" y="3830"/>
                    <a:pt x="4105" y="3874"/>
                    <a:pt x="3990" y="3955"/>
                  </a:cubicBezTo>
                  <a:cubicBezTo>
                    <a:pt x="3830" y="4071"/>
                    <a:pt x="3758" y="4216"/>
                    <a:pt x="3714" y="4419"/>
                  </a:cubicBezTo>
                  <a:cubicBezTo>
                    <a:pt x="3685" y="4608"/>
                    <a:pt x="3743" y="4782"/>
                    <a:pt x="3845" y="4927"/>
                  </a:cubicBezTo>
                  <a:cubicBezTo>
                    <a:pt x="3975" y="5072"/>
                    <a:pt x="4120" y="5144"/>
                    <a:pt x="4324" y="5173"/>
                  </a:cubicBezTo>
                  <a:lnTo>
                    <a:pt x="5386" y="5334"/>
                  </a:lnTo>
                  <a:lnTo>
                    <a:pt x="5386" y="5334"/>
                  </a:lnTo>
                  <a:lnTo>
                    <a:pt x="5178" y="6782"/>
                  </a:lnTo>
                  <a:lnTo>
                    <a:pt x="5178" y="6782"/>
                  </a:lnTo>
                  <a:cubicBezTo>
                    <a:pt x="5010" y="6822"/>
                    <a:pt x="4814" y="6841"/>
                    <a:pt x="4599" y="6841"/>
                  </a:cubicBezTo>
                  <a:cubicBezTo>
                    <a:pt x="4309" y="6841"/>
                    <a:pt x="4048" y="6841"/>
                    <a:pt x="3830" y="6812"/>
                  </a:cubicBezTo>
                  <a:cubicBezTo>
                    <a:pt x="3337" y="6740"/>
                    <a:pt x="2902" y="6551"/>
                    <a:pt x="2539" y="6247"/>
                  </a:cubicBezTo>
                  <a:cubicBezTo>
                    <a:pt x="2177" y="5942"/>
                    <a:pt x="1901" y="5550"/>
                    <a:pt x="1727" y="5115"/>
                  </a:cubicBezTo>
                  <a:cubicBezTo>
                    <a:pt x="1539" y="4680"/>
                    <a:pt x="1495" y="4216"/>
                    <a:pt x="1568" y="3723"/>
                  </a:cubicBezTo>
                  <a:cubicBezTo>
                    <a:pt x="1640" y="3230"/>
                    <a:pt x="1814" y="2794"/>
                    <a:pt x="2104" y="2417"/>
                  </a:cubicBezTo>
                  <a:cubicBezTo>
                    <a:pt x="2394" y="2040"/>
                    <a:pt x="2757" y="1750"/>
                    <a:pt x="3192" y="1561"/>
                  </a:cubicBezTo>
                  <a:cubicBezTo>
                    <a:pt x="3525" y="1433"/>
                    <a:pt x="3865" y="1360"/>
                    <a:pt x="4220" y="1360"/>
                  </a:cubicBezTo>
                  <a:cubicBezTo>
                    <a:pt x="4344" y="1360"/>
                    <a:pt x="4471" y="1369"/>
                    <a:pt x="4599" y="1387"/>
                  </a:cubicBezTo>
                  <a:cubicBezTo>
                    <a:pt x="4831" y="1416"/>
                    <a:pt x="5049" y="1474"/>
                    <a:pt x="5252" y="1547"/>
                  </a:cubicBezTo>
                  <a:cubicBezTo>
                    <a:pt x="5440" y="1620"/>
                    <a:pt x="5629" y="1707"/>
                    <a:pt x="5803" y="1823"/>
                  </a:cubicBezTo>
                  <a:cubicBezTo>
                    <a:pt x="5861" y="1852"/>
                    <a:pt x="5934" y="1895"/>
                    <a:pt x="5992" y="1910"/>
                  </a:cubicBezTo>
                  <a:cubicBezTo>
                    <a:pt x="6050" y="1953"/>
                    <a:pt x="6122" y="1968"/>
                    <a:pt x="6166" y="1968"/>
                  </a:cubicBezTo>
                  <a:cubicBezTo>
                    <a:pt x="6203" y="1973"/>
                    <a:pt x="6239" y="1976"/>
                    <a:pt x="6273" y="1976"/>
                  </a:cubicBezTo>
                  <a:cubicBezTo>
                    <a:pt x="6416" y="1976"/>
                    <a:pt x="6542" y="1928"/>
                    <a:pt x="6659" y="1823"/>
                  </a:cubicBezTo>
                  <a:cubicBezTo>
                    <a:pt x="6804" y="1692"/>
                    <a:pt x="6891" y="1547"/>
                    <a:pt x="6920" y="1373"/>
                  </a:cubicBezTo>
                  <a:cubicBezTo>
                    <a:pt x="6934" y="1257"/>
                    <a:pt x="6920" y="1155"/>
                    <a:pt x="6876" y="1039"/>
                  </a:cubicBezTo>
                  <a:cubicBezTo>
                    <a:pt x="6847" y="938"/>
                    <a:pt x="6775" y="836"/>
                    <a:pt x="6659" y="764"/>
                  </a:cubicBezTo>
                  <a:cubicBezTo>
                    <a:pt x="6412" y="575"/>
                    <a:pt x="6122" y="430"/>
                    <a:pt x="5789" y="300"/>
                  </a:cubicBezTo>
                  <a:cubicBezTo>
                    <a:pt x="5455" y="169"/>
                    <a:pt x="5121" y="96"/>
                    <a:pt x="4773" y="38"/>
                  </a:cubicBezTo>
                  <a:cubicBezTo>
                    <a:pt x="4571" y="13"/>
                    <a:pt x="4372" y="0"/>
                    <a:pt x="41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6" name="Google Shape;135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42"/>
          <p:cNvSpPr/>
          <p:nvPr/>
        </p:nvSpPr>
        <p:spPr>
          <a:xfrm>
            <a:off x="4455312" y="3915299"/>
            <a:ext cx="356100" cy="3906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Sustainable Development Goals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1363" name="Google Shape;1363;p42"/>
          <p:cNvGrpSpPr/>
          <p:nvPr/>
        </p:nvGrpSpPr>
        <p:grpSpPr>
          <a:xfrm rot="3208958">
            <a:off x="1148578" y="1067019"/>
            <a:ext cx="1863007" cy="2549777"/>
            <a:chOff x="3912125" y="621725"/>
            <a:chExt cx="668000" cy="1401850"/>
          </a:xfrm>
        </p:grpSpPr>
        <p:sp>
          <p:nvSpPr>
            <p:cNvPr id="1364" name="Google Shape;1364;p42"/>
            <p:cNvSpPr/>
            <p:nvPr/>
          </p:nvSpPr>
          <p:spPr>
            <a:xfrm>
              <a:off x="3912125" y="621725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2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366" name="Google Shape;1366;p42"/>
          <p:cNvSpPr txBox="1"/>
          <p:nvPr/>
        </p:nvSpPr>
        <p:spPr>
          <a:xfrm flipH="1">
            <a:off x="496674" y="2122463"/>
            <a:ext cx="325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783F04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83F04"/>
                </a:solidFill>
                <a:latin typeface="Quicksand"/>
                <a:ea typeface="Quicksand"/>
                <a:cs typeface="Quicksand"/>
                <a:sym typeface="Quicksand"/>
              </a:rPr>
              <a:t>有效延長產品使用壽命</a:t>
            </a:r>
            <a:endParaRPr b="1" sz="1700">
              <a:solidFill>
                <a:srgbClr val="783F04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83F04"/>
                </a:solidFill>
                <a:latin typeface="Quicksand"/>
                <a:ea typeface="Quicksand"/>
                <a:cs typeface="Quicksand"/>
                <a:sym typeface="Quicksand"/>
              </a:rPr>
              <a:t>減少對新商品的需求</a:t>
            </a:r>
            <a:endParaRPr b="1" sz="1700">
              <a:solidFill>
                <a:srgbClr val="783F04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367" name="Google Shape;1367;p42"/>
          <p:cNvSpPr txBox="1"/>
          <p:nvPr/>
        </p:nvSpPr>
        <p:spPr>
          <a:xfrm>
            <a:off x="1733300" y="1399745"/>
            <a:ext cx="2040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延長生命週期</a:t>
            </a:r>
            <a:endParaRPr b="1" sz="2100">
              <a:solidFill>
                <a:schemeClr val="dk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grpSp>
        <p:nvGrpSpPr>
          <p:cNvPr id="1368" name="Google Shape;1368;p42"/>
          <p:cNvGrpSpPr/>
          <p:nvPr/>
        </p:nvGrpSpPr>
        <p:grpSpPr>
          <a:xfrm rot="3208958">
            <a:off x="5706974" y="1048719"/>
            <a:ext cx="1863007" cy="2595122"/>
            <a:chOff x="3890307" y="596794"/>
            <a:chExt cx="668000" cy="1426781"/>
          </a:xfrm>
        </p:grpSpPr>
        <p:sp>
          <p:nvSpPr>
            <p:cNvPr id="1369" name="Google Shape;1369;p42"/>
            <p:cNvSpPr/>
            <p:nvPr/>
          </p:nvSpPr>
          <p:spPr>
            <a:xfrm>
              <a:off x="3890307" y="596794"/>
              <a:ext cx="668000" cy="1119350"/>
            </a:xfrm>
            <a:custGeom>
              <a:rect b="b" l="l" r="r" t="t"/>
              <a:pathLst>
                <a:path extrusionOk="0" h="44774" w="2672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2"/>
            <p:cNvSpPr/>
            <p:nvPr/>
          </p:nvSpPr>
          <p:spPr>
            <a:xfrm>
              <a:off x="4045550" y="814350"/>
              <a:ext cx="407825" cy="1209225"/>
            </a:xfrm>
            <a:custGeom>
              <a:rect b="b" l="l" r="r" t="t"/>
              <a:pathLst>
                <a:path extrusionOk="0" h="48369" w="16313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1" name="Google Shape;1371;p42"/>
          <p:cNvSpPr txBox="1"/>
          <p:nvPr/>
        </p:nvSpPr>
        <p:spPr>
          <a:xfrm>
            <a:off x="6617601" y="1399750"/>
            <a:ext cx="2190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減少廢棄物產生</a:t>
            </a:r>
            <a:endParaRPr b="1" sz="2100">
              <a:solidFill>
                <a:schemeClr val="dk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2" name="Google Shape;1372;p42"/>
          <p:cNvSpPr/>
          <p:nvPr/>
        </p:nvSpPr>
        <p:spPr>
          <a:xfrm rot="1439140">
            <a:off x="5462856" y="3290708"/>
            <a:ext cx="301101" cy="278134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42"/>
          <p:cNvSpPr txBox="1"/>
          <p:nvPr/>
        </p:nvSpPr>
        <p:spPr>
          <a:xfrm flipH="1">
            <a:off x="5147474" y="2078525"/>
            <a:ext cx="318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83F04"/>
                </a:solidFill>
                <a:latin typeface="Quicksand"/>
                <a:ea typeface="Quicksand"/>
                <a:cs typeface="Quicksand"/>
                <a:sym typeface="Quicksand"/>
              </a:rPr>
              <a:t>二手物品的再利用</a:t>
            </a:r>
            <a:endParaRPr b="1" sz="1600">
              <a:solidFill>
                <a:srgbClr val="783F04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83F04"/>
                </a:solidFill>
                <a:latin typeface="Quicksand"/>
                <a:ea typeface="Quicksand"/>
                <a:cs typeface="Quicksand"/>
                <a:sym typeface="Quicksand"/>
              </a:rPr>
              <a:t>有助於減少廢棄物的產生</a:t>
            </a:r>
            <a:endParaRPr b="1" sz="1600">
              <a:solidFill>
                <a:srgbClr val="783F04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74" name="Google Shape;1374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5" name="Google Shape;1375;p42"/>
          <p:cNvSpPr/>
          <p:nvPr/>
        </p:nvSpPr>
        <p:spPr>
          <a:xfrm>
            <a:off x="4455312" y="4067699"/>
            <a:ext cx="356100" cy="3906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42"/>
          <p:cNvSpPr/>
          <p:nvPr/>
        </p:nvSpPr>
        <p:spPr>
          <a:xfrm>
            <a:off x="3172525" y="3535450"/>
            <a:ext cx="2751000" cy="1138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377" name="Google Shape;1377;p42"/>
          <p:cNvSpPr txBox="1"/>
          <p:nvPr/>
        </p:nvSpPr>
        <p:spPr>
          <a:xfrm>
            <a:off x="3700800" y="3475200"/>
            <a:ext cx="18651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負責任的商業</a:t>
            </a:r>
            <a:endParaRPr b="1" sz="2100">
              <a:solidFill>
                <a:schemeClr val="dk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8" name="Google Shape;1378;p42"/>
          <p:cNvSpPr txBox="1"/>
          <p:nvPr/>
        </p:nvSpPr>
        <p:spPr>
          <a:xfrm flipH="1">
            <a:off x="2688298" y="3839011"/>
            <a:ext cx="37674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致力於社會和環境的可持續發展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79" name="Google Shape;1379;p42"/>
          <p:cNvSpPr txBox="1"/>
          <p:nvPr/>
        </p:nvSpPr>
        <p:spPr>
          <a:xfrm>
            <a:off x="3140850" y="2576425"/>
            <a:ext cx="28623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Responsible </a:t>
            </a:r>
            <a:endParaRPr b="1" sz="2400">
              <a:solidFill>
                <a:schemeClr val="l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Business</a:t>
            </a:r>
            <a:endParaRPr b="1" sz="2400">
              <a:solidFill>
                <a:schemeClr val="l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43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43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43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43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43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未來展望</a:t>
            </a:r>
            <a:endParaRPr/>
          </a:p>
        </p:txBody>
      </p:sp>
      <p:sp>
        <p:nvSpPr>
          <p:cNvPr id="1389" name="Google Shape;1389;p43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grpSp>
        <p:nvGrpSpPr>
          <p:cNvPr id="1390" name="Google Shape;1390;p43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391" name="Google Shape;1391;p43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3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3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3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3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3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3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3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3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3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3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3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3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3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3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3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3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3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3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3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3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3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4" name="Google Shape;1414;p43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415" name="Google Shape;1415;p43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3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3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3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3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3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3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3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3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3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3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3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3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3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3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3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3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3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3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3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3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3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3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3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3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3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3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2" name="Google Shape;1442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44"/>
          <p:cNvSpPr/>
          <p:nvPr/>
        </p:nvSpPr>
        <p:spPr>
          <a:xfrm>
            <a:off x="4345196" y="3588543"/>
            <a:ext cx="301200" cy="2895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r>
              <a:rPr lang="en"/>
              <a:t>將推出的新功能!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449" name="Google Shape;1449;p44"/>
          <p:cNvSpPr/>
          <p:nvPr/>
        </p:nvSpPr>
        <p:spPr>
          <a:xfrm flipH="1">
            <a:off x="495376" y="1275325"/>
            <a:ext cx="3520350" cy="1665329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44"/>
          <p:cNvSpPr txBox="1"/>
          <p:nvPr/>
        </p:nvSpPr>
        <p:spPr>
          <a:xfrm flipH="1">
            <a:off x="804955" y="2230275"/>
            <a:ext cx="284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藉由分析用戶提出交換申請的商</a:t>
            </a: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品Tag</a:t>
            </a: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來做推送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451" name="Google Shape;1451;p44"/>
          <p:cNvSpPr txBox="1"/>
          <p:nvPr/>
        </p:nvSpPr>
        <p:spPr>
          <a:xfrm>
            <a:off x="1018252" y="1685900"/>
            <a:ext cx="24177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個人化推薦系統</a:t>
            </a:r>
            <a:endParaRPr b="1" sz="2100">
              <a:solidFill>
                <a:schemeClr val="dk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52" name="Google Shape;1452;p44"/>
          <p:cNvSpPr/>
          <p:nvPr/>
        </p:nvSpPr>
        <p:spPr>
          <a:xfrm flipH="1" rot="-10472514">
            <a:off x="5095646" y="1275329"/>
            <a:ext cx="3520368" cy="1665331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44"/>
          <p:cNvSpPr txBox="1"/>
          <p:nvPr/>
        </p:nvSpPr>
        <p:spPr>
          <a:xfrm>
            <a:off x="5994663" y="1685895"/>
            <a:ext cx="2040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結合社群媒體</a:t>
            </a:r>
            <a:endParaRPr b="1" sz="2100">
              <a:solidFill>
                <a:schemeClr val="dk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54" name="Google Shape;1454;p44"/>
          <p:cNvSpPr/>
          <p:nvPr/>
        </p:nvSpPr>
        <p:spPr>
          <a:xfrm flipH="1">
            <a:off x="2481014" y="2900075"/>
            <a:ext cx="4181961" cy="1665366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44"/>
          <p:cNvSpPr txBox="1"/>
          <p:nvPr/>
        </p:nvSpPr>
        <p:spPr>
          <a:xfrm>
            <a:off x="3911246" y="3089625"/>
            <a:ext cx="1401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許願清單</a:t>
            </a:r>
            <a:endParaRPr b="1" sz="2100">
              <a:solidFill>
                <a:schemeClr val="dk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456" name="Google Shape;1456;p44"/>
          <p:cNvSpPr txBox="1"/>
          <p:nvPr/>
        </p:nvSpPr>
        <p:spPr>
          <a:xfrm flipH="1">
            <a:off x="5312849" y="2144625"/>
            <a:ext cx="318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分析用戶社群上的個人資訊推送物品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57" name="Google Shape;1457;p44"/>
          <p:cNvSpPr txBox="1"/>
          <p:nvPr/>
        </p:nvSpPr>
        <p:spPr>
          <a:xfrm flipH="1">
            <a:off x="2600875" y="3510225"/>
            <a:ext cx="401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用戶可以許願想要的物品以改善推薦系統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主頁面可以看到其他用戶許願的物品</a:t>
            </a:r>
            <a:endParaRPr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58" name="Google Shape;145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45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45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45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45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預期效益</a:t>
            </a:r>
            <a:endParaRPr/>
          </a:p>
        </p:txBody>
      </p:sp>
      <p:sp>
        <p:nvSpPr>
          <p:cNvPr id="1467" name="Google Shape;1467;p45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grpSp>
        <p:nvGrpSpPr>
          <p:cNvPr id="1468" name="Google Shape;1468;p45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469" name="Google Shape;1469;p45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5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5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5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5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5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5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5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5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5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5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5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5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5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5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5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5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5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5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5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5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5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5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2" name="Google Shape;1492;p45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493" name="Google Shape;1493;p45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5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5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5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5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5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5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5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5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5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5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5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5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5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5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5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5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5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5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5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5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5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5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5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5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5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5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0" name="Google Shape;152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46"/>
          <p:cNvSpPr/>
          <p:nvPr/>
        </p:nvSpPr>
        <p:spPr>
          <a:xfrm flipH="1">
            <a:off x="6683550" y="4300605"/>
            <a:ext cx="4069186" cy="869057"/>
          </a:xfrm>
          <a:custGeom>
            <a:rect b="b" l="l" r="r" t="t"/>
            <a:pathLst>
              <a:path extrusionOk="0" h="16522" w="100288">
                <a:moveTo>
                  <a:pt x="1" y="0"/>
                </a:moveTo>
                <a:lnTo>
                  <a:pt x="1" y="16443"/>
                </a:lnTo>
                <a:lnTo>
                  <a:pt x="97085" y="16443"/>
                </a:lnTo>
                <a:cubicBezTo>
                  <a:pt x="97354" y="16443"/>
                  <a:pt x="97831" y="16522"/>
                  <a:pt x="98231" y="16522"/>
                </a:cubicBezTo>
                <a:cubicBezTo>
                  <a:pt x="98431" y="16522"/>
                  <a:pt x="98613" y="16502"/>
                  <a:pt x="98740" y="16443"/>
                </a:cubicBezTo>
                <a:cubicBezTo>
                  <a:pt x="100287" y="15716"/>
                  <a:pt x="96954" y="11263"/>
                  <a:pt x="96132" y="10370"/>
                </a:cubicBezTo>
                <a:cubicBezTo>
                  <a:pt x="93703" y="7751"/>
                  <a:pt x="90358" y="5977"/>
                  <a:pt x="86869" y="5251"/>
                </a:cubicBezTo>
                <a:cubicBezTo>
                  <a:pt x="85157" y="4891"/>
                  <a:pt x="83426" y="4739"/>
                  <a:pt x="81689" y="4739"/>
                </a:cubicBezTo>
                <a:cubicBezTo>
                  <a:pt x="77555" y="4739"/>
                  <a:pt x="73384" y="5600"/>
                  <a:pt x="69343" y="6572"/>
                </a:cubicBezTo>
                <a:cubicBezTo>
                  <a:pt x="64096" y="7843"/>
                  <a:pt x="58790" y="9293"/>
                  <a:pt x="53433" y="9293"/>
                </a:cubicBezTo>
                <a:cubicBezTo>
                  <a:pt x="52918" y="9293"/>
                  <a:pt x="52404" y="9279"/>
                  <a:pt x="51888" y="9251"/>
                </a:cubicBezTo>
                <a:cubicBezTo>
                  <a:pt x="46162" y="8942"/>
                  <a:pt x="40732" y="6834"/>
                  <a:pt x="35255" y="5167"/>
                </a:cubicBezTo>
                <a:cubicBezTo>
                  <a:pt x="23802" y="1667"/>
                  <a:pt x="11907" y="310"/>
                  <a:pt x="1" y="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46"/>
          <p:cNvSpPr txBox="1"/>
          <p:nvPr>
            <p:ph type="title"/>
          </p:nvPr>
        </p:nvSpPr>
        <p:spPr>
          <a:xfrm>
            <a:off x="1932000" y="999365"/>
            <a:ext cx="5280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有效降低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27" name="Google Shape;1527;p46"/>
          <p:cNvSpPr txBox="1"/>
          <p:nvPr>
            <p:ph idx="1" type="subTitle"/>
          </p:nvPr>
        </p:nvSpPr>
        <p:spPr>
          <a:xfrm>
            <a:off x="1932000" y="638352"/>
            <a:ext cx="5280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廢棄物量</a:t>
            </a:r>
            <a:endParaRPr b="1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528" name="Google Shape;1528;p46"/>
          <p:cNvSpPr txBox="1"/>
          <p:nvPr>
            <p:ph idx="2" type="title"/>
          </p:nvPr>
        </p:nvSpPr>
        <p:spPr>
          <a:xfrm>
            <a:off x="1932075" y="2341357"/>
            <a:ext cx="5280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以物會友</a:t>
            </a:r>
            <a:endParaRPr/>
          </a:p>
        </p:txBody>
      </p:sp>
      <p:sp>
        <p:nvSpPr>
          <p:cNvPr id="1529" name="Google Shape;1529;p46"/>
          <p:cNvSpPr txBox="1"/>
          <p:nvPr>
            <p:ph idx="3" type="subTitle"/>
          </p:nvPr>
        </p:nvSpPr>
        <p:spPr>
          <a:xfrm>
            <a:off x="1932000" y="2065525"/>
            <a:ext cx="5280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用戶能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0" name="Google Shape;1530;p46"/>
          <p:cNvSpPr txBox="1"/>
          <p:nvPr>
            <p:ph idx="5" type="subTitle"/>
          </p:nvPr>
        </p:nvSpPr>
        <p:spPr>
          <a:xfrm>
            <a:off x="2030100" y="3427099"/>
            <a:ext cx="5280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快來Swap 找尋你的夥伴吧!</a:t>
            </a:r>
            <a:endParaRPr b="1" sz="2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531" name="Google Shape;1531;p46"/>
          <p:cNvGrpSpPr/>
          <p:nvPr/>
        </p:nvGrpSpPr>
        <p:grpSpPr>
          <a:xfrm>
            <a:off x="277403" y="2644806"/>
            <a:ext cx="1752695" cy="1581281"/>
            <a:chOff x="540900" y="3060200"/>
            <a:chExt cx="2141350" cy="1931925"/>
          </a:xfrm>
        </p:grpSpPr>
        <p:sp>
          <p:nvSpPr>
            <p:cNvPr id="1532" name="Google Shape;1532;p46"/>
            <p:cNvSpPr/>
            <p:nvPr/>
          </p:nvSpPr>
          <p:spPr>
            <a:xfrm>
              <a:off x="540900" y="3060200"/>
              <a:ext cx="2141350" cy="1931925"/>
            </a:xfrm>
            <a:custGeom>
              <a:rect b="b" l="l" r="r" t="t"/>
              <a:pathLst>
                <a:path extrusionOk="0" h="77277" w="85654">
                  <a:moveTo>
                    <a:pt x="43942" y="0"/>
                  </a:moveTo>
                  <a:cubicBezTo>
                    <a:pt x="40087" y="0"/>
                    <a:pt x="37157" y="1896"/>
                    <a:pt x="34305" y="5113"/>
                  </a:cubicBezTo>
                  <a:lnTo>
                    <a:pt x="34305" y="5041"/>
                  </a:lnTo>
                  <a:lnTo>
                    <a:pt x="34305" y="4997"/>
                  </a:lnTo>
                  <a:cubicBezTo>
                    <a:pt x="34305" y="4867"/>
                    <a:pt x="34305" y="4736"/>
                    <a:pt x="34291" y="4606"/>
                  </a:cubicBezTo>
                  <a:lnTo>
                    <a:pt x="34291" y="4577"/>
                  </a:lnTo>
                  <a:cubicBezTo>
                    <a:pt x="34276" y="4446"/>
                    <a:pt x="34233" y="4316"/>
                    <a:pt x="34204" y="4200"/>
                  </a:cubicBezTo>
                  <a:cubicBezTo>
                    <a:pt x="34204" y="4156"/>
                    <a:pt x="34175" y="4142"/>
                    <a:pt x="34160" y="4098"/>
                  </a:cubicBezTo>
                  <a:cubicBezTo>
                    <a:pt x="34146" y="4069"/>
                    <a:pt x="34146" y="4025"/>
                    <a:pt x="34131" y="4011"/>
                  </a:cubicBezTo>
                  <a:cubicBezTo>
                    <a:pt x="34088" y="3924"/>
                    <a:pt x="34059" y="3837"/>
                    <a:pt x="34001" y="3735"/>
                  </a:cubicBezTo>
                  <a:lnTo>
                    <a:pt x="33986" y="3721"/>
                  </a:lnTo>
                  <a:cubicBezTo>
                    <a:pt x="33928" y="3590"/>
                    <a:pt x="33856" y="3489"/>
                    <a:pt x="33769" y="3373"/>
                  </a:cubicBezTo>
                  <a:cubicBezTo>
                    <a:pt x="33740" y="3358"/>
                    <a:pt x="33740" y="3344"/>
                    <a:pt x="33725" y="3344"/>
                  </a:cubicBezTo>
                  <a:cubicBezTo>
                    <a:pt x="33638" y="3228"/>
                    <a:pt x="33565" y="3141"/>
                    <a:pt x="33449" y="3039"/>
                  </a:cubicBezTo>
                  <a:cubicBezTo>
                    <a:pt x="33435" y="3010"/>
                    <a:pt x="33420" y="2996"/>
                    <a:pt x="33406" y="2996"/>
                  </a:cubicBezTo>
                  <a:cubicBezTo>
                    <a:pt x="33304" y="2909"/>
                    <a:pt x="33203" y="2822"/>
                    <a:pt x="33087" y="2749"/>
                  </a:cubicBezTo>
                  <a:lnTo>
                    <a:pt x="33072" y="2749"/>
                  </a:lnTo>
                  <a:cubicBezTo>
                    <a:pt x="32971" y="2677"/>
                    <a:pt x="32855" y="2604"/>
                    <a:pt x="32724" y="2546"/>
                  </a:cubicBezTo>
                  <a:cubicBezTo>
                    <a:pt x="32710" y="2546"/>
                    <a:pt x="32695" y="2531"/>
                    <a:pt x="32681" y="2531"/>
                  </a:cubicBezTo>
                  <a:cubicBezTo>
                    <a:pt x="32550" y="2473"/>
                    <a:pt x="32434" y="2415"/>
                    <a:pt x="32318" y="2386"/>
                  </a:cubicBezTo>
                  <a:cubicBezTo>
                    <a:pt x="32289" y="2386"/>
                    <a:pt x="32275" y="2357"/>
                    <a:pt x="32260" y="2357"/>
                  </a:cubicBezTo>
                  <a:cubicBezTo>
                    <a:pt x="31984" y="2285"/>
                    <a:pt x="31709" y="2256"/>
                    <a:pt x="31448" y="2256"/>
                  </a:cubicBezTo>
                  <a:lnTo>
                    <a:pt x="31404" y="2256"/>
                  </a:lnTo>
                  <a:cubicBezTo>
                    <a:pt x="31259" y="2256"/>
                    <a:pt x="31129" y="2270"/>
                    <a:pt x="30984" y="2314"/>
                  </a:cubicBezTo>
                  <a:lnTo>
                    <a:pt x="30955" y="2314"/>
                  </a:lnTo>
                  <a:cubicBezTo>
                    <a:pt x="14143" y="5737"/>
                    <a:pt x="11764" y="11539"/>
                    <a:pt x="13128" y="21722"/>
                  </a:cubicBezTo>
                  <a:cubicBezTo>
                    <a:pt x="13171" y="22012"/>
                    <a:pt x="13200" y="22302"/>
                    <a:pt x="13244" y="22577"/>
                  </a:cubicBezTo>
                  <a:cubicBezTo>
                    <a:pt x="13200" y="22519"/>
                    <a:pt x="13171" y="22447"/>
                    <a:pt x="13128" y="22403"/>
                  </a:cubicBezTo>
                  <a:cubicBezTo>
                    <a:pt x="13113" y="22374"/>
                    <a:pt x="13113" y="22360"/>
                    <a:pt x="13099" y="22345"/>
                  </a:cubicBezTo>
                  <a:cubicBezTo>
                    <a:pt x="13026" y="22229"/>
                    <a:pt x="12925" y="22142"/>
                    <a:pt x="12838" y="22041"/>
                  </a:cubicBezTo>
                  <a:lnTo>
                    <a:pt x="12809" y="21997"/>
                  </a:lnTo>
                  <a:cubicBezTo>
                    <a:pt x="12707" y="21910"/>
                    <a:pt x="12620" y="21823"/>
                    <a:pt x="12519" y="21751"/>
                  </a:cubicBezTo>
                  <a:cubicBezTo>
                    <a:pt x="12490" y="21751"/>
                    <a:pt x="12490" y="21722"/>
                    <a:pt x="12475" y="21722"/>
                  </a:cubicBezTo>
                  <a:cubicBezTo>
                    <a:pt x="12374" y="21649"/>
                    <a:pt x="12258" y="21577"/>
                    <a:pt x="12156" y="21533"/>
                  </a:cubicBezTo>
                  <a:cubicBezTo>
                    <a:pt x="12127" y="21504"/>
                    <a:pt x="12098" y="21490"/>
                    <a:pt x="12083" y="21490"/>
                  </a:cubicBezTo>
                  <a:cubicBezTo>
                    <a:pt x="12040" y="21475"/>
                    <a:pt x="12025" y="21461"/>
                    <a:pt x="11982" y="21432"/>
                  </a:cubicBezTo>
                  <a:cubicBezTo>
                    <a:pt x="11895" y="21403"/>
                    <a:pt x="11808" y="21359"/>
                    <a:pt x="11692" y="21330"/>
                  </a:cubicBezTo>
                  <a:lnTo>
                    <a:pt x="11677" y="21330"/>
                  </a:lnTo>
                  <a:cubicBezTo>
                    <a:pt x="11547" y="21287"/>
                    <a:pt x="11431" y="21258"/>
                    <a:pt x="11300" y="21243"/>
                  </a:cubicBezTo>
                  <a:cubicBezTo>
                    <a:pt x="11286" y="21243"/>
                    <a:pt x="11257" y="21243"/>
                    <a:pt x="11242" y="21214"/>
                  </a:cubicBezTo>
                  <a:cubicBezTo>
                    <a:pt x="11112" y="21200"/>
                    <a:pt x="10967" y="21200"/>
                    <a:pt x="10851" y="21200"/>
                  </a:cubicBezTo>
                  <a:lnTo>
                    <a:pt x="10778" y="21200"/>
                  </a:lnTo>
                  <a:cubicBezTo>
                    <a:pt x="10647" y="21200"/>
                    <a:pt x="10517" y="21214"/>
                    <a:pt x="10386" y="21243"/>
                  </a:cubicBezTo>
                  <a:lnTo>
                    <a:pt x="10357" y="21243"/>
                  </a:lnTo>
                  <a:cubicBezTo>
                    <a:pt x="10241" y="21258"/>
                    <a:pt x="10125" y="21287"/>
                    <a:pt x="10009" y="21330"/>
                  </a:cubicBezTo>
                  <a:cubicBezTo>
                    <a:pt x="9995" y="21330"/>
                    <a:pt x="9951" y="21345"/>
                    <a:pt x="9937" y="21345"/>
                  </a:cubicBezTo>
                  <a:cubicBezTo>
                    <a:pt x="9835" y="21388"/>
                    <a:pt x="9705" y="21432"/>
                    <a:pt x="9589" y="21490"/>
                  </a:cubicBezTo>
                  <a:cubicBezTo>
                    <a:pt x="9574" y="21504"/>
                    <a:pt x="9545" y="21533"/>
                    <a:pt x="9516" y="21533"/>
                  </a:cubicBezTo>
                  <a:cubicBezTo>
                    <a:pt x="9415" y="21577"/>
                    <a:pt x="9298" y="21649"/>
                    <a:pt x="9197" y="21751"/>
                  </a:cubicBezTo>
                  <a:lnTo>
                    <a:pt x="9182" y="21765"/>
                  </a:lnTo>
                  <a:cubicBezTo>
                    <a:pt x="9066" y="21838"/>
                    <a:pt x="8979" y="21925"/>
                    <a:pt x="8892" y="22012"/>
                  </a:cubicBezTo>
                  <a:lnTo>
                    <a:pt x="8849" y="22055"/>
                  </a:lnTo>
                  <a:cubicBezTo>
                    <a:pt x="8762" y="22142"/>
                    <a:pt x="8675" y="22258"/>
                    <a:pt x="8602" y="22374"/>
                  </a:cubicBezTo>
                  <a:lnTo>
                    <a:pt x="8573" y="22403"/>
                  </a:lnTo>
                  <a:cubicBezTo>
                    <a:pt x="1" y="35385"/>
                    <a:pt x="1176" y="41347"/>
                    <a:pt x="7587" y="47004"/>
                  </a:cubicBezTo>
                  <a:lnTo>
                    <a:pt x="7471" y="47004"/>
                  </a:lnTo>
                  <a:cubicBezTo>
                    <a:pt x="7340" y="47004"/>
                    <a:pt x="7224" y="47004"/>
                    <a:pt x="7094" y="47019"/>
                  </a:cubicBezTo>
                  <a:lnTo>
                    <a:pt x="7050" y="47019"/>
                  </a:lnTo>
                  <a:cubicBezTo>
                    <a:pt x="6934" y="47033"/>
                    <a:pt x="6804" y="47077"/>
                    <a:pt x="6673" y="47106"/>
                  </a:cubicBezTo>
                  <a:cubicBezTo>
                    <a:pt x="6644" y="47106"/>
                    <a:pt x="6615" y="47135"/>
                    <a:pt x="6586" y="47135"/>
                  </a:cubicBezTo>
                  <a:cubicBezTo>
                    <a:pt x="6543" y="47149"/>
                    <a:pt x="6514" y="47149"/>
                    <a:pt x="6499" y="47164"/>
                  </a:cubicBezTo>
                  <a:cubicBezTo>
                    <a:pt x="6397" y="47207"/>
                    <a:pt x="6310" y="47236"/>
                    <a:pt x="6223" y="47294"/>
                  </a:cubicBezTo>
                  <a:cubicBezTo>
                    <a:pt x="6223" y="47294"/>
                    <a:pt x="6209" y="47294"/>
                    <a:pt x="6209" y="47309"/>
                  </a:cubicBezTo>
                  <a:cubicBezTo>
                    <a:pt x="6078" y="47381"/>
                    <a:pt x="5962" y="47454"/>
                    <a:pt x="5861" y="47526"/>
                  </a:cubicBezTo>
                  <a:cubicBezTo>
                    <a:pt x="5846" y="47541"/>
                    <a:pt x="5846" y="47541"/>
                    <a:pt x="5817" y="47541"/>
                  </a:cubicBezTo>
                  <a:cubicBezTo>
                    <a:pt x="5716" y="47642"/>
                    <a:pt x="5600" y="47715"/>
                    <a:pt x="5513" y="47816"/>
                  </a:cubicBezTo>
                  <a:cubicBezTo>
                    <a:pt x="5498" y="47831"/>
                    <a:pt x="5484" y="47860"/>
                    <a:pt x="5484" y="47874"/>
                  </a:cubicBezTo>
                  <a:cubicBezTo>
                    <a:pt x="5382" y="47961"/>
                    <a:pt x="5295" y="48077"/>
                    <a:pt x="5223" y="48179"/>
                  </a:cubicBezTo>
                  <a:cubicBezTo>
                    <a:pt x="5223" y="48179"/>
                    <a:pt x="5223" y="48193"/>
                    <a:pt x="5208" y="48193"/>
                  </a:cubicBezTo>
                  <a:cubicBezTo>
                    <a:pt x="5136" y="48309"/>
                    <a:pt x="5078" y="48411"/>
                    <a:pt x="5005" y="48527"/>
                  </a:cubicBezTo>
                  <a:cubicBezTo>
                    <a:pt x="4990" y="48542"/>
                    <a:pt x="4990" y="48556"/>
                    <a:pt x="4976" y="48585"/>
                  </a:cubicBezTo>
                  <a:cubicBezTo>
                    <a:pt x="4918" y="48687"/>
                    <a:pt x="4874" y="48817"/>
                    <a:pt x="4831" y="48948"/>
                  </a:cubicBezTo>
                  <a:cubicBezTo>
                    <a:pt x="4831" y="48962"/>
                    <a:pt x="4802" y="48991"/>
                    <a:pt x="4802" y="49020"/>
                  </a:cubicBezTo>
                  <a:cubicBezTo>
                    <a:pt x="4773" y="49136"/>
                    <a:pt x="4729" y="49267"/>
                    <a:pt x="4729" y="49397"/>
                  </a:cubicBezTo>
                  <a:lnTo>
                    <a:pt x="4729" y="49412"/>
                  </a:lnTo>
                  <a:cubicBezTo>
                    <a:pt x="4715" y="49542"/>
                    <a:pt x="4715" y="49687"/>
                    <a:pt x="4715" y="49818"/>
                  </a:cubicBezTo>
                  <a:lnTo>
                    <a:pt x="4715" y="49862"/>
                  </a:lnTo>
                  <a:cubicBezTo>
                    <a:pt x="4715" y="49992"/>
                    <a:pt x="4729" y="50137"/>
                    <a:pt x="4773" y="50268"/>
                  </a:cubicBezTo>
                  <a:lnTo>
                    <a:pt x="4773" y="50297"/>
                  </a:lnTo>
                  <a:cubicBezTo>
                    <a:pt x="7683" y="64586"/>
                    <a:pt x="12311" y="68448"/>
                    <a:pt x="19896" y="68448"/>
                  </a:cubicBezTo>
                  <a:cubicBezTo>
                    <a:pt x="21235" y="68448"/>
                    <a:pt x="22665" y="68328"/>
                    <a:pt x="24195" y="68123"/>
                  </a:cubicBezTo>
                  <a:lnTo>
                    <a:pt x="24224" y="68123"/>
                  </a:lnTo>
                  <a:cubicBezTo>
                    <a:pt x="24746" y="68051"/>
                    <a:pt x="25254" y="67978"/>
                    <a:pt x="25747" y="67920"/>
                  </a:cubicBezTo>
                  <a:lnTo>
                    <a:pt x="25747" y="67920"/>
                  </a:lnTo>
                  <a:cubicBezTo>
                    <a:pt x="25733" y="67964"/>
                    <a:pt x="25733" y="67993"/>
                    <a:pt x="25718" y="68036"/>
                  </a:cubicBezTo>
                  <a:lnTo>
                    <a:pt x="25718" y="68051"/>
                  </a:lnTo>
                  <a:cubicBezTo>
                    <a:pt x="25675" y="68181"/>
                    <a:pt x="25646" y="68312"/>
                    <a:pt x="25617" y="68457"/>
                  </a:cubicBezTo>
                  <a:lnTo>
                    <a:pt x="25617" y="68501"/>
                  </a:lnTo>
                  <a:cubicBezTo>
                    <a:pt x="25602" y="68631"/>
                    <a:pt x="25602" y="68776"/>
                    <a:pt x="25602" y="68907"/>
                  </a:cubicBezTo>
                  <a:lnTo>
                    <a:pt x="25602" y="68979"/>
                  </a:lnTo>
                  <a:cubicBezTo>
                    <a:pt x="25602" y="69110"/>
                    <a:pt x="25617" y="69255"/>
                    <a:pt x="25646" y="69371"/>
                  </a:cubicBezTo>
                  <a:lnTo>
                    <a:pt x="25646" y="69400"/>
                  </a:lnTo>
                  <a:cubicBezTo>
                    <a:pt x="25660" y="69516"/>
                    <a:pt x="25689" y="69646"/>
                    <a:pt x="25733" y="69762"/>
                  </a:cubicBezTo>
                  <a:cubicBezTo>
                    <a:pt x="25733" y="69777"/>
                    <a:pt x="25747" y="69791"/>
                    <a:pt x="25747" y="69806"/>
                  </a:cubicBezTo>
                  <a:cubicBezTo>
                    <a:pt x="25791" y="69937"/>
                    <a:pt x="25834" y="70053"/>
                    <a:pt x="25907" y="70154"/>
                  </a:cubicBezTo>
                  <a:cubicBezTo>
                    <a:pt x="25936" y="70169"/>
                    <a:pt x="25936" y="70198"/>
                    <a:pt x="25950" y="70227"/>
                  </a:cubicBezTo>
                  <a:cubicBezTo>
                    <a:pt x="26023" y="70343"/>
                    <a:pt x="26095" y="70459"/>
                    <a:pt x="26168" y="70560"/>
                  </a:cubicBezTo>
                  <a:cubicBezTo>
                    <a:pt x="26255" y="70662"/>
                    <a:pt x="26342" y="70749"/>
                    <a:pt x="26443" y="70865"/>
                  </a:cubicBezTo>
                  <a:lnTo>
                    <a:pt x="26473" y="70894"/>
                  </a:lnTo>
                  <a:cubicBezTo>
                    <a:pt x="26560" y="70995"/>
                    <a:pt x="26676" y="71082"/>
                    <a:pt x="26806" y="71155"/>
                  </a:cubicBezTo>
                  <a:lnTo>
                    <a:pt x="26821" y="71169"/>
                  </a:lnTo>
                  <a:cubicBezTo>
                    <a:pt x="33261" y="75434"/>
                    <a:pt x="37975" y="77276"/>
                    <a:pt x="41775" y="77276"/>
                  </a:cubicBezTo>
                  <a:cubicBezTo>
                    <a:pt x="45634" y="77276"/>
                    <a:pt x="48564" y="75376"/>
                    <a:pt x="51407" y="72156"/>
                  </a:cubicBezTo>
                  <a:lnTo>
                    <a:pt x="51407" y="72228"/>
                  </a:lnTo>
                  <a:lnTo>
                    <a:pt x="51407" y="72272"/>
                  </a:lnTo>
                  <a:cubicBezTo>
                    <a:pt x="51407" y="72402"/>
                    <a:pt x="51407" y="72533"/>
                    <a:pt x="51421" y="72663"/>
                  </a:cubicBezTo>
                  <a:lnTo>
                    <a:pt x="51421" y="72692"/>
                  </a:lnTo>
                  <a:cubicBezTo>
                    <a:pt x="51436" y="72823"/>
                    <a:pt x="51479" y="72954"/>
                    <a:pt x="51508" y="73070"/>
                  </a:cubicBezTo>
                  <a:cubicBezTo>
                    <a:pt x="51508" y="73113"/>
                    <a:pt x="51537" y="73128"/>
                    <a:pt x="51552" y="73171"/>
                  </a:cubicBezTo>
                  <a:cubicBezTo>
                    <a:pt x="51566" y="73200"/>
                    <a:pt x="51566" y="73244"/>
                    <a:pt x="51581" y="73258"/>
                  </a:cubicBezTo>
                  <a:cubicBezTo>
                    <a:pt x="51610" y="73316"/>
                    <a:pt x="51639" y="73360"/>
                    <a:pt x="51653" y="73403"/>
                  </a:cubicBezTo>
                  <a:cubicBezTo>
                    <a:pt x="51682" y="73432"/>
                    <a:pt x="51697" y="73490"/>
                    <a:pt x="51711" y="73534"/>
                  </a:cubicBezTo>
                  <a:cubicBezTo>
                    <a:pt x="51726" y="73548"/>
                    <a:pt x="51726" y="73563"/>
                    <a:pt x="51755" y="73577"/>
                  </a:cubicBezTo>
                  <a:cubicBezTo>
                    <a:pt x="51784" y="73635"/>
                    <a:pt x="51798" y="73693"/>
                    <a:pt x="51842" y="73751"/>
                  </a:cubicBezTo>
                  <a:cubicBezTo>
                    <a:pt x="51871" y="73795"/>
                    <a:pt x="51914" y="73867"/>
                    <a:pt x="51972" y="73925"/>
                  </a:cubicBezTo>
                  <a:cubicBezTo>
                    <a:pt x="52001" y="73983"/>
                    <a:pt x="52045" y="74012"/>
                    <a:pt x="52074" y="74070"/>
                  </a:cubicBezTo>
                  <a:cubicBezTo>
                    <a:pt x="52132" y="74129"/>
                    <a:pt x="52161" y="74187"/>
                    <a:pt x="52219" y="74230"/>
                  </a:cubicBezTo>
                  <a:lnTo>
                    <a:pt x="52350" y="74361"/>
                  </a:lnTo>
                  <a:cubicBezTo>
                    <a:pt x="52408" y="74419"/>
                    <a:pt x="52451" y="74448"/>
                    <a:pt x="52509" y="74491"/>
                  </a:cubicBezTo>
                  <a:cubicBezTo>
                    <a:pt x="52567" y="74520"/>
                    <a:pt x="52596" y="74564"/>
                    <a:pt x="52654" y="74593"/>
                  </a:cubicBezTo>
                  <a:cubicBezTo>
                    <a:pt x="52712" y="74636"/>
                    <a:pt x="52785" y="74665"/>
                    <a:pt x="52857" y="74709"/>
                  </a:cubicBezTo>
                  <a:cubicBezTo>
                    <a:pt x="52915" y="74723"/>
                    <a:pt x="52944" y="74767"/>
                    <a:pt x="53002" y="74781"/>
                  </a:cubicBezTo>
                  <a:cubicBezTo>
                    <a:pt x="53075" y="74810"/>
                    <a:pt x="53147" y="74839"/>
                    <a:pt x="53220" y="74868"/>
                  </a:cubicBezTo>
                  <a:cubicBezTo>
                    <a:pt x="53278" y="74883"/>
                    <a:pt x="53321" y="74912"/>
                    <a:pt x="53365" y="74926"/>
                  </a:cubicBezTo>
                  <a:cubicBezTo>
                    <a:pt x="53437" y="74941"/>
                    <a:pt x="53524" y="74955"/>
                    <a:pt x="53597" y="74984"/>
                  </a:cubicBezTo>
                  <a:cubicBezTo>
                    <a:pt x="53655" y="74999"/>
                    <a:pt x="53713" y="74999"/>
                    <a:pt x="53742" y="75013"/>
                  </a:cubicBezTo>
                  <a:cubicBezTo>
                    <a:pt x="53829" y="75028"/>
                    <a:pt x="53931" y="75028"/>
                    <a:pt x="54032" y="75028"/>
                  </a:cubicBezTo>
                  <a:lnTo>
                    <a:pt x="54148" y="75028"/>
                  </a:lnTo>
                  <a:cubicBezTo>
                    <a:pt x="54235" y="75028"/>
                    <a:pt x="54322" y="75028"/>
                    <a:pt x="54409" y="75013"/>
                  </a:cubicBezTo>
                  <a:lnTo>
                    <a:pt x="54438" y="75013"/>
                  </a:lnTo>
                  <a:cubicBezTo>
                    <a:pt x="54511" y="75013"/>
                    <a:pt x="54598" y="74999"/>
                    <a:pt x="54670" y="74984"/>
                  </a:cubicBezTo>
                  <a:lnTo>
                    <a:pt x="54685" y="74984"/>
                  </a:lnTo>
                  <a:cubicBezTo>
                    <a:pt x="71496" y="71547"/>
                    <a:pt x="73875" y="65745"/>
                    <a:pt x="72512" y="55562"/>
                  </a:cubicBezTo>
                  <a:lnTo>
                    <a:pt x="72512" y="55518"/>
                  </a:lnTo>
                  <a:cubicBezTo>
                    <a:pt x="72468" y="55257"/>
                    <a:pt x="72439" y="54967"/>
                    <a:pt x="72396" y="54706"/>
                  </a:cubicBezTo>
                  <a:lnTo>
                    <a:pt x="72396" y="54706"/>
                  </a:lnTo>
                  <a:cubicBezTo>
                    <a:pt x="72439" y="54779"/>
                    <a:pt x="72468" y="54837"/>
                    <a:pt x="72526" y="54895"/>
                  </a:cubicBezTo>
                  <a:cubicBezTo>
                    <a:pt x="72541" y="54909"/>
                    <a:pt x="72541" y="54924"/>
                    <a:pt x="72570" y="54938"/>
                  </a:cubicBezTo>
                  <a:cubicBezTo>
                    <a:pt x="72642" y="55054"/>
                    <a:pt x="72729" y="55141"/>
                    <a:pt x="72816" y="55257"/>
                  </a:cubicBezTo>
                  <a:lnTo>
                    <a:pt x="72860" y="55286"/>
                  </a:lnTo>
                  <a:cubicBezTo>
                    <a:pt x="72947" y="55373"/>
                    <a:pt x="73034" y="55475"/>
                    <a:pt x="73150" y="55548"/>
                  </a:cubicBezTo>
                  <a:cubicBezTo>
                    <a:pt x="73164" y="55548"/>
                    <a:pt x="73164" y="55562"/>
                    <a:pt x="73179" y="55562"/>
                  </a:cubicBezTo>
                  <a:cubicBezTo>
                    <a:pt x="73295" y="55635"/>
                    <a:pt x="73396" y="55707"/>
                    <a:pt x="73527" y="55765"/>
                  </a:cubicBezTo>
                  <a:cubicBezTo>
                    <a:pt x="73541" y="55780"/>
                    <a:pt x="73585" y="55780"/>
                    <a:pt x="73599" y="55794"/>
                  </a:cubicBezTo>
                  <a:cubicBezTo>
                    <a:pt x="73629" y="55809"/>
                    <a:pt x="73658" y="55838"/>
                    <a:pt x="73687" y="55852"/>
                  </a:cubicBezTo>
                  <a:cubicBezTo>
                    <a:pt x="73774" y="55881"/>
                    <a:pt x="73890" y="55925"/>
                    <a:pt x="73977" y="55954"/>
                  </a:cubicBezTo>
                  <a:lnTo>
                    <a:pt x="73991" y="55954"/>
                  </a:lnTo>
                  <a:cubicBezTo>
                    <a:pt x="74122" y="55997"/>
                    <a:pt x="74238" y="56026"/>
                    <a:pt x="74354" y="56055"/>
                  </a:cubicBezTo>
                  <a:cubicBezTo>
                    <a:pt x="74397" y="56055"/>
                    <a:pt x="74412" y="56070"/>
                    <a:pt x="74455" y="56070"/>
                  </a:cubicBezTo>
                  <a:cubicBezTo>
                    <a:pt x="74571" y="56084"/>
                    <a:pt x="74702" y="56099"/>
                    <a:pt x="74832" y="56099"/>
                  </a:cubicBezTo>
                  <a:lnTo>
                    <a:pt x="74861" y="56099"/>
                  </a:lnTo>
                  <a:cubicBezTo>
                    <a:pt x="74977" y="56099"/>
                    <a:pt x="75079" y="56084"/>
                    <a:pt x="75195" y="56084"/>
                  </a:cubicBezTo>
                  <a:cubicBezTo>
                    <a:pt x="75224" y="56084"/>
                    <a:pt x="75268" y="56070"/>
                    <a:pt x="75326" y="56070"/>
                  </a:cubicBezTo>
                  <a:cubicBezTo>
                    <a:pt x="75398" y="56055"/>
                    <a:pt x="75485" y="56026"/>
                    <a:pt x="75558" y="56012"/>
                  </a:cubicBezTo>
                  <a:cubicBezTo>
                    <a:pt x="75587" y="55997"/>
                    <a:pt x="75645" y="55997"/>
                    <a:pt x="75688" y="55983"/>
                  </a:cubicBezTo>
                  <a:cubicBezTo>
                    <a:pt x="75761" y="55954"/>
                    <a:pt x="75833" y="55925"/>
                    <a:pt x="75906" y="55910"/>
                  </a:cubicBezTo>
                  <a:cubicBezTo>
                    <a:pt x="75935" y="55881"/>
                    <a:pt x="75993" y="55867"/>
                    <a:pt x="76022" y="55852"/>
                  </a:cubicBezTo>
                  <a:cubicBezTo>
                    <a:pt x="76094" y="55809"/>
                    <a:pt x="76152" y="55780"/>
                    <a:pt x="76225" y="55736"/>
                  </a:cubicBezTo>
                  <a:cubicBezTo>
                    <a:pt x="76268" y="55722"/>
                    <a:pt x="76312" y="55693"/>
                    <a:pt x="76355" y="55664"/>
                  </a:cubicBezTo>
                  <a:cubicBezTo>
                    <a:pt x="76428" y="55635"/>
                    <a:pt x="76486" y="55577"/>
                    <a:pt x="76530" y="55518"/>
                  </a:cubicBezTo>
                  <a:cubicBezTo>
                    <a:pt x="76573" y="55489"/>
                    <a:pt x="76602" y="55475"/>
                    <a:pt x="76646" y="55431"/>
                  </a:cubicBezTo>
                  <a:cubicBezTo>
                    <a:pt x="76718" y="55373"/>
                    <a:pt x="76776" y="55301"/>
                    <a:pt x="76820" y="55257"/>
                  </a:cubicBezTo>
                  <a:lnTo>
                    <a:pt x="76892" y="55185"/>
                  </a:lnTo>
                  <a:cubicBezTo>
                    <a:pt x="76965" y="55083"/>
                    <a:pt x="77037" y="54996"/>
                    <a:pt x="77110" y="54895"/>
                  </a:cubicBezTo>
                  <a:lnTo>
                    <a:pt x="77139" y="54866"/>
                  </a:lnTo>
                  <a:lnTo>
                    <a:pt x="77139" y="54851"/>
                  </a:lnTo>
                  <a:cubicBezTo>
                    <a:pt x="85653" y="41927"/>
                    <a:pt x="84478" y="35966"/>
                    <a:pt x="78082" y="30309"/>
                  </a:cubicBezTo>
                  <a:lnTo>
                    <a:pt x="78198" y="30309"/>
                  </a:lnTo>
                  <a:cubicBezTo>
                    <a:pt x="78299" y="30309"/>
                    <a:pt x="78401" y="30309"/>
                    <a:pt x="78502" y="30294"/>
                  </a:cubicBezTo>
                  <a:cubicBezTo>
                    <a:pt x="78531" y="30294"/>
                    <a:pt x="78546" y="30294"/>
                    <a:pt x="78575" y="30265"/>
                  </a:cubicBezTo>
                  <a:cubicBezTo>
                    <a:pt x="78647" y="30251"/>
                    <a:pt x="78720" y="30251"/>
                    <a:pt x="78821" y="30236"/>
                  </a:cubicBezTo>
                  <a:cubicBezTo>
                    <a:pt x="78850" y="30236"/>
                    <a:pt x="78865" y="30207"/>
                    <a:pt x="78908" y="30207"/>
                  </a:cubicBezTo>
                  <a:cubicBezTo>
                    <a:pt x="78981" y="30193"/>
                    <a:pt x="79068" y="30178"/>
                    <a:pt x="79140" y="30135"/>
                  </a:cubicBezTo>
                  <a:cubicBezTo>
                    <a:pt x="79169" y="30135"/>
                    <a:pt x="79184" y="30120"/>
                    <a:pt x="79198" y="30120"/>
                  </a:cubicBezTo>
                  <a:lnTo>
                    <a:pt x="79213" y="30120"/>
                  </a:lnTo>
                  <a:cubicBezTo>
                    <a:pt x="79314" y="30091"/>
                    <a:pt x="79402" y="30048"/>
                    <a:pt x="79489" y="29990"/>
                  </a:cubicBezTo>
                  <a:cubicBezTo>
                    <a:pt x="79489" y="29990"/>
                    <a:pt x="79503" y="29990"/>
                    <a:pt x="79503" y="29975"/>
                  </a:cubicBezTo>
                  <a:cubicBezTo>
                    <a:pt x="79634" y="29903"/>
                    <a:pt x="79750" y="29830"/>
                    <a:pt x="79851" y="29757"/>
                  </a:cubicBezTo>
                  <a:cubicBezTo>
                    <a:pt x="79866" y="29743"/>
                    <a:pt x="79866" y="29743"/>
                    <a:pt x="79895" y="29743"/>
                  </a:cubicBezTo>
                  <a:cubicBezTo>
                    <a:pt x="79996" y="29656"/>
                    <a:pt x="80083" y="29583"/>
                    <a:pt x="80199" y="29467"/>
                  </a:cubicBezTo>
                  <a:lnTo>
                    <a:pt x="80257" y="29409"/>
                  </a:lnTo>
                  <a:cubicBezTo>
                    <a:pt x="80344" y="29322"/>
                    <a:pt x="80431" y="29221"/>
                    <a:pt x="80504" y="29105"/>
                  </a:cubicBezTo>
                  <a:cubicBezTo>
                    <a:pt x="80504" y="29105"/>
                    <a:pt x="80504" y="29090"/>
                    <a:pt x="80518" y="29090"/>
                  </a:cubicBezTo>
                  <a:cubicBezTo>
                    <a:pt x="80591" y="28974"/>
                    <a:pt x="80649" y="28873"/>
                    <a:pt x="80721" y="28757"/>
                  </a:cubicBezTo>
                  <a:cubicBezTo>
                    <a:pt x="80736" y="28742"/>
                    <a:pt x="80736" y="28728"/>
                    <a:pt x="80765" y="28713"/>
                  </a:cubicBezTo>
                  <a:cubicBezTo>
                    <a:pt x="80809" y="28597"/>
                    <a:pt x="80852" y="28467"/>
                    <a:pt x="80910" y="28351"/>
                  </a:cubicBezTo>
                  <a:cubicBezTo>
                    <a:pt x="80910" y="28321"/>
                    <a:pt x="80925" y="28292"/>
                    <a:pt x="80925" y="28278"/>
                  </a:cubicBezTo>
                  <a:cubicBezTo>
                    <a:pt x="80954" y="28147"/>
                    <a:pt x="80997" y="28017"/>
                    <a:pt x="80997" y="27886"/>
                  </a:cubicBezTo>
                  <a:lnTo>
                    <a:pt x="80997" y="27872"/>
                  </a:lnTo>
                  <a:cubicBezTo>
                    <a:pt x="81012" y="27741"/>
                    <a:pt x="81012" y="27596"/>
                    <a:pt x="81012" y="27480"/>
                  </a:cubicBezTo>
                  <a:lnTo>
                    <a:pt x="81012" y="27422"/>
                  </a:lnTo>
                  <a:cubicBezTo>
                    <a:pt x="81012" y="27292"/>
                    <a:pt x="80997" y="27147"/>
                    <a:pt x="80954" y="27016"/>
                  </a:cubicBezTo>
                  <a:lnTo>
                    <a:pt x="80954" y="26987"/>
                  </a:lnTo>
                  <a:cubicBezTo>
                    <a:pt x="78044" y="12698"/>
                    <a:pt x="73416" y="8835"/>
                    <a:pt x="65840" y="8835"/>
                  </a:cubicBezTo>
                  <a:cubicBezTo>
                    <a:pt x="64502" y="8835"/>
                    <a:pt x="63073" y="8956"/>
                    <a:pt x="61546" y="9160"/>
                  </a:cubicBezTo>
                  <a:lnTo>
                    <a:pt x="61502" y="9160"/>
                  </a:lnTo>
                  <a:cubicBezTo>
                    <a:pt x="60980" y="9233"/>
                    <a:pt x="60472" y="9305"/>
                    <a:pt x="59979" y="9363"/>
                  </a:cubicBezTo>
                  <a:cubicBezTo>
                    <a:pt x="59994" y="9320"/>
                    <a:pt x="59994" y="9291"/>
                    <a:pt x="60023" y="9247"/>
                  </a:cubicBezTo>
                  <a:lnTo>
                    <a:pt x="60023" y="9233"/>
                  </a:lnTo>
                  <a:cubicBezTo>
                    <a:pt x="60052" y="9102"/>
                    <a:pt x="60095" y="8986"/>
                    <a:pt x="60110" y="8841"/>
                  </a:cubicBezTo>
                  <a:lnTo>
                    <a:pt x="60110" y="8783"/>
                  </a:lnTo>
                  <a:cubicBezTo>
                    <a:pt x="60124" y="8653"/>
                    <a:pt x="60124" y="8508"/>
                    <a:pt x="60124" y="8377"/>
                  </a:cubicBezTo>
                  <a:lnTo>
                    <a:pt x="60124" y="8304"/>
                  </a:lnTo>
                  <a:cubicBezTo>
                    <a:pt x="60124" y="8188"/>
                    <a:pt x="60110" y="8043"/>
                    <a:pt x="60095" y="7913"/>
                  </a:cubicBezTo>
                  <a:lnTo>
                    <a:pt x="60095" y="7898"/>
                  </a:lnTo>
                  <a:cubicBezTo>
                    <a:pt x="60066" y="7768"/>
                    <a:pt x="60037" y="7637"/>
                    <a:pt x="59994" y="7536"/>
                  </a:cubicBezTo>
                  <a:cubicBezTo>
                    <a:pt x="59994" y="7507"/>
                    <a:pt x="59979" y="7492"/>
                    <a:pt x="59979" y="7478"/>
                  </a:cubicBezTo>
                  <a:cubicBezTo>
                    <a:pt x="59950" y="7347"/>
                    <a:pt x="59892" y="7246"/>
                    <a:pt x="59820" y="7130"/>
                  </a:cubicBezTo>
                  <a:cubicBezTo>
                    <a:pt x="59805" y="7115"/>
                    <a:pt x="59805" y="7101"/>
                    <a:pt x="59776" y="7057"/>
                  </a:cubicBezTo>
                  <a:cubicBezTo>
                    <a:pt x="59704" y="6956"/>
                    <a:pt x="59631" y="6825"/>
                    <a:pt x="59559" y="6738"/>
                  </a:cubicBezTo>
                  <a:cubicBezTo>
                    <a:pt x="59472" y="6622"/>
                    <a:pt x="59385" y="6535"/>
                    <a:pt x="59297" y="6419"/>
                  </a:cubicBezTo>
                  <a:lnTo>
                    <a:pt x="59254" y="6390"/>
                  </a:lnTo>
                  <a:cubicBezTo>
                    <a:pt x="59167" y="6303"/>
                    <a:pt x="59051" y="6201"/>
                    <a:pt x="58935" y="6129"/>
                  </a:cubicBezTo>
                  <a:lnTo>
                    <a:pt x="58906" y="6114"/>
                  </a:lnTo>
                  <a:cubicBezTo>
                    <a:pt x="52467" y="1853"/>
                    <a:pt x="47752" y="0"/>
                    <a:pt x="43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6"/>
            <p:cNvSpPr/>
            <p:nvPr/>
          </p:nvSpPr>
          <p:spPr>
            <a:xfrm>
              <a:off x="1204150" y="4106925"/>
              <a:ext cx="80525" cy="126575"/>
            </a:xfrm>
            <a:custGeom>
              <a:rect b="b" l="l" r="r" t="t"/>
              <a:pathLst>
                <a:path extrusionOk="0" h="5063" w="3221">
                  <a:moveTo>
                    <a:pt x="436" y="0"/>
                  </a:moveTo>
                  <a:cubicBezTo>
                    <a:pt x="305" y="0"/>
                    <a:pt x="218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30" y="4845"/>
                    <a:pt x="131" y="4932"/>
                  </a:cubicBezTo>
                  <a:cubicBezTo>
                    <a:pt x="204" y="5033"/>
                    <a:pt x="320" y="5062"/>
                    <a:pt x="450" y="5062"/>
                  </a:cubicBezTo>
                  <a:cubicBezTo>
                    <a:pt x="566" y="5062"/>
                    <a:pt x="668" y="5033"/>
                    <a:pt x="769" y="4975"/>
                  </a:cubicBezTo>
                  <a:cubicBezTo>
                    <a:pt x="871" y="4903"/>
                    <a:pt x="900" y="4787"/>
                    <a:pt x="900" y="4671"/>
                  </a:cubicBezTo>
                  <a:lnTo>
                    <a:pt x="900" y="2974"/>
                  </a:lnTo>
                  <a:lnTo>
                    <a:pt x="2466" y="2974"/>
                  </a:lnTo>
                  <a:cubicBezTo>
                    <a:pt x="2582" y="2974"/>
                    <a:pt x="2684" y="2945"/>
                    <a:pt x="2771" y="2858"/>
                  </a:cubicBezTo>
                  <a:cubicBezTo>
                    <a:pt x="2858" y="2756"/>
                    <a:pt x="2902" y="2669"/>
                    <a:pt x="2902" y="2568"/>
                  </a:cubicBezTo>
                  <a:cubicBezTo>
                    <a:pt x="2902" y="2437"/>
                    <a:pt x="2858" y="2321"/>
                    <a:pt x="2771" y="2249"/>
                  </a:cubicBezTo>
                  <a:cubicBezTo>
                    <a:pt x="2698" y="2161"/>
                    <a:pt x="2582" y="2132"/>
                    <a:pt x="2466" y="2132"/>
                  </a:cubicBezTo>
                  <a:lnTo>
                    <a:pt x="900" y="2132"/>
                  </a:lnTo>
                  <a:lnTo>
                    <a:pt x="900" y="856"/>
                  </a:lnTo>
                  <a:lnTo>
                    <a:pt x="2785" y="856"/>
                  </a:lnTo>
                  <a:cubicBezTo>
                    <a:pt x="2916" y="856"/>
                    <a:pt x="3003" y="813"/>
                    <a:pt x="3090" y="725"/>
                  </a:cubicBezTo>
                  <a:cubicBezTo>
                    <a:pt x="3192" y="638"/>
                    <a:pt x="3221" y="551"/>
                    <a:pt x="3221" y="435"/>
                  </a:cubicBezTo>
                  <a:cubicBezTo>
                    <a:pt x="3221" y="305"/>
                    <a:pt x="3192" y="203"/>
                    <a:pt x="3090" y="131"/>
                  </a:cubicBezTo>
                  <a:cubicBezTo>
                    <a:pt x="3032" y="44"/>
                    <a:pt x="2916" y="0"/>
                    <a:pt x="278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6"/>
            <p:cNvSpPr/>
            <p:nvPr/>
          </p:nvSpPr>
          <p:spPr>
            <a:xfrm>
              <a:off x="1305675" y="4106925"/>
              <a:ext cx="104100" cy="127850"/>
            </a:xfrm>
            <a:custGeom>
              <a:rect b="b" l="l" r="r" t="t"/>
              <a:pathLst>
                <a:path extrusionOk="0" h="5114" w="4164">
                  <a:moveTo>
                    <a:pt x="2481" y="827"/>
                  </a:moveTo>
                  <a:cubicBezTo>
                    <a:pt x="2612" y="827"/>
                    <a:pt x="2742" y="900"/>
                    <a:pt x="2844" y="1045"/>
                  </a:cubicBezTo>
                  <a:cubicBezTo>
                    <a:pt x="2960" y="1161"/>
                    <a:pt x="3003" y="1349"/>
                    <a:pt x="3003" y="1567"/>
                  </a:cubicBezTo>
                  <a:cubicBezTo>
                    <a:pt x="3003" y="1726"/>
                    <a:pt x="2989" y="1871"/>
                    <a:pt x="2931" y="2016"/>
                  </a:cubicBezTo>
                  <a:cubicBezTo>
                    <a:pt x="2887" y="2161"/>
                    <a:pt x="2829" y="2278"/>
                    <a:pt x="2742" y="2350"/>
                  </a:cubicBezTo>
                  <a:cubicBezTo>
                    <a:pt x="2641" y="2437"/>
                    <a:pt x="2568" y="2466"/>
                    <a:pt x="2481" y="2466"/>
                  </a:cubicBezTo>
                  <a:lnTo>
                    <a:pt x="900" y="2466"/>
                  </a:lnTo>
                  <a:lnTo>
                    <a:pt x="900" y="827"/>
                  </a:lnTo>
                  <a:close/>
                  <a:moveTo>
                    <a:pt x="436" y="0"/>
                  </a:moveTo>
                  <a:cubicBezTo>
                    <a:pt x="306" y="0"/>
                    <a:pt x="219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59" y="4845"/>
                    <a:pt x="161" y="4932"/>
                  </a:cubicBezTo>
                  <a:cubicBezTo>
                    <a:pt x="277" y="5033"/>
                    <a:pt x="393" y="5062"/>
                    <a:pt x="523" y="5062"/>
                  </a:cubicBezTo>
                  <a:cubicBezTo>
                    <a:pt x="654" y="5062"/>
                    <a:pt x="741" y="5033"/>
                    <a:pt x="755" y="4975"/>
                  </a:cubicBezTo>
                  <a:cubicBezTo>
                    <a:pt x="828" y="4903"/>
                    <a:pt x="871" y="4787"/>
                    <a:pt x="871" y="4656"/>
                  </a:cubicBezTo>
                  <a:lnTo>
                    <a:pt x="871" y="3249"/>
                  </a:lnTo>
                  <a:lnTo>
                    <a:pt x="2235" y="3249"/>
                  </a:lnTo>
                  <a:cubicBezTo>
                    <a:pt x="2336" y="3249"/>
                    <a:pt x="2423" y="3264"/>
                    <a:pt x="2510" y="3278"/>
                  </a:cubicBezTo>
                  <a:cubicBezTo>
                    <a:pt x="2597" y="3307"/>
                    <a:pt x="2655" y="3336"/>
                    <a:pt x="2713" y="3394"/>
                  </a:cubicBezTo>
                  <a:cubicBezTo>
                    <a:pt x="2771" y="3452"/>
                    <a:pt x="2800" y="3496"/>
                    <a:pt x="2844" y="3568"/>
                  </a:cubicBezTo>
                  <a:cubicBezTo>
                    <a:pt x="2858" y="3641"/>
                    <a:pt x="2873" y="3714"/>
                    <a:pt x="2873" y="3815"/>
                  </a:cubicBezTo>
                  <a:cubicBezTo>
                    <a:pt x="2873" y="4062"/>
                    <a:pt x="2902" y="4265"/>
                    <a:pt x="2945" y="4424"/>
                  </a:cubicBezTo>
                  <a:cubicBezTo>
                    <a:pt x="3003" y="4584"/>
                    <a:pt x="3062" y="4714"/>
                    <a:pt x="3149" y="4801"/>
                  </a:cubicBezTo>
                  <a:cubicBezTo>
                    <a:pt x="3236" y="4903"/>
                    <a:pt x="3308" y="4975"/>
                    <a:pt x="3410" y="5019"/>
                  </a:cubicBezTo>
                  <a:cubicBezTo>
                    <a:pt x="3453" y="5062"/>
                    <a:pt x="3511" y="5077"/>
                    <a:pt x="3598" y="5092"/>
                  </a:cubicBezTo>
                  <a:cubicBezTo>
                    <a:pt x="3649" y="5106"/>
                    <a:pt x="3692" y="5113"/>
                    <a:pt x="3734" y="5113"/>
                  </a:cubicBezTo>
                  <a:cubicBezTo>
                    <a:pt x="3776" y="5113"/>
                    <a:pt x="3816" y="5106"/>
                    <a:pt x="3859" y="5092"/>
                  </a:cubicBezTo>
                  <a:cubicBezTo>
                    <a:pt x="3932" y="5077"/>
                    <a:pt x="4004" y="5019"/>
                    <a:pt x="4062" y="4975"/>
                  </a:cubicBezTo>
                  <a:cubicBezTo>
                    <a:pt x="4149" y="4874"/>
                    <a:pt x="4164" y="4787"/>
                    <a:pt x="4149" y="4656"/>
                  </a:cubicBezTo>
                  <a:cubicBezTo>
                    <a:pt x="4135" y="4540"/>
                    <a:pt x="4062" y="4439"/>
                    <a:pt x="3946" y="4395"/>
                  </a:cubicBezTo>
                  <a:cubicBezTo>
                    <a:pt x="3888" y="4352"/>
                    <a:pt x="3845" y="4323"/>
                    <a:pt x="3816" y="4250"/>
                  </a:cubicBezTo>
                  <a:cubicBezTo>
                    <a:pt x="3801" y="4178"/>
                    <a:pt x="3787" y="4105"/>
                    <a:pt x="3787" y="4004"/>
                  </a:cubicBezTo>
                  <a:cubicBezTo>
                    <a:pt x="3787" y="3917"/>
                    <a:pt x="3772" y="3815"/>
                    <a:pt x="3758" y="3685"/>
                  </a:cubicBezTo>
                  <a:cubicBezTo>
                    <a:pt x="3729" y="3554"/>
                    <a:pt x="3714" y="3423"/>
                    <a:pt x="3656" y="3322"/>
                  </a:cubicBezTo>
                  <a:cubicBezTo>
                    <a:pt x="3613" y="3191"/>
                    <a:pt x="3540" y="3090"/>
                    <a:pt x="3439" y="2988"/>
                  </a:cubicBezTo>
                  <a:cubicBezTo>
                    <a:pt x="3385" y="2934"/>
                    <a:pt x="3314" y="2881"/>
                    <a:pt x="3241" y="2830"/>
                  </a:cubicBezTo>
                  <a:lnTo>
                    <a:pt x="3241" y="2830"/>
                  </a:lnTo>
                  <a:cubicBezTo>
                    <a:pt x="3348" y="2766"/>
                    <a:pt x="3448" y="2685"/>
                    <a:pt x="3540" y="2582"/>
                  </a:cubicBezTo>
                  <a:cubicBezTo>
                    <a:pt x="3656" y="2437"/>
                    <a:pt x="3772" y="2292"/>
                    <a:pt x="3845" y="2103"/>
                  </a:cubicBezTo>
                  <a:cubicBezTo>
                    <a:pt x="3917" y="1929"/>
                    <a:pt x="3946" y="1741"/>
                    <a:pt x="3946" y="1567"/>
                  </a:cubicBezTo>
                  <a:cubicBezTo>
                    <a:pt x="3946" y="1248"/>
                    <a:pt x="3874" y="987"/>
                    <a:pt x="3758" y="740"/>
                  </a:cubicBezTo>
                  <a:cubicBezTo>
                    <a:pt x="3627" y="508"/>
                    <a:pt x="3439" y="334"/>
                    <a:pt x="3221" y="203"/>
                  </a:cubicBezTo>
                  <a:cubicBezTo>
                    <a:pt x="3003" y="73"/>
                    <a:pt x="2771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6"/>
            <p:cNvSpPr/>
            <p:nvPr/>
          </p:nvSpPr>
          <p:spPr>
            <a:xfrm>
              <a:off x="1429700" y="4106550"/>
              <a:ext cx="23250" cy="126575"/>
            </a:xfrm>
            <a:custGeom>
              <a:rect b="b" l="l" r="r" t="t"/>
              <a:pathLst>
                <a:path extrusionOk="0" h="5063" w="930">
                  <a:moveTo>
                    <a:pt x="450" y="1"/>
                  </a:moveTo>
                  <a:cubicBezTo>
                    <a:pt x="334" y="1"/>
                    <a:pt x="218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18" y="5019"/>
                    <a:pt x="334" y="5063"/>
                    <a:pt x="450" y="5063"/>
                  </a:cubicBezTo>
                  <a:cubicBezTo>
                    <a:pt x="581" y="5063"/>
                    <a:pt x="697" y="5019"/>
                    <a:pt x="784" y="4932"/>
                  </a:cubicBezTo>
                  <a:cubicBezTo>
                    <a:pt x="871" y="4860"/>
                    <a:pt x="929" y="4758"/>
                    <a:pt x="929" y="4628"/>
                  </a:cubicBezTo>
                  <a:lnTo>
                    <a:pt x="885" y="4628"/>
                  </a:lnTo>
                  <a:lnTo>
                    <a:pt x="885" y="436"/>
                  </a:lnTo>
                  <a:cubicBezTo>
                    <a:pt x="885" y="305"/>
                    <a:pt x="856" y="218"/>
                    <a:pt x="769" y="131"/>
                  </a:cubicBezTo>
                  <a:cubicBezTo>
                    <a:pt x="668" y="44"/>
                    <a:pt x="566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6"/>
            <p:cNvSpPr/>
            <p:nvPr/>
          </p:nvSpPr>
          <p:spPr>
            <a:xfrm>
              <a:off x="1480825" y="4106550"/>
              <a:ext cx="82725" cy="126575"/>
            </a:xfrm>
            <a:custGeom>
              <a:rect b="b" l="l" r="r" t="t"/>
              <a:pathLst>
                <a:path extrusionOk="0" h="5063" w="3309">
                  <a:moveTo>
                    <a:pt x="407" y="1"/>
                  </a:moveTo>
                  <a:cubicBezTo>
                    <a:pt x="276" y="1"/>
                    <a:pt x="175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04" y="5019"/>
                    <a:pt x="320" y="5063"/>
                    <a:pt x="436" y="5063"/>
                  </a:cubicBezTo>
                  <a:lnTo>
                    <a:pt x="2873" y="5063"/>
                  </a:lnTo>
                  <a:cubicBezTo>
                    <a:pt x="3003" y="5063"/>
                    <a:pt x="3090" y="5019"/>
                    <a:pt x="3178" y="4947"/>
                  </a:cubicBezTo>
                  <a:cubicBezTo>
                    <a:pt x="3265" y="4874"/>
                    <a:pt x="3308" y="4787"/>
                    <a:pt x="3308" y="4657"/>
                  </a:cubicBezTo>
                  <a:cubicBezTo>
                    <a:pt x="3308" y="4555"/>
                    <a:pt x="3265" y="4468"/>
                    <a:pt x="3178" y="4367"/>
                  </a:cubicBezTo>
                  <a:cubicBezTo>
                    <a:pt x="3105" y="4280"/>
                    <a:pt x="3003" y="4251"/>
                    <a:pt x="2873" y="4251"/>
                  </a:cubicBezTo>
                  <a:lnTo>
                    <a:pt x="900" y="4251"/>
                  </a:lnTo>
                  <a:lnTo>
                    <a:pt x="900" y="2902"/>
                  </a:lnTo>
                  <a:lnTo>
                    <a:pt x="2525" y="2902"/>
                  </a:lnTo>
                  <a:cubicBezTo>
                    <a:pt x="2655" y="2902"/>
                    <a:pt x="2742" y="2873"/>
                    <a:pt x="2829" y="2800"/>
                  </a:cubicBezTo>
                  <a:cubicBezTo>
                    <a:pt x="2931" y="2728"/>
                    <a:pt x="2960" y="2626"/>
                    <a:pt x="2960" y="2510"/>
                  </a:cubicBezTo>
                  <a:cubicBezTo>
                    <a:pt x="2960" y="2380"/>
                    <a:pt x="2931" y="2264"/>
                    <a:pt x="2829" y="2191"/>
                  </a:cubicBezTo>
                  <a:cubicBezTo>
                    <a:pt x="2757" y="2104"/>
                    <a:pt x="2655" y="2075"/>
                    <a:pt x="2525" y="2075"/>
                  </a:cubicBezTo>
                  <a:lnTo>
                    <a:pt x="871" y="2075"/>
                  </a:lnTo>
                  <a:lnTo>
                    <a:pt x="871" y="842"/>
                  </a:lnTo>
                  <a:lnTo>
                    <a:pt x="2829" y="842"/>
                  </a:lnTo>
                  <a:cubicBezTo>
                    <a:pt x="2960" y="842"/>
                    <a:pt x="3047" y="799"/>
                    <a:pt x="3148" y="726"/>
                  </a:cubicBezTo>
                  <a:cubicBezTo>
                    <a:pt x="3236" y="653"/>
                    <a:pt x="3265" y="566"/>
                    <a:pt x="3265" y="436"/>
                  </a:cubicBezTo>
                  <a:cubicBezTo>
                    <a:pt x="3265" y="305"/>
                    <a:pt x="3236" y="204"/>
                    <a:pt x="3148" y="131"/>
                  </a:cubicBezTo>
                  <a:cubicBezTo>
                    <a:pt x="3076" y="44"/>
                    <a:pt x="2960" y="1"/>
                    <a:pt x="282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6"/>
            <p:cNvSpPr/>
            <p:nvPr/>
          </p:nvSpPr>
          <p:spPr>
            <a:xfrm>
              <a:off x="1583825" y="4106200"/>
              <a:ext cx="106275" cy="126925"/>
            </a:xfrm>
            <a:custGeom>
              <a:rect b="b" l="l" r="r" t="t"/>
              <a:pathLst>
                <a:path extrusionOk="0" h="5077" w="4251">
                  <a:moveTo>
                    <a:pt x="435" y="0"/>
                  </a:moveTo>
                  <a:cubicBezTo>
                    <a:pt x="305" y="0"/>
                    <a:pt x="218" y="29"/>
                    <a:pt x="131" y="131"/>
                  </a:cubicBezTo>
                  <a:cubicBezTo>
                    <a:pt x="44" y="203"/>
                    <a:pt x="0" y="305"/>
                    <a:pt x="0" y="435"/>
                  </a:cubicBezTo>
                  <a:lnTo>
                    <a:pt x="0" y="4656"/>
                  </a:lnTo>
                  <a:cubicBezTo>
                    <a:pt x="0" y="4772"/>
                    <a:pt x="44" y="4874"/>
                    <a:pt x="116" y="4946"/>
                  </a:cubicBezTo>
                  <a:cubicBezTo>
                    <a:pt x="189" y="5019"/>
                    <a:pt x="290" y="5062"/>
                    <a:pt x="406" y="5062"/>
                  </a:cubicBezTo>
                  <a:cubicBezTo>
                    <a:pt x="508" y="5062"/>
                    <a:pt x="624" y="5019"/>
                    <a:pt x="697" y="4946"/>
                  </a:cubicBezTo>
                  <a:cubicBezTo>
                    <a:pt x="769" y="4874"/>
                    <a:pt x="798" y="4772"/>
                    <a:pt x="798" y="4656"/>
                  </a:cubicBezTo>
                  <a:lnTo>
                    <a:pt x="798" y="1542"/>
                  </a:lnTo>
                  <a:lnTo>
                    <a:pt x="3467" y="4946"/>
                  </a:lnTo>
                  <a:cubicBezTo>
                    <a:pt x="3511" y="4990"/>
                    <a:pt x="3540" y="5019"/>
                    <a:pt x="3612" y="5033"/>
                  </a:cubicBezTo>
                  <a:cubicBezTo>
                    <a:pt x="3685" y="5062"/>
                    <a:pt x="3757" y="5077"/>
                    <a:pt x="3815" y="5077"/>
                  </a:cubicBezTo>
                  <a:cubicBezTo>
                    <a:pt x="3946" y="5077"/>
                    <a:pt x="4033" y="5033"/>
                    <a:pt x="4120" y="4946"/>
                  </a:cubicBezTo>
                  <a:cubicBezTo>
                    <a:pt x="4207" y="4874"/>
                    <a:pt x="4250" y="4772"/>
                    <a:pt x="4250" y="4642"/>
                  </a:cubicBezTo>
                  <a:lnTo>
                    <a:pt x="4250" y="421"/>
                  </a:lnTo>
                  <a:cubicBezTo>
                    <a:pt x="4250" y="305"/>
                    <a:pt x="4207" y="203"/>
                    <a:pt x="4134" y="131"/>
                  </a:cubicBezTo>
                  <a:cubicBezTo>
                    <a:pt x="4062" y="58"/>
                    <a:pt x="3960" y="15"/>
                    <a:pt x="3844" y="15"/>
                  </a:cubicBezTo>
                  <a:cubicBezTo>
                    <a:pt x="3714" y="15"/>
                    <a:pt x="3627" y="58"/>
                    <a:pt x="3554" y="102"/>
                  </a:cubicBezTo>
                  <a:cubicBezTo>
                    <a:pt x="3482" y="174"/>
                    <a:pt x="3453" y="290"/>
                    <a:pt x="3453" y="392"/>
                  </a:cubicBezTo>
                  <a:lnTo>
                    <a:pt x="3453" y="3536"/>
                  </a:lnTo>
                  <a:lnTo>
                    <a:pt x="3453" y="3536"/>
                  </a:lnTo>
                  <a:lnTo>
                    <a:pt x="813" y="160"/>
                  </a:lnTo>
                  <a:cubicBezTo>
                    <a:pt x="784" y="102"/>
                    <a:pt x="726" y="58"/>
                    <a:pt x="653" y="29"/>
                  </a:cubicBezTo>
                  <a:cubicBezTo>
                    <a:pt x="581" y="15"/>
                    <a:pt x="508" y="0"/>
                    <a:pt x="4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6"/>
            <p:cNvSpPr/>
            <p:nvPr/>
          </p:nvSpPr>
          <p:spPr>
            <a:xfrm>
              <a:off x="1716900" y="4106550"/>
              <a:ext cx="108825" cy="127300"/>
            </a:xfrm>
            <a:custGeom>
              <a:rect b="b" l="l" r="r" t="t"/>
              <a:pathLst>
                <a:path extrusionOk="0" h="5092" w="4353">
                  <a:moveTo>
                    <a:pt x="2104" y="813"/>
                  </a:moveTo>
                  <a:cubicBezTo>
                    <a:pt x="2322" y="813"/>
                    <a:pt x="2510" y="871"/>
                    <a:pt x="2684" y="958"/>
                  </a:cubicBezTo>
                  <a:cubicBezTo>
                    <a:pt x="2844" y="1060"/>
                    <a:pt x="2974" y="1176"/>
                    <a:pt x="3076" y="1350"/>
                  </a:cubicBezTo>
                  <a:cubicBezTo>
                    <a:pt x="3192" y="1509"/>
                    <a:pt x="3264" y="1683"/>
                    <a:pt x="3308" y="1886"/>
                  </a:cubicBezTo>
                  <a:cubicBezTo>
                    <a:pt x="3366" y="2104"/>
                    <a:pt x="3380" y="2307"/>
                    <a:pt x="3380" y="2539"/>
                  </a:cubicBezTo>
                  <a:cubicBezTo>
                    <a:pt x="3380" y="2844"/>
                    <a:pt x="3351" y="3134"/>
                    <a:pt x="3264" y="3395"/>
                  </a:cubicBezTo>
                  <a:cubicBezTo>
                    <a:pt x="3163" y="3641"/>
                    <a:pt x="3047" y="3845"/>
                    <a:pt x="2844" y="4004"/>
                  </a:cubicBezTo>
                  <a:cubicBezTo>
                    <a:pt x="2655" y="4178"/>
                    <a:pt x="2409" y="4251"/>
                    <a:pt x="2104" y="4251"/>
                  </a:cubicBezTo>
                  <a:lnTo>
                    <a:pt x="2104" y="4222"/>
                  </a:lnTo>
                  <a:lnTo>
                    <a:pt x="900" y="4222"/>
                  </a:lnTo>
                  <a:lnTo>
                    <a:pt x="900" y="813"/>
                  </a:lnTo>
                  <a:close/>
                  <a:moveTo>
                    <a:pt x="2176" y="1"/>
                  </a:moveTo>
                  <a:lnTo>
                    <a:pt x="2176" y="30"/>
                  </a:lnTo>
                  <a:lnTo>
                    <a:pt x="436" y="30"/>
                  </a:lnTo>
                  <a:cubicBezTo>
                    <a:pt x="305" y="30"/>
                    <a:pt x="218" y="73"/>
                    <a:pt x="117" y="160"/>
                  </a:cubicBezTo>
                  <a:cubicBezTo>
                    <a:pt x="30" y="233"/>
                    <a:pt x="1" y="349"/>
                    <a:pt x="1" y="465"/>
                  </a:cubicBezTo>
                  <a:lnTo>
                    <a:pt x="1" y="4657"/>
                  </a:lnTo>
                  <a:cubicBezTo>
                    <a:pt x="1" y="4787"/>
                    <a:pt x="30" y="4874"/>
                    <a:pt x="117" y="4976"/>
                  </a:cubicBezTo>
                  <a:cubicBezTo>
                    <a:pt x="189" y="5063"/>
                    <a:pt x="305" y="5092"/>
                    <a:pt x="436" y="5092"/>
                  </a:cubicBezTo>
                  <a:lnTo>
                    <a:pt x="2176" y="5092"/>
                  </a:lnTo>
                  <a:cubicBezTo>
                    <a:pt x="2626" y="5092"/>
                    <a:pt x="3018" y="4990"/>
                    <a:pt x="3351" y="4758"/>
                  </a:cubicBezTo>
                  <a:cubicBezTo>
                    <a:pt x="3670" y="4512"/>
                    <a:pt x="3932" y="4207"/>
                    <a:pt x="4091" y="3830"/>
                  </a:cubicBezTo>
                  <a:cubicBezTo>
                    <a:pt x="4251" y="3424"/>
                    <a:pt x="4352" y="3018"/>
                    <a:pt x="4352" y="2539"/>
                  </a:cubicBezTo>
                  <a:cubicBezTo>
                    <a:pt x="4352" y="2191"/>
                    <a:pt x="4294" y="1872"/>
                    <a:pt x="4207" y="1567"/>
                  </a:cubicBezTo>
                  <a:cubicBezTo>
                    <a:pt x="4106" y="1248"/>
                    <a:pt x="3961" y="987"/>
                    <a:pt x="3787" y="740"/>
                  </a:cubicBezTo>
                  <a:cubicBezTo>
                    <a:pt x="3598" y="508"/>
                    <a:pt x="3366" y="334"/>
                    <a:pt x="3090" y="204"/>
                  </a:cubicBezTo>
                  <a:cubicBezTo>
                    <a:pt x="2829" y="73"/>
                    <a:pt x="2510" y="1"/>
                    <a:pt x="217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6"/>
            <p:cNvSpPr/>
            <p:nvPr/>
          </p:nvSpPr>
          <p:spPr>
            <a:xfrm>
              <a:off x="1846725" y="4107650"/>
              <a:ext cx="80900" cy="126200"/>
            </a:xfrm>
            <a:custGeom>
              <a:rect b="b" l="l" r="r" t="t"/>
              <a:pathLst>
                <a:path extrusionOk="0" h="5048" w="3236">
                  <a:moveTo>
                    <a:pt x="465" y="0"/>
                  </a:moveTo>
                  <a:cubicBezTo>
                    <a:pt x="334" y="0"/>
                    <a:pt x="218" y="29"/>
                    <a:pt x="131" y="116"/>
                  </a:cubicBezTo>
                  <a:cubicBezTo>
                    <a:pt x="44" y="189"/>
                    <a:pt x="1" y="305"/>
                    <a:pt x="1" y="435"/>
                  </a:cubicBezTo>
                  <a:lnTo>
                    <a:pt x="1" y="4613"/>
                  </a:lnTo>
                  <a:cubicBezTo>
                    <a:pt x="1" y="4743"/>
                    <a:pt x="44" y="4830"/>
                    <a:pt x="131" y="4932"/>
                  </a:cubicBezTo>
                  <a:cubicBezTo>
                    <a:pt x="204" y="5019"/>
                    <a:pt x="320" y="5048"/>
                    <a:pt x="436" y="5048"/>
                  </a:cubicBezTo>
                  <a:lnTo>
                    <a:pt x="2800" y="5048"/>
                  </a:lnTo>
                  <a:cubicBezTo>
                    <a:pt x="2931" y="5048"/>
                    <a:pt x="3018" y="5004"/>
                    <a:pt x="3105" y="4932"/>
                  </a:cubicBezTo>
                  <a:cubicBezTo>
                    <a:pt x="3192" y="4830"/>
                    <a:pt x="3235" y="4743"/>
                    <a:pt x="3235" y="4613"/>
                  </a:cubicBezTo>
                  <a:cubicBezTo>
                    <a:pt x="3235" y="4497"/>
                    <a:pt x="3192" y="4381"/>
                    <a:pt x="3105" y="4308"/>
                  </a:cubicBezTo>
                  <a:cubicBezTo>
                    <a:pt x="3032" y="4221"/>
                    <a:pt x="2931" y="4178"/>
                    <a:pt x="2800" y="4178"/>
                  </a:cubicBezTo>
                  <a:lnTo>
                    <a:pt x="900" y="4178"/>
                  </a:lnTo>
                  <a:lnTo>
                    <a:pt x="900" y="435"/>
                  </a:lnTo>
                  <a:cubicBezTo>
                    <a:pt x="900" y="305"/>
                    <a:pt x="856" y="218"/>
                    <a:pt x="769" y="116"/>
                  </a:cubicBezTo>
                  <a:cubicBezTo>
                    <a:pt x="682" y="29"/>
                    <a:pt x="566" y="0"/>
                    <a:pt x="46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6"/>
            <p:cNvSpPr/>
            <p:nvPr/>
          </p:nvSpPr>
          <p:spPr>
            <a:xfrm>
              <a:off x="1926500" y="4105100"/>
              <a:ext cx="102650" cy="128025"/>
            </a:xfrm>
            <a:custGeom>
              <a:rect b="b" l="l" r="r" t="t"/>
              <a:pathLst>
                <a:path extrusionOk="0" h="5121" w="4106">
                  <a:moveTo>
                    <a:pt x="450" y="1"/>
                  </a:moveTo>
                  <a:cubicBezTo>
                    <a:pt x="349" y="1"/>
                    <a:pt x="262" y="44"/>
                    <a:pt x="146" y="131"/>
                  </a:cubicBezTo>
                  <a:cubicBezTo>
                    <a:pt x="59" y="218"/>
                    <a:pt x="1" y="334"/>
                    <a:pt x="1" y="465"/>
                  </a:cubicBezTo>
                  <a:cubicBezTo>
                    <a:pt x="1" y="508"/>
                    <a:pt x="15" y="566"/>
                    <a:pt x="44" y="624"/>
                  </a:cubicBezTo>
                  <a:cubicBezTo>
                    <a:pt x="59" y="682"/>
                    <a:pt x="88" y="755"/>
                    <a:pt x="146" y="798"/>
                  </a:cubicBezTo>
                  <a:lnTo>
                    <a:pt x="1654" y="2810"/>
                  </a:lnTo>
                  <a:lnTo>
                    <a:pt x="1654" y="4686"/>
                  </a:lnTo>
                  <a:cubicBezTo>
                    <a:pt x="1654" y="4816"/>
                    <a:pt x="1683" y="4903"/>
                    <a:pt x="1785" y="4990"/>
                  </a:cubicBezTo>
                  <a:cubicBezTo>
                    <a:pt x="1872" y="5077"/>
                    <a:pt x="1959" y="5121"/>
                    <a:pt x="2089" y="5121"/>
                  </a:cubicBezTo>
                  <a:cubicBezTo>
                    <a:pt x="2191" y="5121"/>
                    <a:pt x="2292" y="5077"/>
                    <a:pt x="2379" y="4990"/>
                  </a:cubicBezTo>
                  <a:cubicBezTo>
                    <a:pt x="2467" y="4918"/>
                    <a:pt x="2510" y="4816"/>
                    <a:pt x="2510" y="4686"/>
                  </a:cubicBezTo>
                  <a:lnTo>
                    <a:pt x="2510" y="2919"/>
                  </a:lnTo>
                  <a:lnTo>
                    <a:pt x="2510" y="2919"/>
                  </a:lnTo>
                  <a:lnTo>
                    <a:pt x="4033" y="755"/>
                  </a:lnTo>
                  <a:cubicBezTo>
                    <a:pt x="4048" y="711"/>
                    <a:pt x="4062" y="682"/>
                    <a:pt x="4077" y="624"/>
                  </a:cubicBezTo>
                  <a:cubicBezTo>
                    <a:pt x="4106" y="581"/>
                    <a:pt x="4106" y="537"/>
                    <a:pt x="4106" y="494"/>
                  </a:cubicBezTo>
                  <a:cubicBezTo>
                    <a:pt x="4106" y="363"/>
                    <a:pt x="4062" y="262"/>
                    <a:pt x="3975" y="175"/>
                  </a:cubicBezTo>
                  <a:cubicBezTo>
                    <a:pt x="3888" y="73"/>
                    <a:pt x="3772" y="44"/>
                    <a:pt x="3670" y="44"/>
                  </a:cubicBezTo>
                  <a:cubicBezTo>
                    <a:pt x="3540" y="44"/>
                    <a:pt x="3409" y="117"/>
                    <a:pt x="3308" y="204"/>
                  </a:cubicBezTo>
                  <a:lnTo>
                    <a:pt x="2100" y="1968"/>
                  </a:lnTo>
                  <a:lnTo>
                    <a:pt x="2100" y="1968"/>
                  </a:lnTo>
                  <a:lnTo>
                    <a:pt x="813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6"/>
            <p:cNvSpPr/>
            <p:nvPr/>
          </p:nvSpPr>
          <p:spPr>
            <a:xfrm>
              <a:off x="1269425" y="3770775"/>
              <a:ext cx="172625" cy="264000"/>
            </a:xfrm>
            <a:custGeom>
              <a:rect b="b" l="l" r="r" t="t"/>
              <a:pathLst>
                <a:path extrusionOk="0" h="10560" w="6905">
                  <a:moveTo>
                    <a:pt x="929" y="0"/>
                  </a:moveTo>
                  <a:cubicBezTo>
                    <a:pt x="668" y="0"/>
                    <a:pt x="450" y="87"/>
                    <a:pt x="276" y="247"/>
                  </a:cubicBezTo>
                  <a:cubicBezTo>
                    <a:pt x="87" y="406"/>
                    <a:pt x="0" y="653"/>
                    <a:pt x="0" y="899"/>
                  </a:cubicBezTo>
                  <a:lnTo>
                    <a:pt x="0" y="9646"/>
                  </a:lnTo>
                  <a:cubicBezTo>
                    <a:pt x="0" y="9892"/>
                    <a:pt x="87" y="10110"/>
                    <a:pt x="276" y="10299"/>
                  </a:cubicBezTo>
                  <a:cubicBezTo>
                    <a:pt x="436" y="10473"/>
                    <a:pt x="668" y="10560"/>
                    <a:pt x="929" y="10560"/>
                  </a:cubicBezTo>
                  <a:lnTo>
                    <a:pt x="5977" y="10560"/>
                  </a:lnTo>
                  <a:cubicBezTo>
                    <a:pt x="6238" y="10560"/>
                    <a:pt x="6455" y="10487"/>
                    <a:pt x="6629" y="10328"/>
                  </a:cubicBezTo>
                  <a:cubicBezTo>
                    <a:pt x="6818" y="10168"/>
                    <a:pt x="6905" y="9965"/>
                    <a:pt x="6905" y="9718"/>
                  </a:cubicBezTo>
                  <a:cubicBezTo>
                    <a:pt x="6905" y="9472"/>
                    <a:pt x="6818" y="9283"/>
                    <a:pt x="6629" y="9095"/>
                  </a:cubicBezTo>
                  <a:cubicBezTo>
                    <a:pt x="6470" y="8921"/>
                    <a:pt x="6238" y="8819"/>
                    <a:pt x="5977" y="8819"/>
                  </a:cubicBezTo>
                  <a:lnTo>
                    <a:pt x="1886" y="8819"/>
                  </a:lnTo>
                  <a:lnTo>
                    <a:pt x="1886" y="6049"/>
                  </a:lnTo>
                  <a:lnTo>
                    <a:pt x="5309" y="6049"/>
                  </a:lnTo>
                  <a:cubicBezTo>
                    <a:pt x="5570" y="6049"/>
                    <a:pt x="5788" y="5976"/>
                    <a:pt x="5962" y="5817"/>
                  </a:cubicBezTo>
                  <a:cubicBezTo>
                    <a:pt x="6151" y="5657"/>
                    <a:pt x="6238" y="5454"/>
                    <a:pt x="6238" y="5193"/>
                  </a:cubicBezTo>
                  <a:cubicBezTo>
                    <a:pt x="6238" y="4946"/>
                    <a:pt x="6151" y="4729"/>
                    <a:pt x="5962" y="4569"/>
                  </a:cubicBezTo>
                  <a:cubicBezTo>
                    <a:pt x="5802" y="4395"/>
                    <a:pt x="5570" y="4308"/>
                    <a:pt x="5309" y="4308"/>
                  </a:cubicBezTo>
                  <a:lnTo>
                    <a:pt x="1901" y="4308"/>
                  </a:lnTo>
                  <a:lnTo>
                    <a:pt x="1901" y="1741"/>
                  </a:lnTo>
                  <a:lnTo>
                    <a:pt x="5977" y="1741"/>
                  </a:lnTo>
                  <a:cubicBezTo>
                    <a:pt x="6238" y="1741"/>
                    <a:pt x="6455" y="1668"/>
                    <a:pt x="6629" y="1509"/>
                  </a:cubicBezTo>
                  <a:cubicBezTo>
                    <a:pt x="6818" y="1334"/>
                    <a:pt x="6905" y="1146"/>
                    <a:pt x="6905" y="885"/>
                  </a:cubicBezTo>
                  <a:cubicBezTo>
                    <a:pt x="6905" y="638"/>
                    <a:pt x="6818" y="421"/>
                    <a:pt x="6629" y="247"/>
                  </a:cubicBezTo>
                  <a:cubicBezTo>
                    <a:pt x="6470" y="87"/>
                    <a:pt x="6238" y="0"/>
                    <a:pt x="59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6"/>
            <p:cNvSpPr/>
            <p:nvPr/>
          </p:nvSpPr>
          <p:spPr>
            <a:xfrm>
              <a:off x="1472850" y="3768950"/>
              <a:ext cx="211800" cy="270175"/>
            </a:xfrm>
            <a:custGeom>
              <a:rect b="b" l="l" r="r" t="t"/>
              <a:pathLst>
                <a:path extrusionOk="0" h="10807" w="8472">
                  <a:moveTo>
                    <a:pt x="5440" y="1"/>
                  </a:moveTo>
                  <a:cubicBezTo>
                    <a:pt x="4657" y="1"/>
                    <a:pt x="3932" y="131"/>
                    <a:pt x="3264" y="392"/>
                  </a:cubicBezTo>
                  <a:cubicBezTo>
                    <a:pt x="2612" y="668"/>
                    <a:pt x="2031" y="1045"/>
                    <a:pt x="1538" y="1524"/>
                  </a:cubicBezTo>
                  <a:cubicBezTo>
                    <a:pt x="1060" y="2002"/>
                    <a:pt x="668" y="2568"/>
                    <a:pt x="392" y="3221"/>
                  </a:cubicBezTo>
                  <a:cubicBezTo>
                    <a:pt x="131" y="3873"/>
                    <a:pt x="1" y="4584"/>
                    <a:pt x="1" y="5367"/>
                  </a:cubicBezTo>
                  <a:cubicBezTo>
                    <a:pt x="1" y="6252"/>
                    <a:pt x="146" y="7035"/>
                    <a:pt x="436" y="7717"/>
                  </a:cubicBezTo>
                  <a:cubicBezTo>
                    <a:pt x="726" y="8413"/>
                    <a:pt x="1118" y="8965"/>
                    <a:pt x="1625" y="9429"/>
                  </a:cubicBezTo>
                  <a:cubicBezTo>
                    <a:pt x="2148" y="9878"/>
                    <a:pt x="2713" y="10227"/>
                    <a:pt x="3380" y="10459"/>
                  </a:cubicBezTo>
                  <a:cubicBezTo>
                    <a:pt x="4019" y="10691"/>
                    <a:pt x="4715" y="10807"/>
                    <a:pt x="5440" y="10807"/>
                  </a:cubicBezTo>
                  <a:cubicBezTo>
                    <a:pt x="5745" y="10807"/>
                    <a:pt x="6020" y="10778"/>
                    <a:pt x="6310" y="10734"/>
                  </a:cubicBezTo>
                  <a:cubicBezTo>
                    <a:pt x="6586" y="10676"/>
                    <a:pt x="6876" y="10618"/>
                    <a:pt x="7152" y="10531"/>
                  </a:cubicBezTo>
                  <a:cubicBezTo>
                    <a:pt x="7442" y="10444"/>
                    <a:pt x="7703" y="10328"/>
                    <a:pt x="7964" y="10212"/>
                  </a:cubicBezTo>
                  <a:cubicBezTo>
                    <a:pt x="8196" y="10082"/>
                    <a:pt x="8356" y="9893"/>
                    <a:pt x="8414" y="9617"/>
                  </a:cubicBezTo>
                  <a:cubicBezTo>
                    <a:pt x="8472" y="9356"/>
                    <a:pt x="8399" y="9095"/>
                    <a:pt x="8196" y="8849"/>
                  </a:cubicBezTo>
                  <a:cubicBezTo>
                    <a:pt x="8051" y="8660"/>
                    <a:pt x="7877" y="8558"/>
                    <a:pt x="7674" y="8515"/>
                  </a:cubicBezTo>
                  <a:cubicBezTo>
                    <a:pt x="7623" y="8508"/>
                    <a:pt x="7572" y="8505"/>
                    <a:pt x="7522" y="8505"/>
                  </a:cubicBezTo>
                  <a:cubicBezTo>
                    <a:pt x="7360" y="8505"/>
                    <a:pt x="7202" y="8542"/>
                    <a:pt x="7036" y="8631"/>
                  </a:cubicBezTo>
                  <a:cubicBezTo>
                    <a:pt x="6789" y="8762"/>
                    <a:pt x="6528" y="8849"/>
                    <a:pt x="6252" y="8907"/>
                  </a:cubicBezTo>
                  <a:cubicBezTo>
                    <a:pt x="5991" y="8950"/>
                    <a:pt x="5716" y="8979"/>
                    <a:pt x="5440" y="8979"/>
                  </a:cubicBezTo>
                  <a:cubicBezTo>
                    <a:pt x="4947" y="8979"/>
                    <a:pt x="4483" y="8892"/>
                    <a:pt x="4062" y="8762"/>
                  </a:cubicBezTo>
                  <a:cubicBezTo>
                    <a:pt x="3642" y="8602"/>
                    <a:pt x="3264" y="8399"/>
                    <a:pt x="2960" y="8080"/>
                  </a:cubicBezTo>
                  <a:cubicBezTo>
                    <a:pt x="2655" y="7775"/>
                    <a:pt x="2409" y="7398"/>
                    <a:pt x="2235" y="6948"/>
                  </a:cubicBezTo>
                  <a:cubicBezTo>
                    <a:pt x="2046" y="6484"/>
                    <a:pt x="1959" y="5962"/>
                    <a:pt x="1959" y="5353"/>
                  </a:cubicBezTo>
                  <a:cubicBezTo>
                    <a:pt x="1959" y="4816"/>
                    <a:pt x="2031" y="4352"/>
                    <a:pt x="2191" y="3917"/>
                  </a:cubicBezTo>
                  <a:cubicBezTo>
                    <a:pt x="2365" y="3482"/>
                    <a:pt x="2583" y="3119"/>
                    <a:pt x="2887" y="2785"/>
                  </a:cubicBezTo>
                  <a:cubicBezTo>
                    <a:pt x="3177" y="2481"/>
                    <a:pt x="3540" y="2234"/>
                    <a:pt x="3975" y="2060"/>
                  </a:cubicBezTo>
                  <a:cubicBezTo>
                    <a:pt x="4396" y="1901"/>
                    <a:pt x="4874" y="1814"/>
                    <a:pt x="5426" y="1814"/>
                  </a:cubicBezTo>
                  <a:cubicBezTo>
                    <a:pt x="5716" y="1814"/>
                    <a:pt x="5991" y="1843"/>
                    <a:pt x="6252" y="1901"/>
                  </a:cubicBezTo>
                  <a:cubicBezTo>
                    <a:pt x="6528" y="1959"/>
                    <a:pt x="6789" y="2046"/>
                    <a:pt x="7021" y="2162"/>
                  </a:cubicBezTo>
                  <a:cubicBezTo>
                    <a:pt x="7194" y="2243"/>
                    <a:pt x="7368" y="2287"/>
                    <a:pt x="7533" y="2287"/>
                  </a:cubicBezTo>
                  <a:cubicBezTo>
                    <a:pt x="7576" y="2287"/>
                    <a:pt x="7618" y="2284"/>
                    <a:pt x="7659" y="2278"/>
                  </a:cubicBezTo>
                  <a:cubicBezTo>
                    <a:pt x="7848" y="2263"/>
                    <a:pt x="8037" y="2162"/>
                    <a:pt x="8167" y="1973"/>
                  </a:cubicBezTo>
                  <a:cubicBezTo>
                    <a:pt x="8341" y="1741"/>
                    <a:pt x="8428" y="1480"/>
                    <a:pt x="8385" y="1190"/>
                  </a:cubicBezTo>
                  <a:cubicBezTo>
                    <a:pt x="8341" y="929"/>
                    <a:pt x="8182" y="711"/>
                    <a:pt x="7921" y="581"/>
                  </a:cubicBezTo>
                  <a:cubicBezTo>
                    <a:pt x="7543" y="378"/>
                    <a:pt x="7152" y="233"/>
                    <a:pt x="6746" y="146"/>
                  </a:cubicBezTo>
                  <a:cubicBezTo>
                    <a:pt x="6310" y="44"/>
                    <a:pt x="5875" y="1"/>
                    <a:pt x="544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6"/>
            <p:cNvSpPr/>
            <p:nvPr/>
          </p:nvSpPr>
          <p:spPr>
            <a:xfrm>
              <a:off x="1708925" y="3766775"/>
              <a:ext cx="257125" cy="272000"/>
            </a:xfrm>
            <a:custGeom>
              <a:rect b="b" l="l" r="r" t="t"/>
              <a:pathLst>
                <a:path extrusionOk="0" h="10880" w="10285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6"/>
            <p:cNvSpPr/>
            <p:nvPr/>
          </p:nvSpPr>
          <p:spPr>
            <a:xfrm>
              <a:off x="586225" y="3659075"/>
              <a:ext cx="641875" cy="873225"/>
            </a:xfrm>
            <a:custGeom>
              <a:rect b="b" l="l" r="r" t="t"/>
              <a:pathLst>
                <a:path extrusionOk="0" h="34929" w="25675">
                  <a:moveTo>
                    <a:pt x="9009" y="0"/>
                  </a:moveTo>
                  <a:lnTo>
                    <a:pt x="9009" y="0"/>
                  </a:lnTo>
                  <a:cubicBezTo>
                    <a:pt x="1" y="13621"/>
                    <a:pt x="3047" y="17682"/>
                    <a:pt x="9502" y="22599"/>
                  </a:cubicBezTo>
                  <a:cubicBezTo>
                    <a:pt x="16000" y="27531"/>
                    <a:pt x="18799" y="29663"/>
                    <a:pt x="19583" y="34929"/>
                  </a:cubicBezTo>
                  <a:cubicBezTo>
                    <a:pt x="19583" y="34929"/>
                    <a:pt x="25675" y="26472"/>
                    <a:pt x="20090" y="17508"/>
                  </a:cubicBezTo>
                  <a:cubicBezTo>
                    <a:pt x="14506" y="8529"/>
                    <a:pt x="8675" y="10647"/>
                    <a:pt x="9009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6"/>
            <p:cNvSpPr/>
            <p:nvPr/>
          </p:nvSpPr>
          <p:spPr>
            <a:xfrm>
              <a:off x="712425" y="3658350"/>
              <a:ext cx="467100" cy="996875"/>
            </a:xfrm>
            <a:custGeom>
              <a:rect b="b" l="l" r="r" t="t"/>
              <a:pathLst>
                <a:path extrusionOk="0" h="39875" w="18684">
                  <a:moveTo>
                    <a:pt x="3888" y="0"/>
                  </a:moveTo>
                  <a:cubicBezTo>
                    <a:pt x="3844" y="87"/>
                    <a:pt x="1" y="8936"/>
                    <a:pt x="6426" y="15985"/>
                  </a:cubicBezTo>
                  <a:cubicBezTo>
                    <a:pt x="11286" y="21308"/>
                    <a:pt x="18437" y="31476"/>
                    <a:pt x="11721" y="39759"/>
                  </a:cubicBezTo>
                  <a:lnTo>
                    <a:pt x="11866" y="39875"/>
                  </a:lnTo>
                  <a:cubicBezTo>
                    <a:pt x="18683" y="31491"/>
                    <a:pt x="11474" y="21236"/>
                    <a:pt x="6571" y="15854"/>
                  </a:cubicBezTo>
                  <a:cubicBezTo>
                    <a:pt x="218" y="8907"/>
                    <a:pt x="4019" y="160"/>
                    <a:pt x="4062" y="73"/>
                  </a:cubicBezTo>
                  <a:lnTo>
                    <a:pt x="388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6"/>
            <p:cNvSpPr/>
            <p:nvPr/>
          </p:nvSpPr>
          <p:spPr>
            <a:xfrm>
              <a:off x="726200" y="4305275"/>
              <a:ext cx="804350" cy="430475"/>
            </a:xfrm>
            <a:custGeom>
              <a:rect b="b" l="l" r="r" t="t"/>
              <a:pathLst>
                <a:path extrusionOk="0" h="17219" w="32174">
                  <a:moveTo>
                    <a:pt x="1" y="0"/>
                  </a:moveTo>
                  <a:lnTo>
                    <a:pt x="1" y="0"/>
                  </a:lnTo>
                  <a:cubicBezTo>
                    <a:pt x="2677" y="13109"/>
                    <a:pt x="6524" y="15955"/>
                    <a:pt x="12278" y="15955"/>
                  </a:cubicBezTo>
                  <a:cubicBezTo>
                    <a:pt x="13540" y="15955"/>
                    <a:pt x="14894" y="15818"/>
                    <a:pt x="16348" y="15622"/>
                  </a:cubicBezTo>
                  <a:cubicBezTo>
                    <a:pt x="19808" y="15155"/>
                    <a:pt x="22426" y="14803"/>
                    <a:pt x="24627" y="14803"/>
                  </a:cubicBezTo>
                  <a:cubicBezTo>
                    <a:pt x="27548" y="14803"/>
                    <a:pt x="29733" y="15423"/>
                    <a:pt x="32173" y="17218"/>
                  </a:cubicBezTo>
                  <a:cubicBezTo>
                    <a:pt x="32173" y="17218"/>
                    <a:pt x="30505" y="6934"/>
                    <a:pt x="20206" y="4526"/>
                  </a:cubicBezTo>
                  <a:cubicBezTo>
                    <a:pt x="18077" y="4028"/>
                    <a:pt x="16275" y="3874"/>
                    <a:pt x="14693" y="3874"/>
                  </a:cubicBezTo>
                  <a:cubicBezTo>
                    <a:pt x="12113" y="3874"/>
                    <a:pt x="10116" y="4284"/>
                    <a:pt x="8228" y="4284"/>
                  </a:cubicBezTo>
                  <a:cubicBezTo>
                    <a:pt x="5674" y="4284"/>
                    <a:pt x="3322" y="3533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6"/>
            <p:cNvSpPr/>
            <p:nvPr/>
          </p:nvSpPr>
          <p:spPr>
            <a:xfrm>
              <a:off x="724400" y="4304175"/>
              <a:ext cx="846025" cy="566100"/>
            </a:xfrm>
            <a:custGeom>
              <a:rect b="b" l="l" r="r" t="t"/>
              <a:pathLst>
                <a:path extrusionOk="0" h="22644" w="33841">
                  <a:moveTo>
                    <a:pt x="174" y="1"/>
                  </a:moveTo>
                  <a:lnTo>
                    <a:pt x="0" y="74"/>
                  </a:lnTo>
                  <a:cubicBezTo>
                    <a:pt x="44" y="161"/>
                    <a:pt x="3583" y="9139"/>
                    <a:pt x="13113" y="9574"/>
                  </a:cubicBezTo>
                  <a:cubicBezTo>
                    <a:pt x="20336" y="9908"/>
                    <a:pt x="32564" y="12040"/>
                    <a:pt x="33681" y="22643"/>
                  </a:cubicBezTo>
                  <a:lnTo>
                    <a:pt x="33841" y="22629"/>
                  </a:lnTo>
                  <a:cubicBezTo>
                    <a:pt x="32709" y="11881"/>
                    <a:pt x="20365" y="9719"/>
                    <a:pt x="13113" y="9400"/>
                  </a:cubicBezTo>
                  <a:cubicBezTo>
                    <a:pt x="3699" y="8965"/>
                    <a:pt x="203" y="88"/>
                    <a:pt x="174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6"/>
            <p:cNvSpPr/>
            <p:nvPr/>
          </p:nvSpPr>
          <p:spPr>
            <a:xfrm>
              <a:off x="1248025" y="4447600"/>
              <a:ext cx="873225" cy="476600"/>
            </a:xfrm>
            <a:custGeom>
              <a:rect b="b" l="l" r="r" t="t"/>
              <a:pathLst>
                <a:path extrusionOk="0" h="19064" w="34929">
                  <a:moveTo>
                    <a:pt x="25558" y="1"/>
                  </a:moveTo>
                  <a:cubicBezTo>
                    <a:pt x="23086" y="1"/>
                    <a:pt x="20316" y="603"/>
                    <a:pt x="17494" y="2358"/>
                  </a:cubicBezTo>
                  <a:cubicBezTo>
                    <a:pt x="8772" y="7783"/>
                    <a:pt x="10535" y="13440"/>
                    <a:pt x="883" y="13440"/>
                  </a:cubicBezTo>
                  <a:cubicBezTo>
                    <a:pt x="599" y="13440"/>
                    <a:pt x="305" y="13435"/>
                    <a:pt x="1" y="13425"/>
                  </a:cubicBezTo>
                  <a:lnTo>
                    <a:pt x="1" y="13425"/>
                  </a:lnTo>
                  <a:cubicBezTo>
                    <a:pt x="6059" y="17438"/>
                    <a:pt x="10226" y="19063"/>
                    <a:pt x="13418" y="19063"/>
                  </a:cubicBezTo>
                  <a:cubicBezTo>
                    <a:pt x="17403" y="19063"/>
                    <a:pt x="19869" y="16530"/>
                    <a:pt x="22600" y="12947"/>
                  </a:cubicBezTo>
                  <a:cubicBezTo>
                    <a:pt x="27531" y="6448"/>
                    <a:pt x="29664" y="3634"/>
                    <a:pt x="34929" y="2865"/>
                  </a:cubicBezTo>
                  <a:cubicBezTo>
                    <a:pt x="34929" y="2865"/>
                    <a:pt x="30953" y="1"/>
                    <a:pt x="25558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6"/>
            <p:cNvSpPr/>
            <p:nvPr/>
          </p:nvSpPr>
          <p:spPr>
            <a:xfrm>
              <a:off x="1247300" y="4515875"/>
              <a:ext cx="996525" cy="298925"/>
            </a:xfrm>
            <a:custGeom>
              <a:rect b="b" l="l" r="r" t="t"/>
              <a:pathLst>
                <a:path extrusionOk="0" h="11957" w="39861">
                  <a:moveTo>
                    <a:pt x="32192" y="1"/>
                  </a:moveTo>
                  <a:cubicBezTo>
                    <a:pt x="25899" y="1"/>
                    <a:pt x="19650" y="4626"/>
                    <a:pt x="15855" y="8083"/>
                  </a:cubicBezTo>
                  <a:cubicBezTo>
                    <a:pt x="12689" y="10979"/>
                    <a:pt x="9157" y="11772"/>
                    <a:pt x="6239" y="11772"/>
                  </a:cubicBezTo>
                  <a:cubicBezTo>
                    <a:pt x="2739" y="11772"/>
                    <a:pt x="121" y="10631"/>
                    <a:pt x="73" y="10607"/>
                  </a:cubicBezTo>
                  <a:lnTo>
                    <a:pt x="1" y="10767"/>
                  </a:lnTo>
                  <a:cubicBezTo>
                    <a:pt x="30" y="10796"/>
                    <a:pt x="2699" y="11956"/>
                    <a:pt x="6252" y="11956"/>
                  </a:cubicBezTo>
                  <a:cubicBezTo>
                    <a:pt x="9197" y="11956"/>
                    <a:pt x="12780" y="11129"/>
                    <a:pt x="15985" y="8228"/>
                  </a:cubicBezTo>
                  <a:cubicBezTo>
                    <a:pt x="19745" y="4787"/>
                    <a:pt x="25950" y="196"/>
                    <a:pt x="32193" y="196"/>
                  </a:cubicBezTo>
                  <a:cubicBezTo>
                    <a:pt x="34765" y="196"/>
                    <a:pt x="37343" y="975"/>
                    <a:pt x="39759" y="2934"/>
                  </a:cubicBezTo>
                  <a:lnTo>
                    <a:pt x="39861" y="2789"/>
                  </a:lnTo>
                  <a:cubicBezTo>
                    <a:pt x="37410" y="793"/>
                    <a:pt x="34798" y="1"/>
                    <a:pt x="3219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6"/>
            <p:cNvSpPr/>
            <p:nvPr/>
          </p:nvSpPr>
          <p:spPr>
            <a:xfrm>
              <a:off x="1893875" y="4064500"/>
              <a:ext cx="430825" cy="803950"/>
            </a:xfrm>
            <a:custGeom>
              <a:rect b="b" l="l" r="r" t="t"/>
              <a:pathLst>
                <a:path extrusionOk="0" h="32158" w="17233">
                  <a:moveTo>
                    <a:pt x="17232" y="0"/>
                  </a:moveTo>
                  <a:cubicBezTo>
                    <a:pt x="17232" y="0"/>
                    <a:pt x="6948" y="1668"/>
                    <a:pt x="4540" y="11967"/>
                  </a:cubicBezTo>
                  <a:cubicBezTo>
                    <a:pt x="2132" y="22265"/>
                    <a:pt x="7760" y="24891"/>
                    <a:pt x="0" y="32158"/>
                  </a:cubicBezTo>
                  <a:cubicBezTo>
                    <a:pt x="15999" y="28894"/>
                    <a:pt x="16725" y="23890"/>
                    <a:pt x="15637" y="15825"/>
                  </a:cubicBezTo>
                  <a:cubicBezTo>
                    <a:pt x="14549" y="7760"/>
                    <a:pt x="14070" y="4265"/>
                    <a:pt x="17232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6"/>
            <p:cNvSpPr/>
            <p:nvPr/>
          </p:nvSpPr>
          <p:spPr>
            <a:xfrm>
              <a:off x="1893150" y="4024600"/>
              <a:ext cx="566075" cy="845675"/>
            </a:xfrm>
            <a:custGeom>
              <a:rect b="b" l="l" r="r" t="t"/>
              <a:pathLst>
                <a:path extrusionOk="0" h="33827" w="22643">
                  <a:moveTo>
                    <a:pt x="22628" y="1"/>
                  </a:moveTo>
                  <a:cubicBezTo>
                    <a:pt x="11880" y="1117"/>
                    <a:pt x="9719" y="13476"/>
                    <a:pt x="9385" y="20728"/>
                  </a:cubicBezTo>
                  <a:cubicBezTo>
                    <a:pt x="8950" y="30128"/>
                    <a:pt x="87" y="33638"/>
                    <a:pt x="0" y="33667"/>
                  </a:cubicBezTo>
                  <a:lnTo>
                    <a:pt x="73" y="33826"/>
                  </a:lnTo>
                  <a:cubicBezTo>
                    <a:pt x="160" y="33797"/>
                    <a:pt x="9138" y="30258"/>
                    <a:pt x="9574" y="20743"/>
                  </a:cubicBezTo>
                  <a:cubicBezTo>
                    <a:pt x="9893" y="13519"/>
                    <a:pt x="12039" y="1292"/>
                    <a:pt x="22643" y="175"/>
                  </a:cubicBezTo>
                  <a:lnTo>
                    <a:pt x="2262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6"/>
            <p:cNvSpPr/>
            <p:nvPr/>
          </p:nvSpPr>
          <p:spPr>
            <a:xfrm>
              <a:off x="1994325" y="3522000"/>
              <a:ext cx="641875" cy="872875"/>
            </a:xfrm>
            <a:custGeom>
              <a:rect b="b" l="l" r="r" t="t"/>
              <a:pathLst>
                <a:path extrusionOk="0" h="34915" w="25675">
                  <a:moveTo>
                    <a:pt x="6092" y="1"/>
                  </a:moveTo>
                  <a:cubicBezTo>
                    <a:pt x="6092" y="1"/>
                    <a:pt x="0" y="8442"/>
                    <a:pt x="5585" y="17421"/>
                  </a:cubicBezTo>
                  <a:cubicBezTo>
                    <a:pt x="11169" y="26400"/>
                    <a:pt x="17000" y="24268"/>
                    <a:pt x="16652" y="34914"/>
                  </a:cubicBezTo>
                  <a:cubicBezTo>
                    <a:pt x="25674" y="21294"/>
                    <a:pt x="22628" y="17233"/>
                    <a:pt x="16173" y="12330"/>
                  </a:cubicBezTo>
                  <a:cubicBezTo>
                    <a:pt x="9675" y="7398"/>
                    <a:pt x="6861" y="5251"/>
                    <a:pt x="6092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6"/>
            <p:cNvSpPr/>
            <p:nvPr/>
          </p:nvSpPr>
          <p:spPr>
            <a:xfrm>
              <a:off x="2042550" y="3399075"/>
              <a:ext cx="467075" cy="996875"/>
            </a:xfrm>
            <a:custGeom>
              <a:rect b="b" l="l" r="r" t="t"/>
              <a:pathLst>
                <a:path extrusionOk="0" h="39875" w="18683">
                  <a:moveTo>
                    <a:pt x="6818" y="0"/>
                  </a:moveTo>
                  <a:lnTo>
                    <a:pt x="6818" y="0"/>
                  </a:lnTo>
                  <a:cubicBezTo>
                    <a:pt x="0" y="8370"/>
                    <a:pt x="7224" y="18639"/>
                    <a:pt x="12112" y="24006"/>
                  </a:cubicBezTo>
                  <a:cubicBezTo>
                    <a:pt x="18480" y="30969"/>
                    <a:pt x="14679" y="39701"/>
                    <a:pt x="14636" y="39802"/>
                  </a:cubicBezTo>
                  <a:lnTo>
                    <a:pt x="14795" y="39875"/>
                  </a:lnTo>
                  <a:cubicBezTo>
                    <a:pt x="14839" y="39773"/>
                    <a:pt x="18683" y="30925"/>
                    <a:pt x="12257" y="23876"/>
                  </a:cubicBezTo>
                  <a:cubicBezTo>
                    <a:pt x="7398" y="18567"/>
                    <a:pt x="261" y="8399"/>
                    <a:pt x="6963" y="102"/>
                  </a:cubicBezTo>
                  <a:lnTo>
                    <a:pt x="681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6"/>
            <p:cNvSpPr/>
            <p:nvPr/>
          </p:nvSpPr>
          <p:spPr>
            <a:xfrm>
              <a:off x="1691875" y="3317850"/>
              <a:ext cx="803975" cy="430825"/>
            </a:xfrm>
            <a:custGeom>
              <a:rect b="b" l="l" r="r" t="t"/>
              <a:pathLst>
                <a:path extrusionOk="0" h="17233" w="32159">
                  <a:moveTo>
                    <a:pt x="1" y="0"/>
                  </a:moveTo>
                  <a:cubicBezTo>
                    <a:pt x="1" y="0"/>
                    <a:pt x="1669" y="10284"/>
                    <a:pt x="11968" y="12692"/>
                  </a:cubicBezTo>
                  <a:cubicBezTo>
                    <a:pt x="14098" y="13190"/>
                    <a:pt x="15900" y="13344"/>
                    <a:pt x="17483" y="13344"/>
                  </a:cubicBezTo>
                  <a:cubicBezTo>
                    <a:pt x="20057" y="13344"/>
                    <a:pt x="22051" y="12936"/>
                    <a:pt x="23933" y="12936"/>
                  </a:cubicBezTo>
                  <a:cubicBezTo>
                    <a:pt x="26489" y="12936"/>
                    <a:pt x="28840" y="13688"/>
                    <a:pt x="32159" y="17232"/>
                  </a:cubicBezTo>
                  <a:cubicBezTo>
                    <a:pt x="29482" y="4111"/>
                    <a:pt x="25635" y="1263"/>
                    <a:pt x="19889" y="1263"/>
                  </a:cubicBezTo>
                  <a:cubicBezTo>
                    <a:pt x="18628" y="1263"/>
                    <a:pt x="17277" y="1400"/>
                    <a:pt x="15826" y="1596"/>
                  </a:cubicBezTo>
                  <a:cubicBezTo>
                    <a:pt x="12347" y="2071"/>
                    <a:pt x="9718" y="2431"/>
                    <a:pt x="7511" y="2431"/>
                  </a:cubicBezTo>
                  <a:cubicBezTo>
                    <a:pt x="4602" y="2431"/>
                    <a:pt x="2426" y="1806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6"/>
            <p:cNvSpPr/>
            <p:nvPr/>
          </p:nvSpPr>
          <p:spPr>
            <a:xfrm>
              <a:off x="1652000" y="3183675"/>
              <a:ext cx="846400" cy="566075"/>
            </a:xfrm>
            <a:custGeom>
              <a:rect b="b" l="l" r="r" t="t"/>
              <a:pathLst>
                <a:path extrusionOk="0" h="22643" w="33856">
                  <a:moveTo>
                    <a:pt x="174" y="0"/>
                  </a:moveTo>
                  <a:lnTo>
                    <a:pt x="0" y="15"/>
                  </a:lnTo>
                  <a:cubicBezTo>
                    <a:pt x="1117" y="10778"/>
                    <a:pt x="13476" y="12924"/>
                    <a:pt x="20728" y="13258"/>
                  </a:cubicBezTo>
                  <a:cubicBezTo>
                    <a:pt x="30127" y="13693"/>
                    <a:pt x="33638" y="22556"/>
                    <a:pt x="33667" y="22643"/>
                  </a:cubicBezTo>
                  <a:lnTo>
                    <a:pt x="33855" y="22570"/>
                  </a:lnTo>
                  <a:cubicBezTo>
                    <a:pt x="33812" y="22483"/>
                    <a:pt x="30272" y="13505"/>
                    <a:pt x="20743" y="13069"/>
                  </a:cubicBezTo>
                  <a:cubicBezTo>
                    <a:pt x="13519" y="12750"/>
                    <a:pt x="1291" y="10604"/>
                    <a:pt x="17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6"/>
            <p:cNvSpPr/>
            <p:nvPr/>
          </p:nvSpPr>
          <p:spPr>
            <a:xfrm>
              <a:off x="1101175" y="3130050"/>
              <a:ext cx="873225" cy="476650"/>
            </a:xfrm>
            <a:custGeom>
              <a:rect b="b" l="l" r="r" t="t"/>
              <a:pathLst>
                <a:path extrusionOk="0" h="19066" w="34929">
                  <a:moveTo>
                    <a:pt x="21517" y="0"/>
                  </a:moveTo>
                  <a:cubicBezTo>
                    <a:pt x="17528" y="0"/>
                    <a:pt x="15061" y="2534"/>
                    <a:pt x="12329" y="6120"/>
                  </a:cubicBezTo>
                  <a:cubicBezTo>
                    <a:pt x="7398" y="12589"/>
                    <a:pt x="5265" y="15403"/>
                    <a:pt x="0" y="16201"/>
                  </a:cubicBezTo>
                  <a:cubicBezTo>
                    <a:pt x="0" y="16201"/>
                    <a:pt x="3976" y="19065"/>
                    <a:pt x="9366" y="19065"/>
                  </a:cubicBezTo>
                  <a:cubicBezTo>
                    <a:pt x="11836" y="19065"/>
                    <a:pt x="14603" y="18464"/>
                    <a:pt x="17421" y="16708"/>
                  </a:cubicBezTo>
                  <a:cubicBezTo>
                    <a:pt x="26143" y="11283"/>
                    <a:pt x="24393" y="5612"/>
                    <a:pt x="34048" y="5612"/>
                  </a:cubicBezTo>
                  <a:cubicBezTo>
                    <a:pt x="34331" y="5612"/>
                    <a:pt x="34625" y="5617"/>
                    <a:pt x="34928" y="5627"/>
                  </a:cubicBezTo>
                  <a:cubicBezTo>
                    <a:pt x="28874" y="1623"/>
                    <a:pt x="24709" y="0"/>
                    <a:pt x="21517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6"/>
            <p:cNvSpPr/>
            <p:nvPr/>
          </p:nvSpPr>
          <p:spPr>
            <a:xfrm>
              <a:off x="978225" y="3239750"/>
              <a:ext cx="996900" cy="298600"/>
            </a:xfrm>
            <a:custGeom>
              <a:rect b="b" l="l" r="r" t="t"/>
              <a:pathLst>
                <a:path extrusionOk="0" h="11944" w="39876">
                  <a:moveTo>
                    <a:pt x="33619" y="1"/>
                  </a:moveTo>
                  <a:cubicBezTo>
                    <a:pt x="30664" y="1"/>
                    <a:pt x="27092" y="801"/>
                    <a:pt x="23891" y="3719"/>
                  </a:cubicBezTo>
                  <a:cubicBezTo>
                    <a:pt x="20121" y="7160"/>
                    <a:pt x="13921" y="11758"/>
                    <a:pt x="7682" y="11758"/>
                  </a:cubicBezTo>
                  <a:cubicBezTo>
                    <a:pt x="5111" y="11758"/>
                    <a:pt x="2534" y="10977"/>
                    <a:pt x="117" y="9013"/>
                  </a:cubicBezTo>
                  <a:lnTo>
                    <a:pt x="1" y="9158"/>
                  </a:lnTo>
                  <a:cubicBezTo>
                    <a:pt x="2452" y="11145"/>
                    <a:pt x="5063" y="11943"/>
                    <a:pt x="7674" y="11943"/>
                  </a:cubicBezTo>
                  <a:cubicBezTo>
                    <a:pt x="13969" y="11943"/>
                    <a:pt x="20206" y="7316"/>
                    <a:pt x="24007" y="3864"/>
                  </a:cubicBezTo>
                  <a:cubicBezTo>
                    <a:pt x="27169" y="979"/>
                    <a:pt x="30698" y="188"/>
                    <a:pt x="33618" y="188"/>
                  </a:cubicBezTo>
                  <a:cubicBezTo>
                    <a:pt x="37127" y="188"/>
                    <a:pt x="39755" y="1331"/>
                    <a:pt x="39803" y="1355"/>
                  </a:cubicBezTo>
                  <a:lnTo>
                    <a:pt x="39875" y="1181"/>
                  </a:lnTo>
                  <a:cubicBezTo>
                    <a:pt x="39828" y="1157"/>
                    <a:pt x="37170" y="1"/>
                    <a:pt x="33619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6"/>
            <p:cNvSpPr/>
            <p:nvPr/>
          </p:nvSpPr>
          <p:spPr>
            <a:xfrm>
              <a:off x="910425" y="3185475"/>
              <a:ext cx="417775" cy="779325"/>
            </a:xfrm>
            <a:custGeom>
              <a:rect b="b" l="l" r="r" t="t"/>
              <a:pathLst>
                <a:path extrusionOk="0" h="31173" w="16711">
                  <a:moveTo>
                    <a:pt x="16710" y="1"/>
                  </a:moveTo>
                  <a:lnTo>
                    <a:pt x="16710" y="1"/>
                  </a:lnTo>
                  <a:cubicBezTo>
                    <a:pt x="726" y="3264"/>
                    <a:pt x="0" y="8269"/>
                    <a:pt x="1088" y="16334"/>
                  </a:cubicBezTo>
                  <a:cubicBezTo>
                    <a:pt x="1901" y="22397"/>
                    <a:pt x="1959" y="26400"/>
                    <a:pt x="755" y="29504"/>
                  </a:cubicBezTo>
                  <a:lnTo>
                    <a:pt x="2742" y="31172"/>
                  </a:lnTo>
                  <a:cubicBezTo>
                    <a:pt x="5962" y="29794"/>
                    <a:pt x="10734" y="26444"/>
                    <a:pt x="12185" y="20206"/>
                  </a:cubicBezTo>
                  <a:cubicBezTo>
                    <a:pt x="14578" y="9908"/>
                    <a:pt x="8936" y="7268"/>
                    <a:pt x="1671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6"/>
            <p:cNvSpPr/>
            <p:nvPr/>
          </p:nvSpPr>
          <p:spPr>
            <a:xfrm>
              <a:off x="947050" y="3183300"/>
              <a:ext cx="382225" cy="757550"/>
            </a:xfrm>
            <a:custGeom>
              <a:rect b="b" l="l" r="r" t="t"/>
              <a:pathLst>
                <a:path extrusionOk="0" h="30302" w="15289">
                  <a:moveTo>
                    <a:pt x="15216" y="1"/>
                  </a:moveTo>
                  <a:cubicBezTo>
                    <a:pt x="15129" y="30"/>
                    <a:pt x="6151" y="3569"/>
                    <a:pt x="5715" y="13099"/>
                  </a:cubicBezTo>
                  <a:cubicBezTo>
                    <a:pt x="5454" y="18495"/>
                    <a:pt x="4279" y="25820"/>
                    <a:pt x="0" y="30171"/>
                  </a:cubicBezTo>
                  <a:lnTo>
                    <a:pt x="131" y="30302"/>
                  </a:lnTo>
                  <a:cubicBezTo>
                    <a:pt x="4439" y="25907"/>
                    <a:pt x="5643" y="18553"/>
                    <a:pt x="5889" y="13099"/>
                  </a:cubicBezTo>
                  <a:cubicBezTo>
                    <a:pt x="6325" y="3700"/>
                    <a:pt x="15202" y="204"/>
                    <a:pt x="15289" y="160"/>
                  </a:cubicBezTo>
                  <a:lnTo>
                    <a:pt x="15216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0" name="Google Shape;1560;p46"/>
          <p:cNvGrpSpPr/>
          <p:nvPr/>
        </p:nvGrpSpPr>
        <p:grpSpPr>
          <a:xfrm>
            <a:off x="6990639" y="659203"/>
            <a:ext cx="1276308" cy="1843405"/>
            <a:chOff x="6972114" y="455953"/>
            <a:chExt cx="1276308" cy="1843405"/>
          </a:xfrm>
        </p:grpSpPr>
        <p:grpSp>
          <p:nvGrpSpPr>
            <p:cNvPr id="1561" name="Google Shape;1561;p46"/>
            <p:cNvGrpSpPr/>
            <p:nvPr/>
          </p:nvGrpSpPr>
          <p:grpSpPr>
            <a:xfrm>
              <a:off x="6972114" y="455953"/>
              <a:ext cx="1276308" cy="1843405"/>
              <a:chOff x="2924450" y="2900575"/>
              <a:chExt cx="1559325" cy="2252175"/>
            </a:xfrm>
          </p:grpSpPr>
          <p:sp>
            <p:nvSpPr>
              <p:cNvPr id="1562" name="Google Shape;1562;p46"/>
              <p:cNvSpPr/>
              <p:nvPr/>
            </p:nvSpPr>
            <p:spPr>
              <a:xfrm>
                <a:off x="2924450" y="2900575"/>
                <a:ext cx="1559325" cy="2252175"/>
              </a:xfrm>
              <a:custGeom>
                <a:rect b="b" l="l" r="r" t="t"/>
                <a:pathLst>
                  <a:path extrusionOk="0" h="90087" w="62373">
                    <a:moveTo>
                      <a:pt x="27337" y="1"/>
                    </a:moveTo>
                    <a:cubicBezTo>
                      <a:pt x="21549" y="1"/>
                      <a:pt x="16762" y="4557"/>
                      <a:pt x="16507" y="10367"/>
                    </a:cubicBezTo>
                    <a:lnTo>
                      <a:pt x="15913" y="24466"/>
                    </a:lnTo>
                    <a:lnTo>
                      <a:pt x="13273" y="24089"/>
                    </a:lnTo>
                    <a:cubicBezTo>
                      <a:pt x="13013" y="24053"/>
                      <a:pt x="12755" y="24035"/>
                      <a:pt x="12501" y="24035"/>
                    </a:cubicBezTo>
                    <a:cubicBezTo>
                      <a:pt x="10610" y="24035"/>
                      <a:pt x="8901" y="25006"/>
                      <a:pt x="7891" y="26540"/>
                    </a:cubicBezTo>
                    <a:cubicBezTo>
                      <a:pt x="7500" y="26932"/>
                      <a:pt x="7224" y="27468"/>
                      <a:pt x="7152" y="28078"/>
                    </a:cubicBezTo>
                    <a:lnTo>
                      <a:pt x="7050" y="28788"/>
                    </a:lnTo>
                    <a:lnTo>
                      <a:pt x="465" y="75625"/>
                    </a:lnTo>
                    <a:lnTo>
                      <a:pt x="189" y="77612"/>
                    </a:lnTo>
                    <a:cubicBezTo>
                      <a:pt x="1" y="79063"/>
                      <a:pt x="363" y="80514"/>
                      <a:pt x="1248" y="81688"/>
                    </a:cubicBezTo>
                    <a:cubicBezTo>
                      <a:pt x="2133" y="82878"/>
                      <a:pt x="3424" y="83632"/>
                      <a:pt x="4874" y="83835"/>
                    </a:cubicBezTo>
                    <a:lnTo>
                      <a:pt x="49115" y="90029"/>
                    </a:lnTo>
                    <a:cubicBezTo>
                      <a:pt x="49361" y="90072"/>
                      <a:pt x="49622" y="90087"/>
                      <a:pt x="49869" y="90087"/>
                    </a:cubicBezTo>
                    <a:cubicBezTo>
                      <a:pt x="52582" y="90087"/>
                      <a:pt x="54931" y="88100"/>
                      <a:pt x="55337" y="85329"/>
                    </a:cubicBezTo>
                    <a:lnTo>
                      <a:pt x="62271" y="35823"/>
                    </a:lnTo>
                    <a:cubicBezTo>
                      <a:pt x="62372" y="35243"/>
                      <a:pt x="62242" y="34634"/>
                      <a:pt x="61966" y="34141"/>
                    </a:cubicBezTo>
                    <a:cubicBezTo>
                      <a:pt x="61372" y="32183"/>
                      <a:pt x="59660" y="30631"/>
                      <a:pt x="57484" y="30326"/>
                    </a:cubicBezTo>
                    <a:lnTo>
                      <a:pt x="53234" y="29731"/>
                    </a:lnTo>
                    <a:lnTo>
                      <a:pt x="55004" y="18417"/>
                    </a:lnTo>
                    <a:cubicBezTo>
                      <a:pt x="55816" y="13210"/>
                      <a:pt x="53321" y="8220"/>
                      <a:pt x="49057" y="5653"/>
                    </a:cubicBezTo>
                    <a:cubicBezTo>
                      <a:pt x="47229" y="2737"/>
                      <a:pt x="44038" y="721"/>
                      <a:pt x="40339" y="562"/>
                    </a:cubicBezTo>
                    <a:lnTo>
                      <a:pt x="27792" y="10"/>
                    </a:lnTo>
                    <a:cubicBezTo>
                      <a:pt x="27640" y="4"/>
                      <a:pt x="27488" y="1"/>
                      <a:pt x="2733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46"/>
              <p:cNvSpPr/>
              <p:nvPr/>
            </p:nvSpPr>
            <p:spPr>
              <a:xfrm>
                <a:off x="3370850" y="2970625"/>
                <a:ext cx="756825" cy="1060525"/>
              </a:xfrm>
              <a:custGeom>
                <a:rect b="b" l="l" r="r" t="t"/>
                <a:pathLst>
                  <a:path extrusionOk="0" h="42421" w="30273">
                    <a:moveTo>
                      <a:pt x="9474" y="0"/>
                    </a:moveTo>
                    <a:cubicBezTo>
                      <a:pt x="5187" y="0"/>
                      <a:pt x="1606" y="3388"/>
                      <a:pt x="1436" y="7710"/>
                    </a:cubicBezTo>
                    <a:lnTo>
                      <a:pt x="0" y="41217"/>
                    </a:lnTo>
                    <a:lnTo>
                      <a:pt x="3554" y="41362"/>
                    </a:lnTo>
                    <a:lnTo>
                      <a:pt x="4990" y="7855"/>
                    </a:lnTo>
                    <a:cubicBezTo>
                      <a:pt x="5089" y="5446"/>
                      <a:pt x="7076" y="3557"/>
                      <a:pt x="9463" y="3557"/>
                    </a:cubicBezTo>
                    <a:cubicBezTo>
                      <a:pt x="9533" y="3557"/>
                      <a:pt x="9604" y="3558"/>
                      <a:pt x="9675" y="3562"/>
                    </a:cubicBezTo>
                    <a:lnTo>
                      <a:pt x="22222" y="4084"/>
                    </a:lnTo>
                    <a:cubicBezTo>
                      <a:pt x="24717" y="4185"/>
                      <a:pt x="26632" y="6289"/>
                      <a:pt x="26530" y="8769"/>
                    </a:cubicBezTo>
                    <a:lnTo>
                      <a:pt x="25094" y="42276"/>
                    </a:lnTo>
                    <a:lnTo>
                      <a:pt x="28648" y="42421"/>
                    </a:lnTo>
                    <a:lnTo>
                      <a:pt x="30084" y="8914"/>
                    </a:lnTo>
                    <a:cubicBezTo>
                      <a:pt x="30272" y="4475"/>
                      <a:pt x="26820" y="704"/>
                      <a:pt x="22367" y="530"/>
                    </a:cubicBezTo>
                    <a:lnTo>
                      <a:pt x="9820" y="8"/>
                    </a:lnTo>
                    <a:cubicBezTo>
                      <a:pt x="9704" y="3"/>
                      <a:pt x="9589" y="0"/>
                      <a:pt x="9474" y="0"/>
                    </a:cubicBezTo>
                    <a:close/>
                  </a:path>
                </a:pathLst>
              </a:custGeom>
              <a:solidFill>
                <a:srgbClr val="EAE2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46"/>
              <p:cNvSpPr/>
              <p:nvPr/>
            </p:nvSpPr>
            <p:spPr>
              <a:xfrm>
                <a:off x="2996975" y="3566325"/>
                <a:ext cx="1421525" cy="1472475"/>
              </a:xfrm>
              <a:custGeom>
                <a:rect b="b" l="l" r="r" t="t"/>
                <a:pathLst>
                  <a:path extrusionOk="0" h="58899" w="56861">
                    <a:moveTo>
                      <a:pt x="8229" y="1"/>
                    </a:moveTo>
                    <a:cubicBezTo>
                      <a:pt x="7680" y="1"/>
                      <a:pt x="7188" y="413"/>
                      <a:pt x="7108" y="984"/>
                    </a:cubicBezTo>
                    <a:lnTo>
                      <a:pt x="88" y="50953"/>
                    </a:lnTo>
                    <a:cubicBezTo>
                      <a:pt x="1" y="51563"/>
                      <a:pt x="436" y="52143"/>
                      <a:pt x="1045" y="52230"/>
                    </a:cubicBezTo>
                    <a:lnTo>
                      <a:pt x="48462" y="58888"/>
                    </a:lnTo>
                    <a:cubicBezTo>
                      <a:pt x="48517" y="58895"/>
                      <a:pt x="48571" y="58899"/>
                      <a:pt x="48624" y="58899"/>
                    </a:cubicBezTo>
                    <a:cubicBezTo>
                      <a:pt x="49192" y="58899"/>
                      <a:pt x="49660" y="58487"/>
                      <a:pt x="49753" y="57930"/>
                    </a:cubicBezTo>
                    <a:lnTo>
                      <a:pt x="56759" y="7960"/>
                    </a:lnTo>
                    <a:cubicBezTo>
                      <a:pt x="56861" y="7337"/>
                      <a:pt x="56425" y="6757"/>
                      <a:pt x="55802" y="6669"/>
                    </a:cubicBezTo>
                    <a:lnTo>
                      <a:pt x="8385" y="12"/>
                    </a:lnTo>
                    <a:cubicBezTo>
                      <a:pt x="8332" y="4"/>
                      <a:pt x="8280" y="1"/>
                      <a:pt x="8229" y="1"/>
                    </a:cubicBezTo>
                    <a:close/>
                  </a:path>
                </a:pathLst>
              </a:custGeom>
              <a:solidFill>
                <a:srgbClr val="EAE2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46"/>
              <p:cNvSpPr/>
              <p:nvPr/>
            </p:nvSpPr>
            <p:spPr>
              <a:xfrm>
                <a:off x="2990100" y="3612650"/>
                <a:ext cx="1422950" cy="1476500"/>
              </a:xfrm>
              <a:custGeom>
                <a:rect b="b" l="l" r="r" t="t"/>
                <a:pathLst>
                  <a:path extrusionOk="0" h="59060" w="56918">
                    <a:moveTo>
                      <a:pt x="7253" y="1"/>
                    </a:moveTo>
                    <a:lnTo>
                      <a:pt x="87" y="51102"/>
                    </a:lnTo>
                    <a:cubicBezTo>
                      <a:pt x="0" y="51726"/>
                      <a:pt x="435" y="52306"/>
                      <a:pt x="1044" y="52393"/>
                    </a:cubicBezTo>
                    <a:lnTo>
                      <a:pt x="48461" y="59051"/>
                    </a:lnTo>
                    <a:cubicBezTo>
                      <a:pt x="48508" y="59056"/>
                      <a:pt x="48555" y="59059"/>
                      <a:pt x="48601" y="59059"/>
                    </a:cubicBezTo>
                    <a:cubicBezTo>
                      <a:pt x="49170" y="59059"/>
                      <a:pt x="49671" y="58657"/>
                      <a:pt x="49738" y="58094"/>
                    </a:cubicBezTo>
                    <a:lnTo>
                      <a:pt x="56918" y="6978"/>
                    </a:lnTo>
                    <a:lnTo>
                      <a:pt x="7253" y="1"/>
                    </a:lnTo>
                    <a:close/>
                  </a:path>
                </a:pathLst>
              </a:custGeom>
              <a:solidFill>
                <a:srgbClr val="FAF3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46"/>
              <p:cNvSpPr/>
              <p:nvPr/>
            </p:nvSpPr>
            <p:spPr>
              <a:xfrm>
                <a:off x="3866200" y="4220050"/>
                <a:ext cx="365550" cy="371000"/>
              </a:xfrm>
              <a:custGeom>
                <a:rect b="b" l="l" r="r" t="t"/>
                <a:pathLst>
                  <a:path extrusionOk="0" h="14840" w="14622">
                    <a:moveTo>
                      <a:pt x="11285" y="1"/>
                    </a:moveTo>
                    <a:lnTo>
                      <a:pt x="11285" y="1"/>
                    </a:lnTo>
                    <a:cubicBezTo>
                      <a:pt x="5092" y="886"/>
                      <a:pt x="5077" y="4164"/>
                      <a:pt x="5077" y="4164"/>
                    </a:cubicBezTo>
                    <a:cubicBezTo>
                      <a:pt x="5077" y="4164"/>
                      <a:pt x="4685" y="915"/>
                      <a:pt x="0" y="1"/>
                    </a:cubicBezTo>
                    <a:lnTo>
                      <a:pt x="0" y="1"/>
                    </a:lnTo>
                    <a:cubicBezTo>
                      <a:pt x="2843" y="6194"/>
                      <a:pt x="0" y="10053"/>
                      <a:pt x="0" y="10053"/>
                    </a:cubicBezTo>
                    <a:cubicBezTo>
                      <a:pt x="0" y="10053"/>
                      <a:pt x="4149" y="14085"/>
                      <a:pt x="13751" y="14839"/>
                    </a:cubicBezTo>
                    <a:cubicBezTo>
                      <a:pt x="13004" y="12219"/>
                      <a:pt x="9152" y="11897"/>
                      <a:pt x="8931" y="11881"/>
                    </a:cubicBezTo>
                    <a:lnTo>
                      <a:pt x="8931" y="11881"/>
                    </a:lnTo>
                    <a:cubicBezTo>
                      <a:pt x="8946" y="11882"/>
                      <a:pt x="8979" y="11884"/>
                      <a:pt x="9028" y="11884"/>
                    </a:cubicBezTo>
                    <a:cubicBezTo>
                      <a:pt x="9553" y="11884"/>
                      <a:pt x="11935" y="11703"/>
                      <a:pt x="14621" y="8646"/>
                    </a:cubicBezTo>
                    <a:cubicBezTo>
                      <a:pt x="12539" y="6917"/>
                      <a:pt x="10918" y="6543"/>
                      <a:pt x="9906" y="6543"/>
                    </a:cubicBezTo>
                    <a:cubicBezTo>
                      <a:pt x="9136" y="6543"/>
                      <a:pt x="8718" y="6760"/>
                      <a:pt x="8718" y="6760"/>
                    </a:cubicBezTo>
                    <a:cubicBezTo>
                      <a:pt x="8718" y="6760"/>
                      <a:pt x="11575" y="4976"/>
                      <a:pt x="11285" y="1"/>
                    </a:cubicBezTo>
                    <a:close/>
                  </a:path>
                </a:pathLst>
              </a:custGeom>
              <a:solidFill>
                <a:srgbClr val="84A2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46"/>
              <p:cNvSpPr/>
              <p:nvPr/>
            </p:nvSpPr>
            <p:spPr>
              <a:xfrm>
                <a:off x="3402400" y="3030450"/>
                <a:ext cx="850375" cy="1096950"/>
              </a:xfrm>
              <a:custGeom>
                <a:rect b="b" l="l" r="r" t="t"/>
                <a:pathLst>
                  <a:path extrusionOk="0" h="43878" w="34015">
                    <a:moveTo>
                      <a:pt x="14534" y="1"/>
                    </a:moveTo>
                    <a:cubicBezTo>
                      <a:pt x="9780" y="1"/>
                      <a:pt x="5603" y="3474"/>
                      <a:pt x="4830" y="8320"/>
                    </a:cubicBezTo>
                    <a:lnTo>
                      <a:pt x="145" y="37939"/>
                    </a:lnTo>
                    <a:cubicBezTo>
                      <a:pt x="0" y="38911"/>
                      <a:pt x="653" y="39825"/>
                      <a:pt x="1639" y="39970"/>
                    </a:cubicBezTo>
                    <a:cubicBezTo>
                      <a:pt x="1730" y="39983"/>
                      <a:pt x="1821" y="39990"/>
                      <a:pt x="1910" y="39990"/>
                    </a:cubicBezTo>
                    <a:cubicBezTo>
                      <a:pt x="2775" y="39990"/>
                      <a:pt x="3539" y="39370"/>
                      <a:pt x="3670" y="38476"/>
                    </a:cubicBezTo>
                    <a:lnTo>
                      <a:pt x="8341" y="8871"/>
                    </a:lnTo>
                    <a:cubicBezTo>
                      <a:pt x="8838" y="5783"/>
                      <a:pt x="11495" y="3569"/>
                      <a:pt x="14523" y="3569"/>
                    </a:cubicBezTo>
                    <a:cubicBezTo>
                      <a:pt x="14852" y="3569"/>
                      <a:pt x="15185" y="3595"/>
                      <a:pt x="15521" y="3649"/>
                    </a:cubicBezTo>
                    <a:lnTo>
                      <a:pt x="24412" y="5041"/>
                    </a:lnTo>
                    <a:cubicBezTo>
                      <a:pt x="27836" y="5593"/>
                      <a:pt x="30171" y="8798"/>
                      <a:pt x="29634" y="12221"/>
                    </a:cubicBezTo>
                    <a:lnTo>
                      <a:pt x="24949" y="41826"/>
                    </a:lnTo>
                    <a:cubicBezTo>
                      <a:pt x="24804" y="42813"/>
                      <a:pt x="25457" y="43712"/>
                      <a:pt x="26443" y="43857"/>
                    </a:cubicBezTo>
                    <a:cubicBezTo>
                      <a:pt x="26534" y="43871"/>
                      <a:pt x="26624" y="43877"/>
                      <a:pt x="26714" y="43877"/>
                    </a:cubicBezTo>
                    <a:cubicBezTo>
                      <a:pt x="27579" y="43877"/>
                      <a:pt x="28342" y="43258"/>
                      <a:pt x="28474" y="42377"/>
                    </a:cubicBezTo>
                    <a:lnTo>
                      <a:pt x="33173" y="12787"/>
                    </a:lnTo>
                    <a:cubicBezTo>
                      <a:pt x="34015" y="7420"/>
                      <a:pt x="30359" y="2373"/>
                      <a:pt x="24978" y="1531"/>
                    </a:cubicBezTo>
                    <a:lnTo>
                      <a:pt x="16086" y="124"/>
                    </a:lnTo>
                    <a:cubicBezTo>
                      <a:pt x="15565" y="41"/>
                      <a:pt x="15046" y="1"/>
                      <a:pt x="14534" y="1"/>
                    </a:cubicBezTo>
                    <a:close/>
                  </a:path>
                </a:pathLst>
              </a:custGeom>
              <a:solidFill>
                <a:srgbClr val="FAF3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46"/>
              <p:cNvSpPr/>
              <p:nvPr/>
            </p:nvSpPr>
            <p:spPr>
              <a:xfrm>
                <a:off x="3382100" y="4374175"/>
                <a:ext cx="679775" cy="524750"/>
              </a:xfrm>
              <a:custGeom>
                <a:rect b="b" l="l" r="r" t="t"/>
                <a:pathLst>
                  <a:path extrusionOk="0" h="20990" w="27191">
                    <a:moveTo>
                      <a:pt x="17716" y="1"/>
                    </a:moveTo>
                    <a:cubicBezTo>
                      <a:pt x="14647" y="1"/>
                      <a:pt x="11548" y="1502"/>
                      <a:pt x="9805" y="4874"/>
                    </a:cubicBezTo>
                    <a:cubicBezTo>
                      <a:pt x="8036" y="8326"/>
                      <a:pt x="7920" y="12199"/>
                      <a:pt x="5062" y="13084"/>
                    </a:cubicBezTo>
                    <a:cubicBezTo>
                      <a:pt x="0" y="14665"/>
                      <a:pt x="1175" y="20989"/>
                      <a:pt x="1175" y="20989"/>
                    </a:cubicBezTo>
                    <a:cubicBezTo>
                      <a:pt x="2396" y="17038"/>
                      <a:pt x="4514" y="15979"/>
                      <a:pt x="7106" y="15979"/>
                    </a:cubicBezTo>
                    <a:cubicBezTo>
                      <a:pt x="10096" y="15979"/>
                      <a:pt x="13716" y="17387"/>
                      <a:pt x="17319" y="17387"/>
                    </a:cubicBezTo>
                    <a:cubicBezTo>
                      <a:pt x="18722" y="17387"/>
                      <a:pt x="20123" y="17173"/>
                      <a:pt x="21482" y="16580"/>
                    </a:cubicBezTo>
                    <a:cubicBezTo>
                      <a:pt x="24644" y="15231"/>
                      <a:pt x="26327" y="12446"/>
                      <a:pt x="26617" y="9501"/>
                    </a:cubicBezTo>
                    <a:cubicBezTo>
                      <a:pt x="27191" y="3631"/>
                      <a:pt x="22488" y="1"/>
                      <a:pt x="17716" y="1"/>
                    </a:cubicBezTo>
                    <a:close/>
                  </a:path>
                </a:pathLst>
              </a:custGeom>
              <a:solidFill>
                <a:srgbClr val="003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46"/>
              <p:cNvSpPr/>
              <p:nvPr/>
            </p:nvSpPr>
            <p:spPr>
              <a:xfrm>
                <a:off x="3282375" y="3758600"/>
                <a:ext cx="159575" cy="220025"/>
              </a:xfrm>
              <a:custGeom>
                <a:rect b="b" l="l" r="r" t="t"/>
                <a:pathLst>
                  <a:path extrusionOk="0" h="8801" w="6383">
                    <a:moveTo>
                      <a:pt x="1674" y="1"/>
                    </a:moveTo>
                    <a:cubicBezTo>
                      <a:pt x="1514" y="1"/>
                      <a:pt x="1371" y="48"/>
                      <a:pt x="1277" y="95"/>
                    </a:cubicBezTo>
                    <a:cubicBezTo>
                      <a:pt x="1132" y="226"/>
                      <a:pt x="1030" y="385"/>
                      <a:pt x="1001" y="589"/>
                    </a:cubicBezTo>
                    <a:lnTo>
                      <a:pt x="44" y="7406"/>
                    </a:lnTo>
                    <a:cubicBezTo>
                      <a:pt x="0" y="7609"/>
                      <a:pt x="44" y="7798"/>
                      <a:pt x="160" y="7957"/>
                    </a:cubicBezTo>
                    <a:cubicBezTo>
                      <a:pt x="290" y="8102"/>
                      <a:pt x="450" y="8189"/>
                      <a:pt x="653" y="8218"/>
                    </a:cubicBezTo>
                    <a:lnTo>
                      <a:pt x="4613" y="8784"/>
                    </a:lnTo>
                    <a:cubicBezTo>
                      <a:pt x="4670" y="8795"/>
                      <a:pt x="4723" y="8801"/>
                      <a:pt x="4772" y="8801"/>
                    </a:cubicBezTo>
                    <a:cubicBezTo>
                      <a:pt x="4914" y="8801"/>
                      <a:pt x="5032" y="8757"/>
                      <a:pt x="5149" y="8682"/>
                    </a:cubicBezTo>
                    <a:cubicBezTo>
                      <a:pt x="5294" y="8566"/>
                      <a:pt x="5382" y="8421"/>
                      <a:pt x="5425" y="8218"/>
                    </a:cubicBezTo>
                    <a:cubicBezTo>
                      <a:pt x="5440" y="8044"/>
                      <a:pt x="5411" y="7885"/>
                      <a:pt x="5280" y="7725"/>
                    </a:cubicBezTo>
                    <a:cubicBezTo>
                      <a:pt x="5149" y="7580"/>
                      <a:pt x="4990" y="7478"/>
                      <a:pt x="4787" y="7449"/>
                    </a:cubicBezTo>
                    <a:lnTo>
                      <a:pt x="1595" y="7012"/>
                    </a:lnTo>
                    <a:lnTo>
                      <a:pt x="1595" y="7012"/>
                    </a:lnTo>
                    <a:lnTo>
                      <a:pt x="1887" y="4847"/>
                    </a:lnTo>
                    <a:lnTo>
                      <a:pt x="1887" y="4847"/>
                    </a:lnTo>
                    <a:lnTo>
                      <a:pt x="4555" y="5216"/>
                    </a:lnTo>
                    <a:cubicBezTo>
                      <a:pt x="4612" y="5227"/>
                      <a:pt x="4664" y="5232"/>
                      <a:pt x="4714" y="5232"/>
                    </a:cubicBezTo>
                    <a:cubicBezTo>
                      <a:pt x="4856" y="5232"/>
                      <a:pt x="4974" y="5189"/>
                      <a:pt x="5091" y="5114"/>
                    </a:cubicBezTo>
                    <a:cubicBezTo>
                      <a:pt x="5236" y="4998"/>
                      <a:pt x="5338" y="4853"/>
                      <a:pt x="5367" y="4650"/>
                    </a:cubicBezTo>
                    <a:cubicBezTo>
                      <a:pt x="5382" y="4461"/>
                      <a:pt x="5352" y="4273"/>
                      <a:pt x="5222" y="4128"/>
                    </a:cubicBezTo>
                    <a:cubicBezTo>
                      <a:pt x="5091" y="3968"/>
                      <a:pt x="4932" y="3896"/>
                      <a:pt x="4729" y="3852"/>
                    </a:cubicBezTo>
                    <a:lnTo>
                      <a:pt x="2060" y="3487"/>
                    </a:lnTo>
                    <a:lnTo>
                      <a:pt x="2060" y="3487"/>
                    </a:lnTo>
                    <a:lnTo>
                      <a:pt x="2352" y="1474"/>
                    </a:lnTo>
                    <a:lnTo>
                      <a:pt x="2352" y="1474"/>
                    </a:lnTo>
                    <a:lnTo>
                      <a:pt x="5556" y="1938"/>
                    </a:lnTo>
                    <a:cubicBezTo>
                      <a:pt x="5607" y="1944"/>
                      <a:pt x="5655" y="1948"/>
                      <a:pt x="5701" y="1948"/>
                    </a:cubicBezTo>
                    <a:cubicBezTo>
                      <a:pt x="5848" y="1948"/>
                      <a:pt x="5970" y="1910"/>
                      <a:pt x="6092" y="1821"/>
                    </a:cubicBezTo>
                    <a:cubicBezTo>
                      <a:pt x="6237" y="1720"/>
                      <a:pt x="6324" y="1575"/>
                      <a:pt x="6368" y="1372"/>
                    </a:cubicBezTo>
                    <a:cubicBezTo>
                      <a:pt x="6382" y="1169"/>
                      <a:pt x="6353" y="995"/>
                      <a:pt x="6223" y="850"/>
                    </a:cubicBezTo>
                    <a:cubicBezTo>
                      <a:pt x="6092" y="690"/>
                      <a:pt x="5933" y="618"/>
                      <a:pt x="5730" y="574"/>
                    </a:cubicBezTo>
                    <a:lnTo>
                      <a:pt x="1784" y="8"/>
                    </a:lnTo>
                    <a:cubicBezTo>
                      <a:pt x="1747" y="3"/>
                      <a:pt x="1710" y="1"/>
                      <a:pt x="1674" y="1"/>
                    </a:cubicBezTo>
                    <a:close/>
                  </a:path>
                </a:pathLst>
              </a:custGeom>
              <a:solidFill>
                <a:srgbClr val="003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46"/>
              <p:cNvSpPr/>
              <p:nvPr/>
            </p:nvSpPr>
            <p:spPr>
              <a:xfrm>
                <a:off x="3450975" y="3790750"/>
                <a:ext cx="177000" cy="212475"/>
              </a:xfrm>
              <a:custGeom>
                <a:rect b="b" l="l" r="r" t="t"/>
                <a:pathLst>
                  <a:path extrusionOk="0" h="8499" w="7080">
                    <a:moveTo>
                      <a:pt x="4228" y="1"/>
                    </a:moveTo>
                    <a:cubicBezTo>
                      <a:pt x="3861" y="1"/>
                      <a:pt x="3511" y="48"/>
                      <a:pt x="3178" y="129"/>
                    </a:cubicBezTo>
                    <a:cubicBezTo>
                      <a:pt x="2626" y="274"/>
                      <a:pt x="2133" y="492"/>
                      <a:pt x="1698" y="811"/>
                    </a:cubicBezTo>
                    <a:cubicBezTo>
                      <a:pt x="1263" y="1116"/>
                      <a:pt x="900" y="1522"/>
                      <a:pt x="639" y="2015"/>
                    </a:cubicBezTo>
                    <a:cubicBezTo>
                      <a:pt x="364" y="2494"/>
                      <a:pt x="175" y="3045"/>
                      <a:pt x="88" y="3640"/>
                    </a:cubicBezTo>
                    <a:cubicBezTo>
                      <a:pt x="1" y="4336"/>
                      <a:pt x="30" y="4960"/>
                      <a:pt x="175" y="5525"/>
                    </a:cubicBezTo>
                    <a:cubicBezTo>
                      <a:pt x="320" y="6091"/>
                      <a:pt x="581" y="6555"/>
                      <a:pt x="929" y="6976"/>
                    </a:cubicBezTo>
                    <a:cubicBezTo>
                      <a:pt x="1292" y="7396"/>
                      <a:pt x="1684" y="7716"/>
                      <a:pt x="2177" y="7977"/>
                    </a:cubicBezTo>
                    <a:cubicBezTo>
                      <a:pt x="2670" y="8209"/>
                      <a:pt x="3192" y="8397"/>
                      <a:pt x="3758" y="8470"/>
                    </a:cubicBezTo>
                    <a:cubicBezTo>
                      <a:pt x="3975" y="8484"/>
                      <a:pt x="4207" y="8499"/>
                      <a:pt x="4425" y="8499"/>
                    </a:cubicBezTo>
                    <a:cubicBezTo>
                      <a:pt x="4643" y="8499"/>
                      <a:pt x="4875" y="8484"/>
                      <a:pt x="5092" y="8441"/>
                    </a:cubicBezTo>
                    <a:cubicBezTo>
                      <a:pt x="5339" y="8412"/>
                      <a:pt x="5556" y="8354"/>
                      <a:pt x="5774" y="8281"/>
                    </a:cubicBezTo>
                    <a:cubicBezTo>
                      <a:pt x="5963" y="8223"/>
                      <a:pt x="6108" y="8078"/>
                      <a:pt x="6180" y="7890"/>
                    </a:cubicBezTo>
                    <a:cubicBezTo>
                      <a:pt x="6253" y="7686"/>
                      <a:pt x="6224" y="7469"/>
                      <a:pt x="6093" y="7251"/>
                    </a:cubicBezTo>
                    <a:cubicBezTo>
                      <a:pt x="6006" y="7092"/>
                      <a:pt x="5876" y="6990"/>
                      <a:pt x="5716" y="6947"/>
                    </a:cubicBezTo>
                    <a:cubicBezTo>
                      <a:pt x="5642" y="6927"/>
                      <a:pt x="5565" y="6916"/>
                      <a:pt x="5486" y="6916"/>
                    </a:cubicBezTo>
                    <a:cubicBezTo>
                      <a:pt x="5395" y="6916"/>
                      <a:pt x="5302" y="6930"/>
                      <a:pt x="5208" y="6961"/>
                    </a:cubicBezTo>
                    <a:cubicBezTo>
                      <a:pt x="5005" y="7034"/>
                      <a:pt x="4788" y="7063"/>
                      <a:pt x="4570" y="7092"/>
                    </a:cubicBezTo>
                    <a:cubicBezTo>
                      <a:pt x="4353" y="7092"/>
                      <a:pt x="4135" y="7092"/>
                      <a:pt x="3917" y="7048"/>
                    </a:cubicBezTo>
                    <a:cubicBezTo>
                      <a:pt x="3540" y="6990"/>
                      <a:pt x="3178" y="6889"/>
                      <a:pt x="2873" y="6729"/>
                    </a:cubicBezTo>
                    <a:cubicBezTo>
                      <a:pt x="2554" y="6555"/>
                      <a:pt x="2307" y="6338"/>
                      <a:pt x="2090" y="6076"/>
                    </a:cubicBezTo>
                    <a:cubicBezTo>
                      <a:pt x="1872" y="5801"/>
                      <a:pt x="1727" y="5496"/>
                      <a:pt x="1640" y="5105"/>
                    </a:cubicBezTo>
                    <a:cubicBezTo>
                      <a:pt x="1539" y="4727"/>
                      <a:pt x="1524" y="4292"/>
                      <a:pt x="1597" y="3828"/>
                    </a:cubicBezTo>
                    <a:cubicBezTo>
                      <a:pt x="1655" y="3422"/>
                      <a:pt x="1785" y="3059"/>
                      <a:pt x="1945" y="2740"/>
                    </a:cubicBezTo>
                    <a:cubicBezTo>
                      <a:pt x="2104" y="2421"/>
                      <a:pt x="2322" y="2160"/>
                      <a:pt x="2597" y="1942"/>
                    </a:cubicBezTo>
                    <a:cubicBezTo>
                      <a:pt x="2873" y="1725"/>
                      <a:pt x="3192" y="1580"/>
                      <a:pt x="3540" y="1478"/>
                    </a:cubicBezTo>
                    <a:cubicBezTo>
                      <a:pt x="3732" y="1430"/>
                      <a:pt x="3937" y="1409"/>
                      <a:pt x="4152" y="1409"/>
                    </a:cubicBezTo>
                    <a:cubicBezTo>
                      <a:pt x="4328" y="1409"/>
                      <a:pt x="4512" y="1423"/>
                      <a:pt x="4701" y="1449"/>
                    </a:cubicBezTo>
                    <a:cubicBezTo>
                      <a:pt x="4933" y="1478"/>
                      <a:pt x="5150" y="1536"/>
                      <a:pt x="5353" y="1609"/>
                    </a:cubicBezTo>
                    <a:cubicBezTo>
                      <a:pt x="5556" y="1696"/>
                      <a:pt x="5730" y="1797"/>
                      <a:pt x="5919" y="1899"/>
                    </a:cubicBezTo>
                    <a:cubicBezTo>
                      <a:pt x="6064" y="2015"/>
                      <a:pt x="6224" y="2059"/>
                      <a:pt x="6383" y="2059"/>
                    </a:cubicBezTo>
                    <a:cubicBezTo>
                      <a:pt x="6543" y="2059"/>
                      <a:pt x="6688" y="2015"/>
                      <a:pt x="6818" y="1884"/>
                    </a:cubicBezTo>
                    <a:cubicBezTo>
                      <a:pt x="7007" y="1725"/>
                      <a:pt x="7079" y="1522"/>
                      <a:pt x="7079" y="1304"/>
                    </a:cubicBezTo>
                    <a:cubicBezTo>
                      <a:pt x="7079" y="1087"/>
                      <a:pt x="6963" y="898"/>
                      <a:pt x="6789" y="782"/>
                    </a:cubicBezTo>
                    <a:cubicBezTo>
                      <a:pt x="6514" y="594"/>
                      <a:pt x="6209" y="434"/>
                      <a:pt x="5905" y="303"/>
                    </a:cubicBezTo>
                    <a:cubicBezTo>
                      <a:pt x="5585" y="173"/>
                      <a:pt x="5252" y="100"/>
                      <a:pt x="4918" y="57"/>
                    </a:cubicBezTo>
                    <a:cubicBezTo>
                      <a:pt x="4682" y="18"/>
                      <a:pt x="4452" y="1"/>
                      <a:pt x="4228" y="1"/>
                    </a:cubicBezTo>
                    <a:close/>
                  </a:path>
                </a:pathLst>
              </a:custGeom>
              <a:solidFill>
                <a:srgbClr val="003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46"/>
              <p:cNvSpPr/>
              <p:nvPr/>
            </p:nvSpPr>
            <p:spPr>
              <a:xfrm>
                <a:off x="3230150" y="4026050"/>
                <a:ext cx="164300" cy="209150"/>
              </a:xfrm>
              <a:custGeom>
                <a:rect b="b" l="l" r="r" t="t"/>
                <a:pathLst>
                  <a:path extrusionOk="0" h="8366" w="6572">
                    <a:moveTo>
                      <a:pt x="2338" y="1543"/>
                    </a:moveTo>
                    <a:lnTo>
                      <a:pt x="4207" y="1814"/>
                    </a:lnTo>
                    <a:cubicBezTo>
                      <a:pt x="4482" y="1843"/>
                      <a:pt x="4686" y="1930"/>
                      <a:pt x="4787" y="2118"/>
                    </a:cubicBezTo>
                    <a:cubicBezTo>
                      <a:pt x="4932" y="2292"/>
                      <a:pt x="4990" y="2539"/>
                      <a:pt x="4932" y="2858"/>
                    </a:cubicBezTo>
                    <a:cubicBezTo>
                      <a:pt x="4903" y="3134"/>
                      <a:pt x="4787" y="3308"/>
                      <a:pt x="4584" y="3438"/>
                    </a:cubicBezTo>
                    <a:cubicBezTo>
                      <a:pt x="4433" y="3531"/>
                      <a:pt x="4273" y="3578"/>
                      <a:pt x="4104" y="3578"/>
                    </a:cubicBezTo>
                    <a:cubicBezTo>
                      <a:pt x="4061" y="3578"/>
                      <a:pt x="4018" y="3575"/>
                      <a:pt x="3975" y="3569"/>
                    </a:cubicBezTo>
                    <a:lnTo>
                      <a:pt x="2090" y="3300"/>
                    </a:lnTo>
                    <a:lnTo>
                      <a:pt x="2090" y="3300"/>
                    </a:lnTo>
                    <a:lnTo>
                      <a:pt x="2338" y="1543"/>
                    </a:lnTo>
                    <a:close/>
                    <a:moveTo>
                      <a:pt x="1917" y="4628"/>
                    </a:moveTo>
                    <a:lnTo>
                      <a:pt x="3873" y="4903"/>
                    </a:lnTo>
                    <a:cubicBezTo>
                      <a:pt x="4033" y="4932"/>
                      <a:pt x="4192" y="4961"/>
                      <a:pt x="4381" y="5048"/>
                    </a:cubicBezTo>
                    <a:cubicBezTo>
                      <a:pt x="4569" y="5106"/>
                      <a:pt x="4715" y="5237"/>
                      <a:pt x="4831" y="5396"/>
                    </a:cubicBezTo>
                    <a:cubicBezTo>
                      <a:pt x="4961" y="5556"/>
                      <a:pt x="4990" y="5817"/>
                      <a:pt x="4932" y="6165"/>
                    </a:cubicBezTo>
                    <a:cubicBezTo>
                      <a:pt x="4889" y="6528"/>
                      <a:pt x="4758" y="6774"/>
                      <a:pt x="4526" y="6934"/>
                    </a:cubicBezTo>
                    <a:cubicBezTo>
                      <a:pt x="4338" y="7067"/>
                      <a:pt x="4124" y="7124"/>
                      <a:pt x="3885" y="7124"/>
                    </a:cubicBezTo>
                    <a:cubicBezTo>
                      <a:pt x="3811" y="7124"/>
                      <a:pt x="3734" y="7118"/>
                      <a:pt x="3656" y="7108"/>
                    </a:cubicBezTo>
                    <a:lnTo>
                      <a:pt x="1612" y="6804"/>
                    </a:lnTo>
                    <a:lnTo>
                      <a:pt x="1612" y="6804"/>
                    </a:lnTo>
                    <a:lnTo>
                      <a:pt x="1917" y="4628"/>
                    </a:lnTo>
                    <a:close/>
                    <a:moveTo>
                      <a:pt x="1606" y="0"/>
                    </a:moveTo>
                    <a:cubicBezTo>
                      <a:pt x="1460" y="0"/>
                      <a:pt x="1331" y="53"/>
                      <a:pt x="1219" y="131"/>
                    </a:cubicBezTo>
                    <a:cubicBezTo>
                      <a:pt x="1059" y="262"/>
                      <a:pt x="987" y="407"/>
                      <a:pt x="943" y="610"/>
                    </a:cubicBezTo>
                    <a:lnTo>
                      <a:pt x="44" y="7137"/>
                    </a:lnTo>
                    <a:cubicBezTo>
                      <a:pt x="0" y="7340"/>
                      <a:pt x="58" y="7514"/>
                      <a:pt x="160" y="7659"/>
                    </a:cubicBezTo>
                    <a:cubicBezTo>
                      <a:pt x="290" y="7819"/>
                      <a:pt x="436" y="7891"/>
                      <a:pt x="639" y="7935"/>
                    </a:cubicBezTo>
                    <a:lnTo>
                      <a:pt x="3453" y="8341"/>
                    </a:lnTo>
                    <a:cubicBezTo>
                      <a:pt x="3623" y="8358"/>
                      <a:pt x="3792" y="8365"/>
                      <a:pt x="3965" y="8365"/>
                    </a:cubicBezTo>
                    <a:cubicBezTo>
                      <a:pt x="4088" y="8365"/>
                      <a:pt x="4211" y="8362"/>
                      <a:pt x="4337" y="8356"/>
                    </a:cubicBezTo>
                    <a:cubicBezTo>
                      <a:pt x="4642" y="8341"/>
                      <a:pt x="4932" y="8268"/>
                      <a:pt x="5222" y="8123"/>
                    </a:cubicBezTo>
                    <a:cubicBezTo>
                      <a:pt x="5512" y="7993"/>
                      <a:pt x="5773" y="7775"/>
                      <a:pt x="5962" y="7485"/>
                    </a:cubicBezTo>
                    <a:cubicBezTo>
                      <a:pt x="6180" y="7195"/>
                      <a:pt x="6310" y="6789"/>
                      <a:pt x="6383" y="6310"/>
                    </a:cubicBezTo>
                    <a:cubicBezTo>
                      <a:pt x="6441" y="5875"/>
                      <a:pt x="6397" y="5469"/>
                      <a:pt x="6252" y="5164"/>
                    </a:cubicBezTo>
                    <a:cubicBezTo>
                      <a:pt x="6107" y="4831"/>
                      <a:pt x="5918" y="4584"/>
                      <a:pt x="5657" y="4381"/>
                    </a:cubicBezTo>
                    <a:cubicBezTo>
                      <a:pt x="5551" y="4302"/>
                      <a:pt x="5446" y="4232"/>
                      <a:pt x="5341" y="4170"/>
                    </a:cubicBezTo>
                    <a:lnTo>
                      <a:pt x="5341" y="4170"/>
                    </a:lnTo>
                    <a:cubicBezTo>
                      <a:pt x="5646" y="4066"/>
                      <a:pt x="5885" y="3905"/>
                      <a:pt x="6078" y="3699"/>
                    </a:cubicBezTo>
                    <a:cubicBezTo>
                      <a:pt x="6296" y="3453"/>
                      <a:pt x="6426" y="3163"/>
                      <a:pt x="6484" y="2800"/>
                    </a:cubicBezTo>
                    <a:cubicBezTo>
                      <a:pt x="6571" y="2133"/>
                      <a:pt x="6455" y="1611"/>
                      <a:pt x="6151" y="1234"/>
                    </a:cubicBezTo>
                    <a:cubicBezTo>
                      <a:pt x="5846" y="842"/>
                      <a:pt x="5338" y="610"/>
                      <a:pt x="4613" y="508"/>
                    </a:cubicBezTo>
                    <a:lnTo>
                      <a:pt x="1741" y="15"/>
                    </a:lnTo>
                    <a:cubicBezTo>
                      <a:pt x="1694" y="5"/>
                      <a:pt x="1649" y="0"/>
                      <a:pt x="1606" y="0"/>
                    </a:cubicBezTo>
                    <a:close/>
                  </a:path>
                </a:pathLst>
              </a:custGeom>
              <a:solidFill>
                <a:srgbClr val="003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46"/>
              <p:cNvSpPr/>
              <p:nvPr/>
            </p:nvSpPr>
            <p:spPr>
              <a:xfrm>
                <a:off x="3396600" y="4060125"/>
                <a:ext cx="175900" cy="210225"/>
              </a:xfrm>
              <a:custGeom>
                <a:rect b="b" l="l" r="r" t="t"/>
                <a:pathLst>
                  <a:path extrusionOk="0" h="8409" w="7036">
                    <a:moveTo>
                      <a:pt x="4228" y="2256"/>
                    </a:moveTo>
                    <a:lnTo>
                      <a:pt x="4985" y="5048"/>
                    </a:lnTo>
                    <a:lnTo>
                      <a:pt x="4985" y="5048"/>
                    </a:lnTo>
                    <a:lnTo>
                      <a:pt x="2736" y="4727"/>
                    </a:lnTo>
                    <a:lnTo>
                      <a:pt x="2736" y="4727"/>
                    </a:lnTo>
                    <a:lnTo>
                      <a:pt x="4228" y="2256"/>
                    </a:lnTo>
                    <a:close/>
                    <a:moveTo>
                      <a:pt x="4396" y="0"/>
                    </a:moveTo>
                    <a:cubicBezTo>
                      <a:pt x="4318" y="0"/>
                      <a:pt x="4243" y="18"/>
                      <a:pt x="4178" y="59"/>
                    </a:cubicBezTo>
                    <a:cubicBezTo>
                      <a:pt x="4033" y="117"/>
                      <a:pt x="3917" y="233"/>
                      <a:pt x="3844" y="378"/>
                    </a:cubicBezTo>
                    <a:lnTo>
                      <a:pt x="87" y="6717"/>
                    </a:lnTo>
                    <a:cubicBezTo>
                      <a:pt x="58" y="6789"/>
                      <a:pt x="44" y="6862"/>
                      <a:pt x="15" y="6934"/>
                    </a:cubicBezTo>
                    <a:cubicBezTo>
                      <a:pt x="0" y="7094"/>
                      <a:pt x="15" y="7239"/>
                      <a:pt x="116" y="7370"/>
                    </a:cubicBezTo>
                    <a:cubicBezTo>
                      <a:pt x="203" y="7500"/>
                      <a:pt x="348" y="7573"/>
                      <a:pt x="551" y="7602"/>
                    </a:cubicBezTo>
                    <a:cubicBezTo>
                      <a:pt x="589" y="7609"/>
                      <a:pt x="623" y="7613"/>
                      <a:pt x="656" y="7613"/>
                    </a:cubicBezTo>
                    <a:cubicBezTo>
                      <a:pt x="751" y="7613"/>
                      <a:pt x="832" y="7583"/>
                      <a:pt x="929" y="7529"/>
                    </a:cubicBezTo>
                    <a:cubicBezTo>
                      <a:pt x="1059" y="7486"/>
                      <a:pt x="1146" y="7370"/>
                      <a:pt x="1219" y="7239"/>
                    </a:cubicBezTo>
                    <a:lnTo>
                      <a:pt x="1996" y="5952"/>
                    </a:lnTo>
                    <a:lnTo>
                      <a:pt x="1996" y="5952"/>
                    </a:lnTo>
                    <a:lnTo>
                      <a:pt x="5356" y="6416"/>
                    </a:lnTo>
                    <a:lnTo>
                      <a:pt x="5356" y="6416"/>
                    </a:lnTo>
                    <a:lnTo>
                      <a:pt x="5744" y="7848"/>
                    </a:lnTo>
                    <a:cubicBezTo>
                      <a:pt x="5788" y="8008"/>
                      <a:pt x="5860" y="8138"/>
                      <a:pt x="5947" y="8225"/>
                    </a:cubicBezTo>
                    <a:cubicBezTo>
                      <a:pt x="6034" y="8327"/>
                      <a:pt x="6165" y="8385"/>
                      <a:pt x="6295" y="8400"/>
                    </a:cubicBezTo>
                    <a:cubicBezTo>
                      <a:pt x="6325" y="8405"/>
                      <a:pt x="6355" y="8408"/>
                      <a:pt x="6386" y="8408"/>
                    </a:cubicBezTo>
                    <a:cubicBezTo>
                      <a:pt x="6505" y="8408"/>
                      <a:pt x="6630" y="8364"/>
                      <a:pt x="6745" y="8283"/>
                    </a:cubicBezTo>
                    <a:cubicBezTo>
                      <a:pt x="6905" y="8182"/>
                      <a:pt x="6977" y="8022"/>
                      <a:pt x="7021" y="7819"/>
                    </a:cubicBezTo>
                    <a:cubicBezTo>
                      <a:pt x="7035" y="7747"/>
                      <a:pt x="7021" y="7660"/>
                      <a:pt x="7006" y="7558"/>
                    </a:cubicBezTo>
                    <a:lnTo>
                      <a:pt x="5150" y="552"/>
                    </a:lnTo>
                    <a:cubicBezTo>
                      <a:pt x="5135" y="407"/>
                      <a:pt x="5062" y="277"/>
                      <a:pt x="4946" y="190"/>
                    </a:cubicBezTo>
                    <a:cubicBezTo>
                      <a:pt x="4845" y="103"/>
                      <a:pt x="4714" y="45"/>
                      <a:pt x="4584" y="30"/>
                    </a:cubicBezTo>
                    <a:cubicBezTo>
                      <a:pt x="4521" y="11"/>
                      <a:pt x="4457" y="0"/>
                      <a:pt x="4396" y="0"/>
                    </a:cubicBezTo>
                    <a:close/>
                  </a:path>
                </a:pathLst>
              </a:custGeom>
              <a:solidFill>
                <a:srgbClr val="003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46"/>
              <p:cNvSpPr/>
              <p:nvPr/>
            </p:nvSpPr>
            <p:spPr>
              <a:xfrm>
                <a:off x="3594575" y="4086025"/>
                <a:ext cx="174100" cy="205500"/>
              </a:xfrm>
              <a:custGeom>
                <a:rect b="b" l="l" r="r" t="t"/>
                <a:pathLst>
                  <a:path extrusionOk="0" h="8220" w="6964">
                    <a:moveTo>
                      <a:pt x="4177" y="0"/>
                    </a:moveTo>
                    <a:cubicBezTo>
                      <a:pt x="3812" y="0"/>
                      <a:pt x="3460" y="45"/>
                      <a:pt x="3120" y="140"/>
                    </a:cubicBezTo>
                    <a:cubicBezTo>
                      <a:pt x="2597" y="285"/>
                      <a:pt x="2133" y="503"/>
                      <a:pt x="1698" y="822"/>
                    </a:cubicBezTo>
                    <a:cubicBezTo>
                      <a:pt x="1263" y="1126"/>
                      <a:pt x="915" y="1532"/>
                      <a:pt x="625" y="1982"/>
                    </a:cubicBezTo>
                    <a:cubicBezTo>
                      <a:pt x="335" y="2461"/>
                      <a:pt x="146" y="2939"/>
                      <a:pt x="74" y="3520"/>
                    </a:cubicBezTo>
                    <a:cubicBezTo>
                      <a:pt x="1" y="4100"/>
                      <a:pt x="45" y="4637"/>
                      <a:pt x="190" y="5159"/>
                    </a:cubicBezTo>
                    <a:cubicBezTo>
                      <a:pt x="335" y="5681"/>
                      <a:pt x="567" y="6160"/>
                      <a:pt x="900" y="6566"/>
                    </a:cubicBezTo>
                    <a:cubicBezTo>
                      <a:pt x="1205" y="6986"/>
                      <a:pt x="1597" y="7349"/>
                      <a:pt x="2075" y="7625"/>
                    </a:cubicBezTo>
                    <a:cubicBezTo>
                      <a:pt x="2539" y="7915"/>
                      <a:pt x="3047" y="8089"/>
                      <a:pt x="3627" y="8161"/>
                    </a:cubicBezTo>
                    <a:cubicBezTo>
                      <a:pt x="3889" y="8202"/>
                      <a:pt x="4141" y="8220"/>
                      <a:pt x="4392" y="8220"/>
                    </a:cubicBezTo>
                    <a:cubicBezTo>
                      <a:pt x="4586" y="8220"/>
                      <a:pt x="4780" y="8209"/>
                      <a:pt x="4976" y="8190"/>
                    </a:cubicBezTo>
                    <a:cubicBezTo>
                      <a:pt x="5397" y="8118"/>
                      <a:pt x="5789" y="8002"/>
                      <a:pt x="6166" y="7842"/>
                    </a:cubicBezTo>
                    <a:cubicBezTo>
                      <a:pt x="6267" y="7799"/>
                      <a:pt x="6354" y="7726"/>
                      <a:pt x="6441" y="7639"/>
                    </a:cubicBezTo>
                    <a:cubicBezTo>
                      <a:pt x="6528" y="7552"/>
                      <a:pt x="6586" y="7422"/>
                      <a:pt x="6601" y="7276"/>
                    </a:cubicBezTo>
                    <a:lnTo>
                      <a:pt x="6949" y="4883"/>
                    </a:lnTo>
                    <a:cubicBezTo>
                      <a:pt x="6963" y="4680"/>
                      <a:pt x="6934" y="4506"/>
                      <a:pt x="6818" y="4361"/>
                    </a:cubicBezTo>
                    <a:cubicBezTo>
                      <a:pt x="6717" y="4201"/>
                      <a:pt x="6572" y="4129"/>
                      <a:pt x="6369" y="4085"/>
                    </a:cubicBezTo>
                    <a:lnTo>
                      <a:pt x="4512" y="3839"/>
                    </a:lnTo>
                    <a:cubicBezTo>
                      <a:pt x="4474" y="3833"/>
                      <a:pt x="4435" y="3830"/>
                      <a:pt x="4397" y="3830"/>
                    </a:cubicBezTo>
                    <a:cubicBezTo>
                      <a:pt x="4248" y="3830"/>
                      <a:pt x="4105" y="3874"/>
                      <a:pt x="3990" y="3955"/>
                    </a:cubicBezTo>
                    <a:cubicBezTo>
                      <a:pt x="3830" y="4071"/>
                      <a:pt x="3758" y="4216"/>
                      <a:pt x="3714" y="4419"/>
                    </a:cubicBezTo>
                    <a:cubicBezTo>
                      <a:pt x="3685" y="4608"/>
                      <a:pt x="3743" y="4782"/>
                      <a:pt x="3845" y="4927"/>
                    </a:cubicBezTo>
                    <a:cubicBezTo>
                      <a:pt x="3975" y="5072"/>
                      <a:pt x="4120" y="5144"/>
                      <a:pt x="4324" y="5173"/>
                    </a:cubicBezTo>
                    <a:lnTo>
                      <a:pt x="5386" y="5334"/>
                    </a:lnTo>
                    <a:lnTo>
                      <a:pt x="5386" y="5334"/>
                    </a:lnTo>
                    <a:lnTo>
                      <a:pt x="5178" y="6782"/>
                    </a:lnTo>
                    <a:lnTo>
                      <a:pt x="5178" y="6782"/>
                    </a:lnTo>
                    <a:cubicBezTo>
                      <a:pt x="5010" y="6822"/>
                      <a:pt x="4814" y="6841"/>
                      <a:pt x="4599" y="6841"/>
                    </a:cubicBezTo>
                    <a:cubicBezTo>
                      <a:pt x="4309" y="6841"/>
                      <a:pt x="4048" y="6841"/>
                      <a:pt x="3830" y="6812"/>
                    </a:cubicBezTo>
                    <a:cubicBezTo>
                      <a:pt x="3337" y="6740"/>
                      <a:pt x="2902" y="6551"/>
                      <a:pt x="2539" y="6247"/>
                    </a:cubicBezTo>
                    <a:cubicBezTo>
                      <a:pt x="2177" y="5942"/>
                      <a:pt x="1901" y="5550"/>
                      <a:pt x="1727" y="5115"/>
                    </a:cubicBezTo>
                    <a:cubicBezTo>
                      <a:pt x="1539" y="4680"/>
                      <a:pt x="1495" y="4216"/>
                      <a:pt x="1568" y="3723"/>
                    </a:cubicBezTo>
                    <a:cubicBezTo>
                      <a:pt x="1640" y="3230"/>
                      <a:pt x="1814" y="2794"/>
                      <a:pt x="2104" y="2417"/>
                    </a:cubicBezTo>
                    <a:cubicBezTo>
                      <a:pt x="2394" y="2040"/>
                      <a:pt x="2757" y="1750"/>
                      <a:pt x="3192" y="1561"/>
                    </a:cubicBezTo>
                    <a:cubicBezTo>
                      <a:pt x="3525" y="1433"/>
                      <a:pt x="3865" y="1360"/>
                      <a:pt x="4220" y="1360"/>
                    </a:cubicBezTo>
                    <a:cubicBezTo>
                      <a:pt x="4344" y="1360"/>
                      <a:pt x="4471" y="1369"/>
                      <a:pt x="4599" y="1387"/>
                    </a:cubicBezTo>
                    <a:cubicBezTo>
                      <a:pt x="4831" y="1416"/>
                      <a:pt x="5049" y="1474"/>
                      <a:pt x="5252" y="1547"/>
                    </a:cubicBezTo>
                    <a:cubicBezTo>
                      <a:pt x="5440" y="1620"/>
                      <a:pt x="5629" y="1707"/>
                      <a:pt x="5803" y="1823"/>
                    </a:cubicBezTo>
                    <a:cubicBezTo>
                      <a:pt x="5861" y="1852"/>
                      <a:pt x="5934" y="1895"/>
                      <a:pt x="5992" y="1910"/>
                    </a:cubicBezTo>
                    <a:cubicBezTo>
                      <a:pt x="6050" y="1953"/>
                      <a:pt x="6122" y="1968"/>
                      <a:pt x="6166" y="1968"/>
                    </a:cubicBezTo>
                    <a:cubicBezTo>
                      <a:pt x="6203" y="1973"/>
                      <a:pt x="6239" y="1976"/>
                      <a:pt x="6273" y="1976"/>
                    </a:cubicBezTo>
                    <a:cubicBezTo>
                      <a:pt x="6416" y="1976"/>
                      <a:pt x="6542" y="1928"/>
                      <a:pt x="6659" y="1823"/>
                    </a:cubicBezTo>
                    <a:cubicBezTo>
                      <a:pt x="6804" y="1692"/>
                      <a:pt x="6891" y="1547"/>
                      <a:pt x="6920" y="1373"/>
                    </a:cubicBezTo>
                    <a:cubicBezTo>
                      <a:pt x="6934" y="1257"/>
                      <a:pt x="6920" y="1155"/>
                      <a:pt x="6876" y="1039"/>
                    </a:cubicBezTo>
                    <a:cubicBezTo>
                      <a:pt x="6847" y="938"/>
                      <a:pt x="6775" y="836"/>
                      <a:pt x="6659" y="764"/>
                    </a:cubicBezTo>
                    <a:cubicBezTo>
                      <a:pt x="6412" y="575"/>
                      <a:pt x="6122" y="430"/>
                      <a:pt x="5789" y="300"/>
                    </a:cubicBezTo>
                    <a:cubicBezTo>
                      <a:pt x="5455" y="169"/>
                      <a:pt x="5121" y="96"/>
                      <a:pt x="4773" y="38"/>
                    </a:cubicBezTo>
                    <a:cubicBezTo>
                      <a:pt x="4571" y="13"/>
                      <a:pt x="4372" y="0"/>
                      <a:pt x="4177" y="0"/>
                    </a:cubicBezTo>
                    <a:close/>
                  </a:path>
                </a:pathLst>
              </a:custGeom>
              <a:solidFill>
                <a:srgbClr val="003D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4" name="Google Shape;1574;p46"/>
            <p:cNvSpPr/>
            <p:nvPr/>
          </p:nvSpPr>
          <p:spPr>
            <a:xfrm>
              <a:off x="7560602" y="1203522"/>
              <a:ext cx="155766" cy="164778"/>
            </a:xfrm>
            <a:custGeom>
              <a:rect b="b" l="l" r="r" t="t"/>
              <a:pathLst>
                <a:path extrusionOk="0" h="10880" w="10285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47"/>
          <p:cNvSpPr/>
          <p:nvPr/>
        </p:nvSpPr>
        <p:spPr>
          <a:xfrm flipH="1">
            <a:off x="6683550" y="4300605"/>
            <a:ext cx="4069186" cy="869057"/>
          </a:xfrm>
          <a:custGeom>
            <a:rect b="b" l="l" r="r" t="t"/>
            <a:pathLst>
              <a:path extrusionOk="0" h="16522" w="100288">
                <a:moveTo>
                  <a:pt x="1" y="0"/>
                </a:moveTo>
                <a:lnTo>
                  <a:pt x="1" y="16443"/>
                </a:lnTo>
                <a:lnTo>
                  <a:pt x="97085" y="16443"/>
                </a:lnTo>
                <a:cubicBezTo>
                  <a:pt x="97354" y="16443"/>
                  <a:pt x="97831" y="16522"/>
                  <a:pt x="98231" y="16522"/>
                </a:cubicBezTo>
                <a:cubicBezTo>
                  <a:pt x="98431" y="16522"/>
                  <a:pt x="98613" y="16502"/>
                  <a:pt x="98740" y="16443"/>
                </a:cubicBezTo>
                <a:cubicBezTo>
                  <a:pt x="100287" y="15716"/>
                  <a:pt x="96954" y="11263"/>
                  <a:pt x="96132" y="10370"/>
                </a:cubicBezTo>
                <a:cubicBezTo>
                  <a:pt x="93703" y="7751"/>
                  <a:pt x="90358" y="5977"/>
                  <a:pt x="86869" y="5251"/>
                </a:cubicBezTo>
                <a:cubicBezTo>
                  <a:pt x="85157" y="4891"/>
                  <a:pt x="83426" y="4739"/>
                  <a:pt x="81689" y="4739"/>
                </a:cubicBezTo>
                <a:cubicBezTo>
                  <a:pt x="77555" y="4739"/>
                  <a:pt x="73384" y="5600"/>
                  <a:pt x="69343" y="6572"/>
                </a:cubicBezTo>
                <a:cubicBezTo>
                  <a:pt x="64096" y="7843"/>
                  <a:pt x="58790" y="9293"/>
                  <a:pt x="53433" y="9293"/>
                </a:cubicBezTo>
                <a:cubicBezTo>
                  <a:pt x="52918" y="9293"/>
                  <a:pt x="52404" y="9279"/>
                  <a:pt x="51888" y="9251"/>
                </a:cubicBezTo>
                <a:cubicBezTo>
                  <a:pt x="46162" y="8942"/>
                  <a:pt x="40732" y="6834"/>
                  <a:pt x="35255" y="5167"/>
                </a:cubicBezTo>
                <a:cubicBezTo>
                  <a:pt x="23802" y="1667"/>
                  <a:pt x="11907" y="310"/>
                  <a:pt x="1" y="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47"/>
          <p:cNvSpPr txBox="1"/>
          <p:nvPr>
            <p:ph idx="5" type="subTitle"/>
          </p:nvPr>
        </p:nvSpPr>
        <p:spPr>
          <a:xfrm>
            <a:off x="1932000" y="441174"/>
            <a:ext cx="5280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Swap </a:t>
            </a:r>
            <a:r>
              <a:rPr b="1" lang="en" sz="4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一拍即合</a:t>
            </a:r>
            <a:endParaRPr b="1" sz="400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</a:rPr>
              <a:t>AI 圖像辨識二手交換平台</a:t>
            </a:r>
            <a:endParaRPr b="1">
              <a:solidFill>
                <a:schemeClr val="lt2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582" name="Google Shape;1582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3" name="Google Shape;1583;p47"/>
          <p:cNvPicPr preferRelativeResize="0"/>
          <p:nvPr/>
        </p:nvPicPr>
        <p:blipFill rotWithShape="1">
          <a:blip r:embed="rId3">
            <a:alphaModFix/>
          </a:blip>
          <a:srcRect b="25090" l="29561" r="28926" t="25363"/>
          <a:stretch/>
        </p:blipFill>
        <p:spPr>
          <a:xfrm>
            <a:off x="3583726" y="1619075"/>
            <a:ext cx="1976526" cy="2358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4" name="Google Shape;1584;p47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585" name="Google Shape;1585;p47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7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7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7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7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7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7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7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7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7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7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7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7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7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7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7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7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7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7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7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7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7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7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8" name="Google Shape;1608;p47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609" name="Google Shape;1609;p47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7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7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7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7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7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7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7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7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47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47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47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7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7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47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47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7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7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7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47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7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47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47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7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7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6" name="Google Shape;1636;p47"/>
          <p:cNvSpPr txBox="1"/>
          <p:nvPr/>
        </p:nvSpPr>
        <p:spPr>
          <a:xfrm>
            <a:off x="2755950" y="4072000"/>
            <a:ext cx="363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Responsible Business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48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48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48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48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48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646" name="Google Shape;1646;p48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grpSp>
        <p:nvGrpSpPr>
          <p:cNvPr id="1647" name="Google Shape;1647;p48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648" name="Google Shape;1648;p48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8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8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8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8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8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8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48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48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8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8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8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8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8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8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8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8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8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8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8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8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8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8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1" name="Google Shape;1671;p48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672" name="Google Shape;1672;p48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8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8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8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48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48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48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48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48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48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8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8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8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8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8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8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8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8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8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8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8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8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8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8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8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8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8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9" name="Google Shape;1699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4" name="Google Shape;1704;p49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1705" name="Google Shape;1705;p49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49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1707" name="Google Shape;1707;p49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49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49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49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49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49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49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49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49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49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49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49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49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49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21" name="Google Shape;172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00" y="155750"/>
            <a:ext cx="1601238" cy="16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49"/>
          <p:cNvSpPr/>
          <p:nvPr/>
        </p:nvSpPr>
        <p:spPr>
          <a:xfrm>
            <a:off x="3296225" y="517925"/>
            <a:ext cx="3685500" cy="7362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23" name="Google Shape;1723;p49"/>
          <p:cNvSpPr txBox="1"/>
          <p:nvPr/>
        </p:nvSpPr>
        <p:spPr>
          <a:xfrm>
            <a:off x="3429118" y="6332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Tag在Swap中有什麼幫助?</a:t>
            </a:r>
            <a:endParaRPr b="1" sz="22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24" name="Google Shape;1724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5" name="Google Shape;1725;p49"/>
          <p:cNvSpPr txBox="1"/>
          <p:nvPr/>
        </p:nvSpPr>
        <p:spPr>
          <a:xfrm>
            <a:off x="516743" y="2317803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幫助用戶即時上架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不需額外填寫詳細資訊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26" name="Google Shape;1726;p49"/>
          <p:cNvSpPr txBox="1"/>
          <p:nvPr/>
        </p:nvSpPr>
        <p:spPr>
          <a:xfrm>
            <a:off x="4690268" y="18080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在搜尋時能依據tag來尋找物品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27" name="Google Shape;1727;p49"/>
          <p:cNvSpPr txBox="1"/>
          <p:nvPr/>
        </p:nvSpPr>
        <p:spPr>
          <a:xfrm>
            <a:off x="3389443" y="3477653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在未來許願清單或個人化推薦時都能派上用場!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28" name="Google Shape;1728;p49"/>
          <p:cNvSpPr/>
          <p:nvPr/>
        </p:nvSpPr>
        <p:spPr>
          <a:xfrm>
            <a:off x="799500" y="2346425"/>
            <a:ext cx="3144600" cy="812700"/>
          </a:xfrm>
          <a:prstGeom prst="wedgeRoundRectCallout">
            <a:avLst>
              <a:gd fmla="val -65812" name="adj1"/>
              <a:gd fmla="val 64624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29" name="Google Shape;1729;p49"/>
          <p:cNvSpPr/>
          <p:nvPr/>
        </p:nvSpPr>
        <p:spPr>
          <a:xfrm>
            <a:off x="3466500" y="3489425"/>
            <a:ext cx="3516000" cy="812700"/>
          </a:xfrm>
          <a:prstGeom prst="wedgeRoundRectCallout">
            <a:avLst>
              <a:gd fmla="val 78799" name="adj1"/>
              <a:gd fmla="val 60071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30" name="Google Shape;1730;p49"/>
          <p:cNvSpPr/>
          <p:nvPr/>
        </p:nvSpPr>
        <p:spPr>
          <a:xfrm>
            <a:off x="4838100" y="1813025"/>
            <a:ext cx="3393000" cy="812700"/>
          </a:xfrm>
          <a:prstGeom prst="wedgeRoundRectCallout">
            <a:avLst>
              <a:gd fmla="val 68178" name="adj1"/>
              <a:gd fmla="val 51557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5" name="Google Shape;1735;p50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1736" name="Google Shape;1736;p50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7" name="Google Shape;1737;p50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1738" name="Google Shape;1738;p50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50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50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50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50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50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50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50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50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50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50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50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50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50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52" name="Google Shape;175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00" y="155750"/>
            <a:ext cx="1601238" cy="16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50"/>
          <p:cNvSpPr/>
          <p:nvPr/>
        </p:nvSpPr>
        <p:spPr>
          <a:xfrm>
            <a:off x="3296225" y="517925"/>
            <a:ext cx="3219900" cy="7362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54" name="Google Shape;1754;p50"/>
          <p:cNvSpPr txBox="1"/>
          <p:nvPr/>
        </p:nvSpPr>
        <p:spPr>
          <a:xfrm>
            <a:off x="3429118" y="6332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商品的價格怎麼界定</a:t>
            </a: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 b="1" sz="22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55" name="Google Shape;1755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6" name="Google Shape;1756;p50"/>
          <p:cNvSpPr txBox="1"/>
          <p:nvPr/>
        </p:nvSpPr>
        <p:spPr>
          <a:xfrm>
            <a:off x="516743" y="2317803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跳脫刻板的價格限制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體現實質價值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57" name="Google Shape;1757;p50"/>
          <p:cNvSpPr/>
          <p:nvPr/>
        </p:nvSpPr>
        <p:spPr>
          <a:xfrm>
            <a:off x="799500" y="2346425"/>
            <a:ext cx="3144600" cy="812700"/>
          </a:xfrm>
          <a:prstGeom prst="wedgeRoundRectCallout">
            <a:avLst>
              <a:gd fmla="val -65812" name="adj1"/>
              <a:gd fmla="val 64624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58" name="Google Shape;1758;p50"/>
          <p:cNvSpPr txBox="1"/>
          <p:nvPr/>
        </p:nvSpPr>
        <p:spPr>
          <a:xfrm>
            <a:off x="4690268" y="18080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因鎖定學生族群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可推測物品價差不會過大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59" name="Google Shape;1759;p50"/>
          <p:cNvSpPr txBox="1"/>
          <p:nvPr/>
        </p:nvSpPr>
        <p:spPr>
          <a:xfrm>
            <a:off x="3922850" y="3706251"/>
            <a:ext cx="36855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價格自在人心</a:t>
            </a: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!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60" name="Google Shape;1760;p50"/>
          <p:cNvSpPr/>
          <p:nvPr/>
        </p:nvSpPr>
        <p:spPr>
          <a:xfrm>
            <a:off x="4296025" y="3718025"/>
            <a:ext cx="2852100" cy="508200"/>
          </a:xfrm>
          <a:prstGeom prst="wedgeRoundRectCallout">
            <a:avLst>
              <a:gd fmla="val 78799" name="adj1"/>
              <a:gd fmla="val 60071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61" name="Google Shape;1761;p50"/>
          <p:cNvSpPr/>
          <p:nvPr/>
        </p:nvSpPr>
        <p:spPr>
          <a:xfrm>
            <a:off x="4838100" y="1813025"/>
            <a:ext cx="3393000" cy="812700"/>
          </a:xfrm>
          <a:prstGeom prst="wedgeRoundRectCallout">
            <a:avLst>
              <a:gd fmla="val 68178" name="adj1"/>
              <a:gd fmla="val 51557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51"/>
          <p:cNvSpPr/>
          <p:nvPr/>
        </p:nvSpPr>
        <p:spPr>
          <a:xfrm>
            <a:off x="4202250" y="3718025"/>
            <a:ext cx="2673600" cy="812700"/>
          </a:xfrm>
          <a:prstGeom prst="wedgeRoundRectCallout">
            <a:avLst>
              <a:gd fmla="val 78799" name="adj1"/>
              <a:gd fmla="val 60071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grpSp>
        <p:nvGrpSpPr>
          <p:cNvPr id="1767" name="Google Shape;1767;p51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1768" name="Google Shape;1768;p51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9" name="Google Shape;1769;p51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1770" name="Google Shape;1770;p51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51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51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51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51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51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51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51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51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51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51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51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51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51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784" name="Google Shape;178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00" y="155750"/>
            <a:ext cx="1601238" cy="16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51"/>
          <p:cNvSpPr/>
          <p:nvPr/>
        </p:nvSpPr>
        <p:spPr>
          <a:xfrm>
            <a:off x="3296225" y="517925"/>
            <a:ext cx="3579600" cy="7362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86" name="Google Shape;1786;p51"/>
          <p:cNvSpPr txBox="1"/>
          <p:nvPr/>
        </p:nvSpPr>
        <p:spPr>
          <a:xfrm>
            <a:off x="3429118" y="6332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交換後如遇到詐騙怎麼辦</a:t>
            </a: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 b="1" sz="22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87" name="Google Shape;178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8" name="Google Shape;1788;p51"/>
          <p:cNvSpPr txBox="1"/>
          <p:nvPr/>
        </p:nvSpPr>
        <p:spPr>
          <a:xfrm>
            <a:off x="516743" y="2317803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Swap有設計顧客反應區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求訴有道	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89" name="Google Shape;1789;p51"/>
          <p:cNvSpPr/>
          <p:nvPr/>
        </p:nvSpPr>
        <p:spPr>
          <a:xfrm>
            <a:off x="799500" y="2346425"/>
            <a:ext cx="3144600" cy="812700"/>
          </a:xfrm>
          <a:prstGeom prst="wedgeRoundRectCallout">
            <a:avLst>
              <a:gd fmla="val -65812" name="adj1"/>
              <a:gd fmla="val 64624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90" name="Google Shape;1790;p51"/>
          <p:cNvSpPr txBox="1"/>
          <p:nvPr/>
        </p:nvSpPr>
        <p:spPr>
          <a:xfrm>
            <a:off x="4690268" y="18080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實名制帳戶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追溯容易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91" name="Google Shape;1791;p51"/>
          <p:cNvSpPr txBox="1"/>
          <p:nvPr/>
        </p:nvSpPr>
        <p:spPr>
          <a:xfrm>
            <a:off x="3597775" y="3706250"/>
            <a:ext cx="4010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政大面交 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當場確認減少疑慮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92" name="Google Shape;1792;p51"/>
          <p:cNvSpPr/>
          <p:nvPr/>
        </p:nvSpPr>
        <p:spPr>
          <a:xfrm>
            <a:off x="4838100" y="1813025"/>
            <a:ext cx="3393000" cy="812700"/>
          </a:xfrm>
          <a:prstGeom prst="wedgeRoundRectCallout">
            <a:avLst>
              <a:gd fmla="val 68178" name="adj1"/>
              <a:gd fmla="val 51557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52"/>
          <p:cNvSpPr/>
          <p:nvPr/>
        </p:nvSpPr>
        <p:spPr>
          <a:xfrm>
            <a:off x="4838100" y="1813025"/>
            <a:ext cx="3393000" cy="812700"/>
          </a:xfrm>
          <a:prstGeom prst="wedgeRoundRectCallout">
            <a:avLst>
              <a:gd fmla="val 68178" name="adj1"/>
              <a:gd fmla="val 51557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798" name="Google Shape;1798;p52"/>
          <p:cNvSpPr/>
          <p:nvPr/>
        </p:nvSpPr>
        <p:spPr>
          <a:xfrm>
            <a:off x="4202250" y="3718025"/>
            <a:ext cx="2673600" cy="812700"/>
          </a:xfrm>
          <a:prstGeom prst="wedgeRoundRectCallout">
            <a:avLst>
              <a:gd fmla="val 78799" name="adj1"/>
              <a:gd fmla="val 60071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grpSp>
        <p:nvGrpSpPr>
          <p:cNvPr id="1799" name="Google Shape;1799;p52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1800" name="Google Shape;1800;p52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1" name="Google Shape;1801;p52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1802" name="Google Shape;1802;p52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52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52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52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52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52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52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52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52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52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52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52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52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52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816" name="Google Shape;181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00" y="155750"/>
            <a:ext cx="1601238" cy="16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52"/>
          <p:cNvSpPr/>
          <p:nvPr/>
        </p:nvSpPr>
        <p:spPr>
          <a:xfrm>
            <a:off x="3296225" y="517925"/>
            <a:ext cx="3393000" cy="7362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18" name="Google Shape;1818;p52"/>
          <p:cNvSpPr txBox="1"/>
          <p:nvPr/>
        </p:nvSpPr>
        <p:spPr>
          <a:xfrm>
            <a:off x="3429118" y="6332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初期如何行銷或吸引人</a:t>
            </a: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 b="1" sz="22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19" name="Google Shape;181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0" name="Google Shape;1820;p52"/>
          <p:cNvSpPr txBox="1"/>
          <p:nvPr/>
        </p:nvSpPr>
        <p:spPr>
          <a:xfrm>
            <a:off x="516743" y="2317803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從身邊政大朋友開始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推己及人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21" name="Google Shape;1821;p52"/>
          <p:cNvSpPr/>
          <p:nvPr/>
        </p:nvSpPr>
        <p:spPr>
          <a:xfrm>
            <a:off x="799500" y="2346425"/>
            <a:ext cx="3144600" cy="812700"/>
          </a:xfrm>
          <a:prstGeom prst="wedgeRoundRectCallout">
            <a:avLst>
              <a:gd fmla="val -65812" name="adj1"/>
              <a:gd fmla="val 64624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22" name="Google Shape;1822;p52"/>
          <p:cNvSpPr txBox="1"/>
          <p:nvPr/>
        </p:nvSpPr>
        <p:spPr>
          <a:xfrm>
            <a:off x="4690268" y="18080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營運初期用戶可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免費上架無限次數的商品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23" name="Google Shape;1823;p52"/>
          <p:cNvSpPr txBox="1"/>
          <p:nvPr/>
        </p:nvSpPr>
        <p:spPr>
          <a:xfrm>
            <a:off x="3597775" y="3706250"/>
            <a:ext cx="4010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在政大各平台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發起小活動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53"/>
          <p:cNvSpPr/>
          <p:nvPr/>
        </p:nvSpPr>
        <p:spPr>
          <a:xfrm>
            <a:off x="3190350" y="3718025"/>
            <a:ext cx="3685500" cy="812700"/>
          </a:xfrm>
          <a:prstGeom prst="wedgeRoundRectCallout">
            <a:avLst>
              <a:gd fmla="val 78799" name="adj1"/>
              <a:gd fmla="val 60071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grpSp>
        <p:nvGrpSpPr>
          <p:cNvPr id="1829" name="Google Shape;1829;p53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1830" name="Google Shape;1830;p53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1" name="Google Shape;1831;p53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1832" name="Google Shape;1832;p53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53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53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53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53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53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53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53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53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53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53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53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53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53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846" name="Google Shape;184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00" y="155750"/>
            <a:ext cx="1601238" cy="16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53"/>
          <p:cNvSpPr/>
          <p:nvPr/>
        </p:nvSpPr>
        <p:spPr>
          <a:xfrm>
            <a:off x="3296225" y="517925"/>
            <a:ext cx="2580300" cy="7362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48" name="Google Shape;1848;p53"/>
          <p:cNvSpPr txBox="1"/>
          <p:nvPr/>
        </p:nvSpPr>
        <p:spPr>
          <a:xfrm>
            <a:off x="3429118" y="6332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多久會需要下架</a:t>
            </a: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 b="1" sz="22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49" name="Google Shape;1849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0" name="Google Shape;1850;p53"/>
          <p:cNvSpPr txBox="1"/>
          <p:nvPr/>
        </p:nvSpPr>
        <p:spPr>
          <a:xfrm>
            <a:off x="516743" y="2317803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	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51" name="Google Shape;1851;p53"/>
          <p:cNvSpPr/>
          <p:nvPr/>
        </p:nvSpPr>
        <p:spPr>
          <a:xfrm>
            <a:off x="799500" y="2346425"/>
            <a:ext cx="3144600" cy="812700"/>
          </a:xfrm>
          <a:prstGeom prst="wedgeRoundRectCallout">
            <a:avLst>
              <a:gd fmla="val -65812" name="adj1"/>
              <a:gd fmla="val 64624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52" name="Google Shape;1852;p53"/>
          <p:cNvSpPr txBox="1"/>
          <p:nvPr/>
        </p:nvSpPr>
        <p:spPr>
          <a:xfrm>
            <a:off x="4690268" y="18080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53" name="Google Shape;1853;p53"/>
          <p:cNvSpPr/>
          <p:nvPr/>
        </p:nvSpPr>
        <p:spPr>
          <a:xfrm>
            <a:off x="4838100" y="1813025"/>
            <a:ext cx="3393000" cy="812700"/>
          </a:xfrm>
          <a:prstGeom prst="wedgeRoundRectCallout">
            <a:avLst>
              <a:gd fmla="val 68178" name="adj1"/>
              <a:gd fmla="val 51557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54" name="Google Shape;1854;p53"/>
          <p:cNvSpPr txBox="1"/>
          <p:nvPr/>
        </p:nvSpPr>
        <p:spPr>
          <a:xfrm>
            <a:off x="4888650" y="1880250"/>
            <a:ext cx="3749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系統不會自動下架使用者物品</a:t>
            </a:r>
            <a:endParaRPr b="1" sz="17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由使用者自行決定哪些商品要留下</a:t>
            </a:r>
            <a:endParaRPr b="1" sz="17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55" name="Google Shape;1855;p53"/>
          <p:cNvSpPr txBox="1"/>
          <p:nvPr/>
        </p:nvSpPr>
        <p:spPr>
          <a:xfrm>
            <a:off x="799500" y="2409763"/>
            <a:ext cx="3260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如提出的交換申請超過五天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未被回覆則會自動取消該申請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56" name="Google Shape;1856;p53"/>
          <p:cNvSpPr txBox="1"/>
          <p:nvPr/>
        </p:nvSpPr>
        <p:spPr>
          <a:xfrm>
            <a:off x="3243850" y="3776975"/>
            <a:ext cx="3749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五天內未回覆他人</a:t>
            </a: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提出的交換申請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也會自動取消該申請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54"/>
          <p:cNvSpPr/>
          <p:nvPr/>
        </p:nvSpPr>
        <p:spPr>
          <a:xfrm>
            <a:off x="4202250" y="3718025"/>
            <a:ext cx="2673600" cy="812700"/>
          </a:xfrm>
          <a:prstGeom prst="wedgeRoundRectCallout">
            <a:avLst>
              <a:gd fmla="val 78799" name="adj1"/>
              <a:gd fmla="val 60071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grpSp>
        <p:nvGrpSpPr>
          <p:cNvPr id="1862" name="Google Shape;1862;p54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1863" name="Google Shape;1863;p54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4" name="Google Shape;1864;p54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1865" name="Google Shape;1865;p54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54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54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54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54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54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54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54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54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54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54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54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54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54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879" name="Google Shape;187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00" y="155750"/>
            <a:ext cx="1601238" cy="16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0" name="Google Shape;1880;p54"/>
          <p:cNvSpPr/>
          <p:nvPr/>
        </p:nvSpPr>
        <p:spPr>
          <a:xfrm>
            <a:off x="3296225" y="517925"/>
            <a:ext cx="4072200" cy="7362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81" name="Google Shape;1881;p54"/>
          <p:cNvSpPr txBox="1"/>
          <p:nvPr/>
        </p:nvSpPr>
        <p:spPr>
          <a:xfrm>
            <a:off x="3429118" y="6332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AI圖像辨識能辨識多少種類?</a:t>
            </a:r>
            <a:endParaRPr b="1" sz="22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82" name="Google Shape;188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3" name="Google Shape;1883;p54"/>
          <p:cNvSpPr txBox="1"/>
          <p:nvPr/>
        </p:nvSpPr>
        <p:spPr>
          <a:xfrm>
            <a:off x="516743" y="2317803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7437"/>
                </a:solidFill>
                <a:latin typeface="Quicksand"/>
                <a:ea typeface="Quicksand"/>
                <a:cs typeface="Quicksand"/>
                <a:sym typeface="Quicksand"/>
              </a:rPr>
              <a:t>	</a:t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84" name="Google Shape;1884;p54"/>
          <p:cNvSpPr/>
          <p:nvPr/>
        </p:nvSpPr>
        <p:spPr>
          <a:xfrm>
            <a:off x="799500" y="2346425"/>
            <a:ext cx="3144600" cy="812700"/>
          </a:xfrm>
          <a:prstGeom prst="wedgeRoundRectCallout">
            <a:avLst>
              <a:gd fmla="val -65812" name="adj1"/>
              <a:gd fmla="val 64624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85" name="Google Shape;1885;p54"/>
          <p:cNvSpPr txBox="1"/>
          <p:nvPr/>
        </p:nvSpPr>
        <p:spPr>
          <a:xfrm>
            <a:off x="4690268" y="1808078"/>
            <a:ext cx="3685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86" name="Google Shape;1886;p54"/>
          <p:cNvSpPr txBox="1"/>
          <p:nvPr/>
        </p:nvSpPr>
        <p:spPr>
          <a:xfrm>
            <a:off x="3597775" y="3706250"/>
            <a:ext cx="4010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F743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87" name="Google Shape;1887;p54"/>
          <p:cNvSpPr/>
          <p:nvPr/>
        </p:nvSpPr>
        <p:spPr>
          <a:xfrm>
            <a:off x="4838100" y="1813025"/>
            <a:ext cx="3393000" cy="812700"/>
          </a:xfrm>
          <a:prstGeom prst="wedgeRoundRectCallout">
            <a:avLst>
              <a:gd fmla="val 68178" name="adj1"/>
              <a:gd fmla="val 51557" name="adj2"/>
              <a:gd fmla="val 0" name="adj3"/>
            </a:avLst>
          </a:prstGeom>
          <a:noFill/>
          <a:ln cap="flat" cmpd="sng" w="19050">
            <a:solidFill>
              <a:srgbClr val="00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888" name="Google Shape;1888;p54"/>
          <p:cNvSpPr txBox="1"/>
          <p:nvPr/>
        </p:nvSpPr>
        <p:spPr>
          <a:xfrm>
            <a:off x="4888650" y="1880250"/>
            <a:ext cx="3749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觀察過其他平台後發現</a:t>
            </a:r>
            <a:endParaRPr b="1" sz="17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大學生經常交換衣服及包包類</a:t>
            </a:r>
            <a:endParaRPr b="1" sz="17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89" name="Google Shape;1889;p54"/>
          <p:cNvSpPr txBox="1"/>
          <p:nvPr/>
        </p:nvSpPr>
        <p:spPr>
          <a:xfrm>
            <a:off x="799500" y="2409763"/>
            <a:ext cx="3260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目前以衣服及包包類為主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也有一些生活小物(娃娃...)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90" name="Google Shape;1890;p54"/>
          <p:cNvSpPr txBox="1"/>
          <p:nvPr/>
        </p:nvSpPr>
        <p:spPr>
          <a:xfrm>
            <a:off x="4267700" y="3776963"/>
            <a:ext cx="3260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91" name="Google Shape;1891;p54"/>
          <p:cNvSpPr txBox="1"/>
          <p:nvPr/>
        </p:nvSpPr>
        <p:spPr>
          <a:xfrm>
            <a:off x="4267700" y="3776963"/>
            <a:ext cx="3260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未來會再增加更多種類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讓使用更便利！</a:t>
            </a:r>
            <a:endParaRPr b="1"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55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55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55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55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55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補充</a:t>
            </a:r>
            <a:endParaRPr/>
          </a:p>
        </p:txBody>
      </p:sp>
      <p:sp>
        <p:nvSpPr>
          <p:cNvPr id="1901" name="Google Shape;1901;p55"/>
          <p:cNvSpPr txBox="1"/>
          <p:nvPr>
            <p:ph idx="2" type="title"/>
          </p:nvPr>
        </p:nvSpPr>
        <p:spPr>
          <a:xfrm>
            <a:off x="3681500" y="7611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grpSp>
        <p:nvGrpSpPr>
          <p:cNvPr id="1902" name="Google Shape;1902;p55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903" name="Google Shape;1903;p55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5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5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5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5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5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5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5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55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5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5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5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5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5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55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55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55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55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55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5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55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927" name="Google Shape;1927;p55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55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55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55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55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55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55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55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55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55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55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55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55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55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55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55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55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55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55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55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55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55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55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55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55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55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4" name="Google Shape;1954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56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56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56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56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被</a:t>
            </a:r>
            <a:r>
              <a:rPr lang="en"/>
              <a:t>訪問者如何看待現有二手交易平台?</a:t>
            </a:r>
            <a:endParaRPr/>
          </a:p>
        </p:txBody>
      </p:sp>
      <p:sp>
        <p:nvSpPr>
          <p:cNvPr id="1963" name="Google Shape;1963;p56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需求分析</a:t>
            </a:r>
            <a:endParaRPr/>
          </a:p>
        </p:txBody>
      </p:sp>
      <p:sp>
        <p:nvSpPr>
          <p:cNvPr id="1964" name="Google Shape;1964;p56"/>
          <p:cNvSpPr txBox="1"/>
          <p:nvPr>
            <p:ph idx="2" type="title"/>
          </p:nvPr>
        </p:nvSpPr>
        <p:spPr>
          <a:xfrm>
            <a:off x="3727088" y="837325"/>
            <a:ext cx="17811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EX1</a:t>
            </a:r>
            <a:endParaRPr sz="7500"/>
          </a:p>
        </p:txBody>
      </p:sp>
      <p:grpSp>
        <p:nvGrpSpPr>
          <p:cNvPr id="1965" name="Google Shape;1965;p56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1966" name="Google Shape;1966;p56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56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56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56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56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56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56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56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56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56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56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56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56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56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56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56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56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56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56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56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56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56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56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9" name="Google Shape;1989;p56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1990" name="Google Shape;1990;p56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56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56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56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56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56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56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56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56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56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56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56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56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56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56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56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56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56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56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56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56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56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56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56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56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56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56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7" name="Google Shape;2017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受訪人評論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2023" name="Google Shape;2023;p57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2024" name="Google Shape;2024;p57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25" name="Google Shape;2025;p57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2026" name="Google Shape;2026;p57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57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57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57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57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57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57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57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57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57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57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57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57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57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040" name="Google Shape;204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151475"/>
            <a:ext cx="1338375" cy="13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57"/>
          <p:cNvSpPr/>
          <p:nvPr/>
        </p:nvSpPr>
        <p:spPr>
          <a:xfrm>
            <a:off x="2656075" y="1368625"/>
            <a:ext cx="5280600" cy="9714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042" name="Google Shape;2042;p57"/>
          <p:cNvSpPr txBox="1"/>
          <p:nvPr/>
        </p:nvSpPr>
        <p:spPr>
          <a:xfrm>
            <a:off x="769425" y="2358525"/>
            <a:ext cx="1289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Sophia(21歲)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043" name="Google Shape;2043;p57"/>
          <p:cNvSpPr txBox="1"/>
          <p:nvPr/>
        </p:nvSpPr>
        <p:spPr>
          <a:xfrm>
            <a:off x="2782550" y="1433425"/>
            <a:ext cx="50064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我對二手交易很感興趣!也常出沒在政大二手交流版,但因為擔心</a:t>
            </a:r>
            <a:r>
              <a:rPr b="1" lang="en">
                <a:solidFill>
                  <a:srgbClr val="003D1B"/>
                </a:solidFill>
                <a:latin typeface="Quicksand"/>
                <a:ea typeface="Quicksand"/>
                <a:cs typeface="Quicksand"/>
                <a:sym typeface="Quicksand"/>
              </a:rPr>
              <a:t>安全性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問題,跟陌生人交易前都不斷點進主頁確認是</a:t>
            </a:r>
            <a:r>
              <a:rPr b="1" lang="en">
                <a:solidFill>
                  <a:srgbClr val="003D1B"/>
                </a:solidFill>
                <a:latin typeface="Quicksand"/>
                <a:ea typeface="Quicksand"/>
                <a:cs typeface="Quicksand"/>
                <a:sym typeface="Quicksand"/>
              </a:rPr>
              <a:t>真人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才敢交易...希望能有平台可以改善這問題</a:t>
            </a:r>
            <a:endParaRPr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44" name="Google Shape;2044;p57"/>
          <p:cNvSpPr/>
          <p:nvPr/>
        </p:nvSpPr>
        <p:spPr>
          <a:xfrm>
            <a:off x="2732275" y="3121225"/>
            <a:ext cx="5280600" cy="971400"/>
          </a:xfrm>
          <a:prstGeom prst="wedgeRoundRectCallout">
            <a:avLst>
              <a:gd fmla="val -63772" name="adj1"/>
              <a:gd fmla="val 20962" name="adj2"/>
              <a:gd fmla="val 0" name="adj3"/>
            </a:avLst>
          </a:prstGeom>
          <a:solidFill>
            <a:srgbClr val="A6D6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045" name="Google Shape;2045;p57"/>
          <p:cNvSpPr txBox="1"/>
          <p:nvPr/>
        </p:nvSpPr>
        <p:spPr>
          <a:xfrm>
            <a:off x="769425" y="4187325"/>
            <a:ext cx="1289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Ahmed</a:t>
            </a:r>
            <a:r>
              <a:rPr lang="en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(24歲) </a:t>
            </a:r>
            <a:endParaRPr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046" name="Google Shape;2046;p57"/>
          <p:cNvSpPr txBox="1"/>
          <p:nvPr/>
        </p:nvSpPr>
        <p:spPr>
          <a:xfrm>
            <a:off x="2858750" y="3186025"/>
            <a:ext cx="50064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因為外籍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生的緣故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,常常有需要短期使用的物品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,所以我對政大的二手市場很好奇!我期望平台可以</a:t>
            </a:r>
            <a:r>
              <a:rPr b="1" lang="en">
                <a:solidFill>
                  <a:srgbClr val="003D1B"/>
                </a:solidFill>
                <a:latin typeface="Quicksand"/>
                <a:ea typeface="Quicksand"/>
                <a:cs typeface="Quicksand"/>
                <a:sym typeface="Quicksand"/>
              </a:rPr>
              <a:t>安全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又</a:t>
            </a:r>
            <a:r>
              <a:rPr b="1" lang="en">
                <a:solidFill>
                  <a:srgbClr val="003D1B"/>
                </a:solidFill>
                <a:latin typeface="Quicksand"/>
                <a:ea typeface="Quicksand"/>
                <a:cs typeface="Quicksand"/>
                <a:sym typeface="Quicksand"/>
              </a:rPr>
              <a:t>簡單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,不然我可能不知道要怎麼使用...如果有</a:t>
            </a:r>
            <a:r>
              <a:rPr b="1" lang="en">
                <a:solidFill>
                  <a:srgbClr val="003D1B"/>
                </a:solidFill>
                <a:latin typeface="Quicksand"/>
                <a:ea typeface="Quicksand"/>
                <a:cs typeface="Quicksand"/>
                <a:sym typeface="Quicksand"/>
              </a:rPr>
              <a:t>英文</a:t>
            </a:r>
            <a:r>
              <a:rPr b="1" lang="en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就更好了!</a:t>
            </a:r>
            <a:endParaRPr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047" name="Google Shape;204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138" y="2755850"/>
            <a:ext cx="1507674" cy="150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58"/>
          <p:cNvSpPr txBox="1"/>
          <p:nvPr>
            <p:ph type="title"/>
          </p:nvPr>
        </p:nvSpPr>
        <p:spPr>
          <a:xfrm>
            <a:off x="720000" y="445025"/>
            <a:ext cx="77040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需求分析結果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3"/>
              </a:solidFill>
            </a:endParaRPr>
          </a:p>
        </p:txBody>
      </p:sp>
      <p:sp>
        <p:nvSpPr>
          <p:cNvPr id="2054" name="Google Shape;2054;p58"/>
          <p:cNvSpPr txBox="1"/>
          <p:nvPr>
            <p:ph idx="4294967295" type="ctrTitle"/>
          </p:nvPr>
        </p:nvSpPr>
        <p:spPr>
          <a:xfrm>
            <a:off x="2208300" y="2949763"/>
            <a:ext cx="12732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Quicksand"/>
                <a:ea typeface="Quicksand"/>
                <a:cs typeface="Quicksand"/>
                <a:sym typeface="Quicksand"/>
              </a:rPr>
              <a:t>英語介面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55" name="Google Shape;2055;p58"/>
          <p:cNvSpPr txBox="1"/>
          <p:nvPr>
            <p:ph idx="4294967295" type="ctrTitle"/>
          </p:nvPr>
        </p:nvSpPr>
        <p:spPr>
          <a:xfrm>
            <a:off x="2220300" y="3509782"/>
            <a:ext cx="12732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Quicksand"/>
                <a:ea typeface="Quicksand"/>
                <a:cs typeface="Quicksand"/>
                <a:sym typeface="Quicksand"/>
              </a:rPr>
              <a:t>趣味性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56" name="Google Shape;2056;p58"/>
          <p:cNvSpPr txBox="1"/>
          <p:nvPr>
            <p:ph idx="4294967295" type="ctrTitle"/>
          </p:nvPr>
        </p:nvSpPr>
        <p:spPr>
          <a:xfrm>
            <a:off x="2220299" y="1737500"/>
            <a:ext cx="12732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Quicksand"/>
                <a:ea typeface="Quicksand"/>
                <a:cs typeface="Quicksand"/>
                <a:sym typeface="Quicksand"/>
              </a:rPr>
              <a:t>流程簡化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57" name="Google Shape;2057;p58"/>
          <p:cNvSpPr txBox="1"/>
          <p:nvPr>
            <p:ph idx="4294967295" type="ctrTitle"/>
          </p:nvPr>
        </p:nvSpPr>
        <p:spPr>
          <a:xfrm>
            <a:off x="2220300" y="2340900"/>
            <a:ext cx="12615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Quicksand"/>
                <a:ea typeface="Quicksand"/>
                <a:cs typeface="Quicksand"/>
                <a:sym typeface="Quicksand"/>
              </a:rPr>
              <a:t>交易安全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58" name="Google Shape;2058;p58"/>
          <p:cNvSpPr/>
          <p:nvPr/>
        </p:nvSpPr>
        <p:spPr>
          <a:xfrm>
            <a:off x="4662766" y="3053466"/>
            <a:ext cx="196200" cy="193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59" name="Google Shape;2059;p58"/>
          <p:cNvSpPr/>
          <p:nvPr/>
        </p:nvSpPr>
        <p:spPr>
          <a:xfrm>
            <a:off x="4976213" y="3053466"/>
            <a:ext cx="196200" cy="193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0" name="Google Shape;2060;p58"/>
          <p:cNvSpPr/>
          <p:nvPr/>
        </p:nvSpPr>
        <p:spPr>
          <a:xfrm>
            <a:off x="5289660" y="3053466"/>
            <a:ext cx="196200" cy="193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1" name="Google Shape;2061;p58"/>
          <p:cNvSpPr/>
          <p:nvPr/>
        </p:nvSpPr>
        <p:spPr>
          <a:xfrm>
            <a:off x="5896288" y="3053466"/>
            <a:ext cx="196200" cy="19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2" name="Google Shape;2062;p58"/>
          <p:cNvSpPr/>
          <p:nvPr/>
        </p:nvSpPr>
        <p:spPr>
          <a:xfrm>
            <a:off x="4672916" y="3615570"/>
            <a:ext cx="196200" cy="193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3" name="Google Shape;2063;p58"/>
          <p:cNvSpPr/>
          <p:nvPr/>
        </p:nvSpPr>
        <p:spPr>
          <a:xfrm>
            <a:off x="4986363" y="3615570"/>
            <a:ext cx="196200" cy="193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4" name="Google Shape;2064;p58"/>
          <p:cNvSpPr/>
          <p:nvPr/>
        </p:nvSpPr>
        <p:spPr>
          <a:xfrm>
            <a:off x="5299810" y="3615570"/>
            <a:ext cx="196200" cy="19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5" name="Google Shape;2065;p58"/>
          <p:cNvSpPr/>
          <p:nvPr/>
        </p:nvSpPr>
        <p:spPr>
          <a:xfrm>
            <a:off x="5613257" y="3615570"/>
            <a:ext cx="196200" cy="19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6" name="Google Shape;2066;p58"/>
          <p:cNvSpPr/>
          <p:nvPr/>
        </p:nvSpPr>
        <p:spPr>
          <a:xfrm>
            <a:off x="5906438" y="3615570"/>
            <a:ext cx="196200" cy="19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7" name="Google Shape;2067;p58"/>
          <p:cNvSpPr/>
          <p:nvPr/>
        </p:nvSpPr>
        <p:spPr>
          <a:xfrm>
            <a:off x="4662773" y="1846012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8" name="Google Shape;2068;p58"/>
          <p:cNvSpPr/>
          <p:nvPr/>
        </p:nvSpPr>
        <p:spPr>
          <a:xfrm>
            <a:off x="4976221" y="1846012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69" name="Google Shape;2069;p58"/>
          <p:cNvSpPr/>
          <p:nvPr/>
        </p:nvSpPr>
        <p:spPr>
          <a:xfrm>
            <a:off x="5289669" y="1846012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0" name="Google Shape;2070;p58"/>
          <p:cNvSpPr/>
          <p:nvPr/>
        </p:nvSpPr>
        <p:spPr>
          <a:xfrm>
            <a:off x="5603117" y="1846012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1" name="Google Shape;2071;p58"/>
          <p:cNvSpPr/>
          <p:nvPr/>
        </p:nvSpPr>
        <p:spPr>
          <a:xfrm>
            <a:off x="5896299" y="1846012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2" name="Google Shape;2072;p58"/>
          <p:cNvSpPr/>
          <p:nvPr/>
        </p:nvSpPr>
        <p:spPr>
          <a:xfrm>
            <a:off x="4662773" y="2468323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3" name="Google Shape;2073;p58"/>
          <p:cNvSpPr/>
          <p:nvPr/>
        </p:nvSpPr>
        <p:spPr>
          <a:xfrm>
            <a:off x="4976221" y="2468323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4" name="Google Shape;2074;p58"/>
          <p:cNvSpPr/>
          <p:nvPr/>
        </p:nvSpPr>
        <p:spPr>
          <a:xfrm>
            <a:off x="5289669" y="2468323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5" name="Google Shape;2075;p58"/>
          <p:cNvSpPr/>
          <p:nvPr/>
        </p:nvSpPr>
        <p:spPr>
          <a:xfrm>
            <a:off x="5603117" y="2468323"/>
            <a:ext cx="196200" cy="18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6" name="Google Shape;2076;p58"/>
          <p:cNvSpPr/>
          <p:nvPr/>
        </p:nvSpPr>
        <p:spPr>
          <a:xfrm>
            <a:off x="5896299" y="2468323"/>
            <a:ext cx="196200" cy="18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77" name="Google Shape;2077;p58"/>
          <p:cNvSpPr txBox="1"/>
          <p:nvPr>
            <p:ph idx="4294967295" type="ctrTitle"/>
          </p:nvPr>
        </p:nvSpPr>
        <p:spPr>
          <a:xfrm>
            <a:off x="6293819" y="1700125"/>
            <a:ext cx="10827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100%</a:t>
            </a:r>
            <a:endParaRPr sz="1800"/>
          </a:p>
        </p:txBody>
      </p:sp>
      <p:sp>
        <p:nvSpPr>
          <p:cNvPr id="2078" name="Google Shape;2078;p58"/>
          <p:cNvSpPr txBox="1"/>
          <p:nvPr>
            <p:ph idx="4294967295" type="ctrTitle"/>
          </p:nvPr>
        </p:nvSpPr>
        <p:spPr>
          <a:xfrm>
            <a:off x="6293819" y="2340889"/>
            <a:ext cx="9195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80%</a:t>
            </a:r>
            <a:endParaRPr sz="1800"/>
          </a:p>
        </p:txBody>
      </p:sp>
      <p:sp>
        <p:nvSpPr>
          <p:cNvPr id="2079" name="Google Shape;2079;p58"/>
          <p:cNvSpPr txBox="1"/>
          <p:nvPr>
            <p:ph idx="4294967295" type="ctrTitle"/>
          </p:nvPr>
        </p:nvSpPr>
        <p:spPr>
          <a:xfrm>
            <a:off x="6302222" y="2909948"/>
            <a:ext cx="9195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60%</a:t>
            </a:r>
            <a:endParaRPr sz="1800"/>
          </a:p>
        </p:txBody>
      </p:sp>
      <p:sp>
        <p:nvSpPr>
          <p:cNvPr id="2080" name="Google Shape;2080;p58"/>
          <p:cNvSpPr txBox="1"/>
          <p:nvPr>
            <p:ph idx="4294967295" type="ctrTitle"/>
          </p:nvPr>
        </p:nvSpPr>
        <p:spPr>
          <a:xfrm>
            <a:off x="6312372" y="3509786"/>
            <a:ext cx="9195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40%</a:t>
            </a:r>
            <a:endParaRPr sz="1800"/>
          </a:p>
        </p:txBody>
      </p:sp>
      <p:grpSp>
        <p:nvGrpSpPr>
          <p:cNvPr id="2081" name="Google Shape;2081;p58"/>
          <p:cNvGrpSpPr/>
          <p:nvPr/>
        </p:nvGrpSpPr>
        <p:grpSpPr>
          <a:xfrm>
            <a:off x="7689106" y="360947"/>
            <a:ext cx="995184" cy="893297"/>
            <a:chOff x="5646256" y="1490375"/>
            <a:chExt cx="1302597" cy="1239314"/>
          </a:xfrm>
        </p:grpSpPr>
        <p:sp>
          <p:nvSpPr>
            <p:cNvPr id="2082" name="Google Shape;2082;p58"/>
            <p:cNvSpPr/>
            <p:nvPr/>
          </p:nvSpPr>
          <p:spPr>
            <a:xfrm flipH="1">
              <a:off x="5646256" y="1490375"/>
              <a:ext cx="1302597" cy="1239314"/>
            </a:xfrm>
            <a:custGeom>
              <a:rect b="b" l="l" r="r" t="t"/>
              <a:pathLst>
                <a:path extrusionOk="0" h="14727" w="15479">
                  <a:moveTo>
                    <a:pt x="7476" y="0"/>
                  </a:moveTo>
                  <a:cubicBezTo>
                    <a:pt x="7165" y="0"/>
                    <a:pt x="6866" y="20"/>
                    <a:pt x="6585" y="62"/>
                  </a:cubicBezTo>
                  <a:cubicBezTo>
                    <a:pt x="3275" y="550"/>
                    <a:pt x="155" y="4300"/>
                    <a:pt x="48" y="7551"/>
                  </a:cubicBezTo>
                  <a:cubicBezTo>
                    <a:pt x="1" y="8825"/>
                    <a:pt x="322" y="10134"/>
                    <a:pt x="1060" y="11194"/>
                  </a:cubicBezTo>
                  <a:cubicBezTo>
                    <a:pt x="1715" y="12134"/>
                    <a:pt x="2668" y="12813"/>
                    <a:pt x="3668" y="13361"/>
                  </a:cubicBezTo>
                  <a:cubicBezTo>
                    <a:pt x="5136" y="14178"/>
                    <a:pt x="6841" y="14726"/>
                    <a:pt x="8500" y="14726"/>
                  </a:cubicBezTo>
                  <a:cubicBezTo>
                    <a:pt x="9450" y="14726"/>
                    <a:pt x="10385" y="14547"/>
                    <a:pt x="11252" y="14135"/>
                  </a:cubicBezTo>
                  <a:cubicBezTo>
                    <a:pt x="13967" y="12849"/>
                    <a:pt x="15264" y="9646"/>
                    <a:pt x="15431" y="6658"/>
                  </a:cubicBezTo>
                  <a:cubicBezTo>
                    <a:pt x="15479" y="5943"/>
                    <a:pt x="15467" y="5205"/>
                    <a:pt x="15276" y="4526"/>
                  </a:cubicBezTo>
                  <a:cubicBezTo>
                    <a:pt x="14469" y="1782"/>
                    <a:pt x="10412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38100">
                <a:srgbClr val="000000">
                  <a:alpha val="19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83" name="Google Shape;2083;p58"/>
            <p:cNvGrpSpPr/>
            <p:nvPr/>
          </p:nvGrpSpPr>
          <p:grpSpPr>
            <a:xfrm>
              <a:off x="5927214" y="1663038"/>
              <a:ext cx="740435" cy="893921"/>
              <a:chOff x="2236106" y="3365392"/>
              <a:chExt cx="306471" cy="370000"/>
            </a:xfrm>
          </p:grpSpPr>
          <p:sp>
            <p:nvSpPr>
              <p:cNvPr id="2084" name="Google Shape;2084;p58"/>
              <p:cNvSpPr/>
              <p:nvPr/>
            </p:nvSpPr>
            <p:spPr>
              <a:xfrm>
                <a:off x="2413788" y="3588085"/>
                <a:ext cx="128789" cy="88107"/>
              </a:xfrm>
              <a:custGeom>
                <a:rect b="b" l="l" r="r" t="t"/>
                <a:pathLst>
                  <a:path extrusionOk="0" h="3359" w="4910">
                    <a:moveTo>
                      <a:pt x="2793" y="0"/>
                    </a:moveTo>
                    <a:cubicBezTo>
                      <a:pt x="2259" y="0"/>
                      <a:pt x="1705" y="75"/>
                      <a:pt x="1234" y="293"/>
                    </a:cubicBezTo>
                    <a:cubicBezTo>
                      <a:pt x="285" y="741"/>
                      <a:pt x="0" y="2111"/>
                      <a:pt x="211" y="2558"/>
                    </a:cubicBezTo>
                    <a:cubicBezTo>
                      <a:pt x="366" y="2895"/>
                      <a:pt x="1128" y="3359"/>
                      <a:pt x="1902" y="3359"/>
                    </a:cubicBezTo>
                    <a:cubicBezTo>
                      <a:pt x="2140" y="3359"/>
                      <a:pt x="2380" y="3315"/>
                      <a:pt x="2604" y="3209"/>
                    </a:cubicBezTo>
                    <a:cubicBezTo>
                      <a:pt x="3770" y="2667"/>
                      <a:pt x="4577" y="1148"/>
                      <a:pt x="4848" y="565"/>
                    </a:cubicBezTo>
                    <a:cubicBezTo>
                      <a:pt x="4910" y="436"/>
                      <a:pt x="4842" y="293"/>
                      <a:pt x="4706" y="260"/>
                    </a:cubicBezTo>
                    <a:cubicBezTo>
                      <a:pt x="4330" y="162"/>
                      <a:pt x="3582" y="0"/>
                      <a:pt x="27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58"/>
              <p:cNvSpPr/>
              <p:nvPr/>
            </p:nvSpPr>
            <p:spPr>
              <a:xfrm>
                <a:off x="2413604" y="3588085"/>
                <a:ext cx="127740" cy="67831"/>
              </a:xfrm>
              <a:custGeom>
                <a:rect b="b" l="l" r="r" t="t"/>
                <a:pathLst>
                  <a:path extrusionOk="0" h="2586" w="4870">
                    <a:moveTo>
                      <a:pt x="2798" y="0"/>
                    </a:moveTo>
                    <a:cubicBezTo>
                      <a:pt x="2263" y="0"/>
                      <a:pt x="1708" y="75"/>
                      <a:pt x="1235" y="293"/>
                    </a:cubicBezTo>
                    <a:cubicBezTo>
                      <a:pt x="285" y="741"/>
                      <a:pt x="1" y="2111"/>
                      <a:pt x="211" y="2558"/>
                    </a:cubicBezTo>
                    <a:cubicBezTo>
                      <a:pt x="218" y="2565"/>
                      <a:pt x="224" y="2578"/>
                      <a:pt x="231" y="2585"/>
                    </a:cubicBezTo>
                    <a:cubicBezTo>
                      <a:pt x="1011" y="2111"/>
                      <a:pt x="3140" y="890"/>
                      <a:pt x="4869" y="463"/>
                    </a:cubicBezTo>
                    <a:cubicBezTo>
                      <a:pt x="4869" y="368"/>
                      <a:pt x="4801" y="280"/>
                      <a:pt x="4713" y="260"/>
                    </a:cubicBezTo>
                    <a:cubicBezTo>
                      <a:pt x="4337" y="162"/>
                      <a:pt x="3589" y="0"/>
                      <a:pt x="2798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58"/>
              <p:cNvSpPr/>
              <p:nvPr/>
            </p:nvSpPr>
            <p:spPr>
              <a:xfrm>
                <a:off x="2350469" y="3365471"/>
                <a:ext cx="64945" cy="86559"/>
              </a:xfrm>
              <a:custGeom>
                <a:rect b="b" l="l" r="r" t="t"/>
                <a:pathLst>
                  <a:path extrusionOk="0" h="3300" w="2476">
                    <a:moveTo>
                      <a:pt x="763" y="0"/>
                    </a:moveTo>
                    <a:cubicBezTo>
                      <a:pt x="682" y="0"/>
                      <a:pt x="602" y="46"/>
                      <a:pt x="563" y="128"/>
                    </a:cubicBezTo>
                    <a:cubicBezTo>
                      <a:pt x="367" y="576"/>
                      <a:pt x="0" y="1552"/>
                      <a:pt x="204" y="2332"/>
                    </a:cubicBezTo>
                    <a:cubicBezTo>
                      <a:pt x="370" y="2952"/>
                      <a:pt x="1096" y="3300"/>
                      <a:pt x="1469" y="3300"/>
                    </a:cubicBezTo>
                    <a:cubicBezTo>
                      <a:pt x="1508" y="3300"/>
                      <a:pt x="1543" y="3296"/>
                      <a:pt x="1574" y="3288"/>
                    </a:cubicBezTo>
                    <a:cubicBezTo>
                      <a:pt x="1885" y="3200"/>
                      <a:pt x="2475" y="2468"/>
                      <a:pt x="2292" y="1790"/>
                    </a:cubicBezTo>
                    <a:cubicBezTo>
                      <a:pt x="2089" y="1010"/>
                      <a:pt x="1289" y="332"/>
                      <a:pt x="895" y="47"/>
                    </a:cubicBezTo>
                    <a:cubicBezTo>
                      <a:pt x="856" y="15"/>
                      <a:pt x="810" y="0"/>
                      <a:pt x="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58"/>
              <p:cNvSpPr/>
              <p:nvPr/>
            </p:nvSpPr>
            <p:spPr>
              <a:xfrm>
                <a:off x="2368436" y="3365392"/>
                <a:ext cx="46978" cy="86166"/>
              </a:xfrm>
              <a:custGeom>
                <a:rect b="b" l="l" r="r" t="t"/>
                <a:pathLst>
                  <a:path extrusionOk="0" h="3285" w="1791">
                    <a:moveTo>
                      <a:pt x="86" y="0"/>
                    </a:moveTo>
                    <a:cubicBezTo>
                      <a:pt x="58" y="0"/>
                      <a:pt x="29" y="6"/>
                      <a:pt x="0" y="16"/>
                    </a:cubicBezTo>
                    <a:cubicBezTo>
                      <a:pt x="373" y="1087"/>
                      <a:pt x="672" y="2179"/>
                      <a:pt x="889" y="3284"/>
                    </a:cubicBezTo>
                    <a:cubicBezTo>
                      <a:pt x="1207" y="3196"/>
                      <a:pt x="1790" y="2471"/>
                      <a:pt x="1607" y="1793"/>
                    </a:cubicBezTo>
                    <a:cubicBezTo>
                      <a:pt x="1404" y="1013"/>
                      <a:pt x="604" y="335"/>
                      <a:pt x="210" y="43"/>
                    </a:cubicBezTo>
                    <a:cubicBezTo>
                      <a:pt x="173" y="14"/>
                      <a:pt x="130" y="0"/>
                      <a:pt x="8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58"/>
              <p:cNvSpPr/>
              <p:nvPr/>
            </p:nvSpPr>
            <p:spPr>
              <a:xfrm>
                <a:off x="2236106" y="3542156"/>
                <a:ext cx="145157" cy="92618"/>
              </a:xfrm>
              <a:custGeom>
                <a:rect b="b" l="l" r="r" t="t"/>
                <a:pathLst>
                  <a:path extrusionOk="0" h="3531" w="5534">
                    <a:moveTo>
                      <a:pt x="2978" y="0"/>
                    </a:moveTo>
                    <a:cubicBezTo>
                      <a:pt x="1844" y="0"/>
                      <a:pt x="668" y="449"/>
                      <a:pt x="177" y="654"/>
                    </a:cubicBezTo>
                    <a:cubicBezTo>
                      <a:pt x="48" y="709"/>
                      <a:pt x="0" y="865"/>
                      <a:pt x="82" y="980"/>
                    </a:cubicBezTo>
                    <a:cubicBezTo>
                      <a:pt x="462" y="1549"/>
                      <a:pt x="1580" y="3062"/>
                      <a:pt x="2923" y="3462"/>
                    </a:cubicBezTo>
                    <a:cubicBezTo>
                      <a:pt x="3082" y="3509"/>
                      <a:pt x="3245" y="3530"/>
                      <a:pt x="3406" y="3530"/>
                    </a:cubicBezTo>
                    <a:cubicBezTo>
                      <a:pt x="4348" y="3530"/>
                      <a:pt x="5257" y="2805"/>
                      <a:pt x="5384" y="2377"/>
                    </a:cubicBezTo>
                    <a:cubicBezTo>
                      <a:pt x="5533" y="1868"/>
                      <a:pt x="5005" y="444"/>
                      <a:pt x="3920" y="126"/>
                    </a:cubicBezTo>
                    <a:cubicBezTo>
                      <a:pt x="3621" y="37"/>
                      <a:pt x="3301" y="0"/>
                      <a:pt x="29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58"/>
              <p:cNvSpPr/>
              <p:nvPr/>
            </p:nvSpPr>
            <p:spPr>
              <a:xfrm>
                <a:off x="2236814" y="3542156"/>
                <a:ext cx="144449" cy="63608"/>
              </a:xfrm>
              <a:custGeom>
                <a:rect b="b" l="l" r="r" t="t"/>
                <a:pathLst>
                  <a:path extrusionOk="0" h="2425" w="5507">
                    <a:moveTo>
                      <a:pt x="2951" y="0"/>
                    </a:moveTo>
                    <a:cubicBezTo>
                      <a:pt x="1818" y="0"/>
                      <a:pt x="642" y="449"/>
                      <a:pt x="157" y="654"/>
                    </a:cubicBezTo>
                    <a:cubicBezTo>
                      <a:pt x="48" y="702"/>
                      <a:pt x="1" y="817"/>
                      <a:pt x="34" y="926"/>
                    </a:cubicBezTo>
                    <a:cubicBezTo>
                      <a:pt x="1085" y="1007"/>
                      <a:pt x="4103" y="1346"/>
                      <a:pt x="5337" y="2424"/>
                    </a:cubicBezTo>
                    <a:cubicBezTo>
                      <a:pt x="5344" y="2404"/>
                      <a:pt x="5351" y="2390"/>
                      <a:pt x="5357" y="2370"/>
                    </a:cubicBezTo>
                    <a:cubicBezTo>
                      <a:pt x="5506" y="1868"/>
                      <a:pt x="4978" y="444"/>
                      <a:pt x="3893" y="126"/>
                    </a:cubicBezTo>
                    <a:cubicBezTo>
                      <a:pt x="3594" y="37"/>
                      <a:pt x="3274" y="0"/>
                      <a:pt x="295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58"/>
              <p:cNvSpPr/>
              <p:nvPr/>
            </p:nvSpPr>
            <p:spPr>
              <a:xfrm>
                <a:off x="2298717" y="3457171"/>
                <a:ext cx="81654" cy="61693"/>
              </a:xfrm>
              <a:custGeom>
                <a:rect b="b" l="l" r="r" t="t"/>
                <a:pathLst>
                  <a:path extrusionOk="0" h="2352" w="3113">
                    <a:moveTo>
                      <a:pt x="870" y="0"/>
                    </a:moveTo>
                    <a:cubicBezTo>
                      <a:pt x="618" y="0"/>
                      <a:pt x="394" y="18"/>
                      <a:pt x="231" y="36"/>
                    </a:cubicBezTo>
                    <a:cubicBezTo>
                      <a:pt x="88" y="50"/>
                      <a:pt x="0" y="192"/>
                      <a:pt x="48" y="328"/>
                    </a:cubicBezTo>
                    <a:cubicBezTo>
                      <a:pt x="204" y="789"/>
                      <a:pt x="611" y="1759"/>
                      <a:pt x="1289" y="2186"/>
                    </a:cubicBezTo>
                    <a:cubicBezTo>
                      <a:pt x="1479" y="2305"/>
                      <a:pt x="1699" y="2352"/>
                      <a:pt x="1915" y="2352"/>
                    </a:cubicBezTo>
                    <a:cubicBezTo>
                      <a:pt x="2376" y="2352"/>
                      <a:pt x="2821" y="2138"/>
                      <a:pt x="2936" y="1948"/>
                    </a:cubicBezTo>
                    <a:cubicBezTo>
                      <a:pt x="3113" y="1670"/>
                      <a:pt x="3038" y="735"/>
                      <a:pt x="2441" y="362"/>
                    </a:cubicBezTo>
                    <a:cubicBezTo>
                      <a:pt x="1989" y="72"/>
                      <a:pt x="1374" y="0"/>
                      <a:pt x="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58"/>
              <p:cNvSpPr/>
              <p:nvPr/>
            </p:nvSpPr>
            <p:spPr>
              <a:xfrm>
                <a:off x="2299609" y="3457171"/>
                <a:ext cx="80762" cy="51647"/>
              </a:xfrm>
              <a:custGeom>
                <a:rect b="b" l="l" r="r" t="t"/>
                <a:pathLst>
                  <a:path extrusionOk="0" h="1969" w="3079">
                    <a:moveTo>
                      <a:pt x="836" y="0"/>
                    </a:moveTo>
                    <a:cubicBezTo>
                      <a:pt x="584" y="0"/>
                      <a:pt x="360" y="18"/>
                      <a:pt x="197" y="36"/>
                    </a:cubicBezTo>
                    <a:cubicBezTo>
                      <a:pt x="95" y="50"/>
                      <a:pt x="14" y="124"/>
                      <a:pt x="0" y="226"/>
                    </a:cubicBezTo>
                    <a:cubicBezTo>
                      <a:pt x="570" y="470"/>
                      <a:pt x="1953" y="1114"/>
                      <a:pt x="2889" y="1969"/>
                    </a:cubicBezTo>
                    <a:cubicBezTo>
                      <a:pt x="2889" y="1962"/>
                      <a:pt x="2902" y="1955"/>
                      <a:pt x="2902" y="1948"/>
                    </a:cubicBezTo>
                    <a:cubicBezTo>
                      <a:pt x="3079" y="1670"/>
                      <a:pt x="3004" y="735"/>
                      <a:pt x="2407" y="362"/>
                    </a:cubicBezTo>
                    <a:cubicBezTo>
                      <a:pt x="1955" y="72"/>
                      <a:pt x="1340" y="0"/>
                      <a:pt x="836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58"/>
              <p:cNvSpPr/>
              <p:nvPr/>
            </p:nvSpPr>
            <p:spPr>
              <a:xfrm>
                <a:off x="2421080" y="3480857"/>
                <a:ext cx="85929" cy="59044"/>
              </a:xfrm>
              <a:custGeom>
                <a:rect b="b" l="l" r="r" t="t"/>
                <a:pathLst>
                  <a:path extrusionOk="0" h="2251" w="3276">
                    <a:moveTo>
                      <a:pt x="1879" y="0"/>
                    </a:moveTo>
                    <a:cubicBezTo>
                      <a:pt x="1519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36" y="1717"/>
                    </a:cubicBezTo>
                    <a:cubicBezTo>
                      <a:pt x="245" y="1944"/>
                      <a:pt x="752" y="2251"/>
                      <a:pt x="1269" y="2251"/>
                    </a:cubicBezTo>
                    <a:cubicBezTo>
                      <a:pt x="1430" y="2251"/>
                      <a:pt x="1592" y="2221"/>
                      <a:pt x="1743" y="2151"/>
                    </a:cubicBezTo>
                    <a:cubicBezTo>
                      <a:pt x="2475" y="1812"/>
                      <a:pt x="2991" y="903"/>
                      <a:pt x="3208" y="462"/>
                    </a:cubicBezTo>
                    <a:cubicBezTo>
                      <a:pt x="3275" y="333"/>
                      <a:pt x="3201" y="184"/>
                      <a:pt x="3065" y="150"/>
                    </a:cubicBezTo>
                    <a:cubicBezTo>
                      <a:pt x="2793" y="85"/>
                      <a:pt x="2347" y="0"/>
                      <a:pt x="1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58"/>
              <p:cNvSpPr/>
              <p:nvPr/>
            </p:nvSpPr>
            <p:spPr>
              <a:xfrm>
                <a:off x="2421080" y="3480857"/>
                <a:ext cx="85221" cy="47345"/>
              </a:xfrm>
              <a:custGeom>
                <a:rect b="b" l="l" r="r" t="t"/>
                <a:pathLst>
                  <a:path extrusionOk="0" h="1805" w="3249">
                    <a:moveTo>
                      <a:pt x="1881" y="0"/>
                    </a:moveTo>
                    <a:cubicBezTo>
                      <a:pt x="1520" y="0"/>
                      <a:pt x="1146" y="50"/>
                      <a:pt x="828" y="198"/>
                    </a:cubicBezTo>
                    <a:cubicBezTo>
                      <a:pt x="190" y="496"/>
                      <a:pt x="0" y="1418"/>
                      <a:pt x="143" y="1717"/>
                    </a:cubicBezTo>
                    <a:cubicBezTo>
                      <a:pt x="156" y="1744"/>
                      <a:pt x="177" y="1778"/>
                      <a:pt x="204" y="1805"/>
                    </a:cubicBezTo>
                    <a:cubicBezTo>
                      <a:pt x="868" y="1113"/>
                      <a:pt x="2509" y="605"/>
                      <a:pt x="3221" y="408"/>
                    </a:cubicBezTo>
                    <a:cubicBezTo>
                      <a:pt x="3248" y="293"/>
                      <a:pt x="3180" y="177"/>
                      <a:pt x="3065" y="150"/>
                    </a:cubicBezTo>
                    <a:cubicBezTo>
                      <a:pt x="2797" y="85"/>
                      <a:pt x="2351" y="0"/>
                      <a:pt x="1881" y="0"/>
                    </a:cubicBezTo>
                    <a:close/>
                  </a:path>
                </a:pathLst>
              </a:custGeom>
              <a:solidFill>
                <a:srgbClr val="D8F1C1">
                  <a:alpha val="258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58"/>
              <p:cNvSpPr/>
              <p:nvPr/>
            </p:nvSpPr>
            <p:spPr>
              <a:xfrm>
                <a:off x="2379269" y="3608807"/>
                <a:ext cx="129340" cy="76093"/>
              </a:xfrm>
              <a:custGeom>
                <a:rect b="b" l="l" r="r" t="t"/>
                <a:pathLst>
                  <a:path extrusionOk="0" h="2901" w="4931">
                    <a:moveTo>
                      <a:pt x="4618" y="0"/>
                    </a:moveTo>
                    <a:cubicBezTo>
                      <a:pt x="4595" y="0"/>
                      <a:pt x="4570" y="4"/>
                      <a:pt x="4544" y="12"/>
                    </a:cubicBezTo>
                    <a:cubicBezTo>
                      <a:pt x="2008" y="751"/>
                      <a:pt x="225" y="2439"/>
                      <a:pt x="150" y="2514"/>
                    </a:cubicBezTo>
                    <a:cubicBezTo>
                      <a:pt x="1" y="2656"/>
                      <a:pt x="96" y="2900"/>
                      <a:pt x="306" y="2900"/>
                    </a:cubicBezTo>
                    <a:cubicBezTo>
                      <a:pt x="360" y="2900"/>
                      <a:pt x="414" y="2880"/>
                      <a:pt x="462" y="2839"/>
                    </a:cubicBezTo>
                    <a:cubicBezTo>
                      <a:pt x="476" y="2819"/>
                      <a:pt x="2238" y="1151"/>
                      <a:pt x="4666" y="446"/>
                    </a:cubicBezTo>
                    <a:cubicBezTo>
                      <a:pt x="4931" y="366"/>
                      <a:pt x="4849" y="0"/>
                      <a:pt x="4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58"/>
              <p:cNvSpPr/>
              <p:nvPr/>
            </p:nvSpPr>
            <p:spPr>
              <a:xfrm>
                <a:off x="2274035" y="3568019"/>
                <a:ext cx="22400" cy="12485"/>
              </a:xfrm>
              <a:custGeom>
                <a:rect b="b" l="l" r="r" t="t"/>
                <a:pathLst>
                  <a:path extrusionOk="0" h="476" w="854">
                    <a:moveTo>
                      <a:pt x="311" y="1"/>
                    </a:moveTo>
                    <a:cubicBezTo>
                      <a:pt x="25" y="1"/>
                      <a:pt x="1" y="428"/>
                      <a:pt x="290" y="455"/>
                    </a:cubicBezTo>
                    <a:cubicBezTo>
                      <a:pt x="290" y="455"/>
                      <a:pt x="378" y="455"/>
                      <a:pt x="514" y="475"/>
                    </a:cubicBezTo>
                    <a:lnTo>
                      <a:pt x="541" y="475"/>
                    </a:lnTo>
                    <a:cubicBezTo>
                      <a:pt x="826" y="475"/>
                      <a:pt x="853" y="48"/>
                      <a:pt x="562" y="21"/>
                    </a:cubicBezTo>
                    <a:lnTo>
                      <a:pt x="562" y="21"/>
                    </a:lnTo>
                    <a:lnTo>
                      <a:pt x="562" y="28"/>
                    </a:lnTo>
                    <a:cubicBezTo>
                      <a:pt x="406" y="7"/>
                      <a:pt x="317" y="1"/>
                      <a:pt x="317" y="1"/>
                    </a:cubicBezTo>
                    <a:cubicBezTo>
                      <a:pt x="315" y="1"/>
                      <a:pt x="313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58"/>
              <p:cNvSpPr/>
              <p:nvPr/>
            </p:nvSpPr>
            <p:spPr>
              <a:xfrm>
                <a:off x="2450012" y="3500398"/>
                <a:ext cx="20722" cy="13823"/>
              </a:xfrm>
              <a:custGeom>
                <a:rect b="b" l="l" r="r" t="t"/>
                <a:pathLst>
                  <a:path extrusionOk="0" h="527" w="790">
                    <a:moveTo>
                      <a:pt x="547" y="0"/>
                    </a:moveTo>
                    <a:cubicBezTo>
                      <a:pt x="526" y="0"/>
                      <a:pt x="505" y="3"/>
                      <a:pt x="484" y="9"/>
                    </a:cubicBezTo>
                    <a:cubicBezTo>
                      <a:pt x="396" y="29"/>
                      <a:pt x="308" y="56"/>
                      <a:pt x="226" y="83"/>
                    </a:cubicBezTo>
                    <a:cubicBezTo>
                      <a:pt x="0" y="126"/>
                      <a:pt x="110" y="526"/>
                      <a:pt x="302" y="526"/>
                    </a:cubicBezTo>
                    <a:cubicBezTo>
                      <a:pt x="324" y="526"/>
                      <a:pt x="346" y="521"/>
                      <a:pt x="369" y="511"/>
                    </a:cubicBezTo>
                    <a:cubicBezTo>
                      <a:pt x="443" y="483"/>
                      <a:pt x="525" y="456"/>
                      <a:pt x="599" y="436"/>
                    </a:cubicBezTo>
                    <a:cubicBezTo>
                      <a:pt x="721" y="402"/>
                      <a:pt x="789" y="287"/>
                      <a:pt x="762" y="165"/>
                    </a:cubicBezTo>
                    <a:cubicBezTo>
                      <a:pt x="734" y="64"/>
                      <a:pt x="646" y="0"/>
                      <a:pt x="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58"/>
              <p:cNvSpPr/>
              <p:nvPr/>
            </p:nvSpPr>
            <p:spPr>
              <a:xfrm>
                <a:off x="2303675" y="3396003"/>
                <a:ext cx="142088" cy="339390"/>
              </a:xfrm>
              <a:custGeom>
                <a:rect b="b" l="l" r="r" t="t"/>
                <a:pathLst>
                  <a:path extrusionOk="0" h="12939" w="5417">
                    <a:moveTo>
                      <a:pt x="2876" y="0"/>
                    </a:moveTo>
                    <a:cubicBezTo>
                      <a:pt x="2738" y="0"/>
                      <a:pt x="2598" y="119"/>
                      <a:pt x="2652" y="293"/>
                    </a:cubicBezTo>
                    <a:cubicBezTo>
                      <a:pt x="3120" y="1758"/>
                      <a:pt x="3398" y="3270"/>
                      <a:pt x="3486" y="4802"/>
                    </a:cubicBezTo>
                    <a:cubicBezTo>
                      <a:pt x="2944" y="4063"/>
                      <a:pt x="2225" y="3473"/>
                      <a:pt x="1398" y="3080"/>
                    </a:cubicBezTo>
                    <a:cubicBezTo>
                      <a:pt x="1361" y="3063"/>
                      <a:pt x="1327" y="3055"/>
                      <a:pt x="1294" y="3055"/>
                    </a:cubicBezTo>
                    <a:cubicBezTo>
                      <a:pt x="1074" y="3055"/>
                      <a:pt x="968" y="3412"/>
                      <a:pt x="1228" y="3501"/>
                    </a:cubicBezTo>
                    <a:cubicBezTo>
                      <a:pt x="2212" y="3968"/>
                      <a:pt x="3018" y="4755"/>
                      <a:pt x="3520" y="5725"/>
                    </a:cubicBezTo>
                    <a:cubicBezTo>
                      <a:pt x="3527" y="6579"/>
                      <a:pt x="3480" y="7427"/>
                      <a:pt x="3385" y="8281"/>
                    </a:cubicBezTo>
                    <a:cubicBezTo>
                      <a:pt x="2740" y="7379"/>
                      <a:pt x="1439" y="6938"/>
                      <a:pt x="354" y="6721"/>
                    </a:cubicBezTo>
                    <a:cubicBezTo>
                      <a:pt x="341" y="6720"/>
                      <a:pt x="328" y="6719"/>
                      <a:pt x="316" y="6719"/>
                    </a:cubicBezTo>
                    <a:cubicBezTo>
                      <a:pt x="62" y="6719"/>
                      <a:pt x="0" y="7104"/>
                      <a:pt x="266" y="7162"/>
                    </a:cubicBezTo>
                    <a:cubicBezTo>
                      <a:pt x="1262" y="7366"/>
                      <a:pt x="2964" y="7874"/>
                      <a:pt x="3283" y="9088"/>
                    </a:cubicBezTo>
                    <a:cubicBezTo>
                      <a:pt x="2957" y="11224"/>
                      <a:pt x="2415" y="12600"/>
                      <a:pt x="2401" y="12627"/>
                    </a:cubicBezTo>
                    <a:cubicBezTo>
                      <a:pt x="2328" y="12805"/>
                      <a:pt x="2474" y="12939"/>
                      <a:pt x="2618" y="12939"/>
                    </a:cubicBezTo>
                    <a:cubicBezTo>
                      <a:pt x="2700" y="12939"/>
                      <a:pt x="2780" y="12897"/>
                      <a:pt x="2822" y="12797"/>
                    </a:cubicBezTo>
                    <a:cubicBezTo>
                      <a:pt x="2829" y="12763"/>
                      <a:pt x="3398" y="11332"/>
                      <a:pt x="3737" y="9108"/>
                    </a:cubicBezTo>
                    <a:lnTo>
                      <a:pt x="3737" y="9101"/>
                    </a:lnTo>
                    <a:cubicBezTo>
                      <a:pt x="3859" y="8254"/>
                      <a:pt x="3941" y="7393"/>
                      <a:pt x="3961" y="6538"/>
                    </a:cubicBezTo>
                    <a:cubicBezTo>
                      <a:pt x="4151" y="5833"/>
                      <a:pt x="4598" y="5230"/>
                      <a:pt x="5209" y="4843"/>
                    </a:cubicBezTo>
                    <a:cubicBezTo>
                      <a:pt x="5417" y="4708"/>
                      <a:pt x="5284" y="4424"/>
                      <a:pt x="5090" y="4424"/>
                    </a:cubicBezTo>
                    <a:cubicBezTo>
                      <a:pt x="5050" y="4424"/>
                      <a:pt x="5007" y="4436"/>
                      <a:pt x="4965" y="4463"/>
                    </a:cubicBezTo>
                    <a:cubicBezTo>
                      <a:pt x="4564" y="4721"/>
                      <a:pt x="4219" y="5060"/>
                      <a:pt x="3961" y="5453"/>
                    </a:cubicBezTo>
                    <a:cubicBezTo>
                      <a:pt x="3920" y="3657"/>
                      <a:pt x="3629" y="1873"/>
                      <a:pt x="3086" y="158"/>
                    </a:cubicBezTo>
                    <a:cubicBezTo>
                      <a:pt x="3050" y="48"/>
                      <a:pt x="2963" y="0"/>
                      <a:pt x="28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98" name="Google Shape;2098;p58"/>
          <p:cNvSpPr/>
          <p:nvPr/>
        </p:nvSpPr>
        <p:spPr>
          <a:xfrm>
            <a:off x="5592975" y="3053466"/>
            <a:ext cx="196200" cy="193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099" name="Google Shape;2099;p58"/>
          <p:cNvSpPr txBox="1"/>
          <p:nvPr/>
        </p:nvSpPr>
        <p:spPr>
          <a:xfrm>
            <a:off x="2360800" y="1165100"/>
            <a:ext cx="45111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受訪者對理想平台的要求有...</a:t>
            </a:r>
            <a:endParaRPr sz="180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100" name="Google Shape;2100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59"/>
          <p:cNvSpPr/>
          <p:nvPr/>
        </p:nvSpPr>
        <p:spPr>
          <a:xfrm flipH="1">
            <a:off x="3861647" y="837326"/>
            <a:ext cx="1511989" cy="1438497"/>
          </a:xfrm>
          <a:custGeom>
            <a:rect b="b" l="l" r="r" t="t"/>
            <a:pathLst>
              <a:path extrusionOk="0" h="14727" w="15479">
                <a:moveTo>
                  <a:pt x="7476" y="0"/>
                </a:moveTo>
                <a:cubicBezTo>
                  <a:pt x="7165" y="0"/>
                  <a:pt x="6866" y="20"/>
                  <a:pt x="6585" y="62"/>
                </a:cubicBezTo>
                <a:cubicBezTo>
                  <a:pt x="3275" y="550"/>
                  <a:pt x="155" y="4300"/>
                  <a:pt x="48" y="7551"/>
                </a:cubicBezTo>
                <a:cubicBezTo>
                  <a:pt x="1" y="8825"/>
                  <a:pt x="322" y="10134"/>
                  <a:pt x="1060" y="11194"/>
                </a:cubicBezTo>
                <a:cubicBezTo>
                  <a:pt x="1715" y="12134"/>
                  <a:pt x="2668" y="12813"/>
                  <a:pt x="3668" y="13361"/>
                </a:cubicBezTo>
                <a:cubicBezTo>
                  <a:pt x="5136" y="14178"/>
                  <a:pt x="6841" y="14726"/>
                  <a:pt x="8500" y="14726"/>
                </a:cubicBezTo>
                <a:cubicBezTo>
                  <a:pt x="9450" y="14726"/>
                  <a:pt x="10385" y="14547"/>
                  <a:pt x="11252" y="14135"/>
                </a:cubicBezTo>
                <a:cubicBezTo>
                  <a:pt x="13967" y="12849"/>
                  <a:pt x="15264" y="9646"/>
                  <a:pt x="15431" y="6658"/>
                </a:cubicBezTo>
                <a:cubicBezTo>
                  <a:pt x="15479" y="5943"/>
                  <a:pt x="15467" y="5205"/>
                  <a:pt x="15276" y="4526"/>
                </a:cubicBezTo>
                <a:cubicBezTo>
                  <a:pt x="14469" y="1782"/>
                  <a:pt x="10412" y="0"/>
                  <a:pt x="74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38100">
              <a:srgbClr val="000000">
                <a:alpha val="1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59"/>
          <p:cNvSpPr/>
          <p:nvPr/>
        </p:nvSpPr>
        <p:spPr>
          <a:xfrm>
            <a:off x="-16198" y="-49571"/>
            <a:ext cx="3920354" cy="1015074"/>
          </a:xfrm>
          <a:custGeom>
            <a:rect b="b" l="l" r="r" t="t"/>
            <a:pathLst>
              <a:path extrusionOk="0" h="20837" w="46292">
                <a:moveTo>
                  <a:pt x="0" y="1"/>
                </a:moveTo>
                <a:lnTo>
                  <a:pt x="0" y="14598"/>
                </a:lnTo>
                <a:lnTo>
                  <a:pt x="0" y="20837"/>
                </a:lnTo>
                <a:cubicBezTo>
                  <a:pt x="0" y="18129"/>
                  <a:pt x="5089" y="14670"/>
                  <a:pt x="10476" y="14670"/>
                </a:cubicBezTo>
                <a:cubicBezTo>
                  <a:pt x="10726" y="14670"/>
                  <a:pt x="10977" y="14678"/>
                  <a:pt x="11228" y="14693"/>
                </a:cubicBezTo>
                <a:cubicBezTo>
                  <a:pt x="13002" y="14812"/>
                  <a:pt x="14621" y="15277"/>
                  <a:pt x="16097" y="15812"/>
                </a:cubicBezTo>
                <a:cubicBezTo>
                  <a:pt x="19526" y="17051"/>
                  <a:pt x="22705" y="18753"/>
                  <a:pt x="26825" y="18967"/>
                </a:cubicBezTo>
                <a:cubicBezTo>
                  <a:pt x="27148" y="18987"/>
                  <a:pt x="27472" y="18997"/>
                  <a:pt x="27795" y="18997"/>
                </a:cubicBezTo>
                <a:cubicBezTo>
                  <a:pt x="29793" y="18997"/>
                  <a:pt x="31775" y="18633"/>
                  <a:pt x="33528" y="18110"/>
                </a:cubicBezTo>
                <a:cubicBezTo>
                  <a:pt x="37410" y="16943"/>
                  <a:pt x="40255" y="14955"/>
                  <a:pt x="42029" y="12776"/>
                </a:cubicBezTo>
                <a:cubicBezTo>
                  <a:pt x="44018" y="10335"/>
                  <a:pt x="44720" y="7680"/>
                  <a:pt x="45303" y="5061"/>
                </a:cubicBezTo>
                <a:cubicBezTo>
                  <a:pt x="45375" y="4704"/>
                  <a:pt x="46280" y="1"/>
                  <a:pt x="46292" y="1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59"/>
          <p:cNvSpPr/>
          <p:nvPr/>
        </p:nvSpPr>
        <p:spPr>
          <a:xfrm flipH="1">
            <a:off x="3665330" y="2043375"/>
            <a:ext cx="5494870" cy="3117606"/>
          </a:xfrm>
          <a:custGeom>
            <a:rect b="b" l="l" r="r" t="t"/>
            <a:pathLst>
              <a:path extrusionOk="0" h="20331" w="45542">
                <a:moveTo>
                  <a:pt x="1053" y="0"/>
                </a:moveTo>
                <a:cubicBezTo>
                  <a:pt x="730" y="0"/>
                  <a:pt x="379" y="21"/>
                  <a:pt x="0" y="66"/>
                </a:cubicBezTo>
                <a:lnTo>
                  <a:pt x="0" y="6579"/>
                </a:lnTo>
                <a:lnTo>
                  <a:pt x="0" y="20128"/>
                </a:lnTo>
                <a:cubicBezTo>
                  <a:pt x="0" y="20128"/>
                  <a:pt x="45306" y="20329"/>
                  <a:pt x="45541" y="20330"/>
                </a:cubicBezTo>
                <a:lnTo>
                  <a:pt x="45541" y="20330"/>
                </a:lnTo>
                <a:cubicBezTo>
                  <a:pt x="45254" y="20328"/>
                  <a:pt x="44267" y="19259"/>
                  <a:pt x="44030" y="19104"/>
                </a:cubicBezTo>
                <a:cubicBezTo>
                  <a:pt x="42434" y="17997"/>
                  <a:pt x="40672" y="17151"/>
                  <a:pt x="38862" y="16461"/>
                </a:cubicBezTo>
                <a:cubicBezTo>
                  <a:pt x="35826" y="15306"/>
                  <a:pt x="32611" y="14603"/>
                  <a:pt x="29397" y="14187"/>
                </a:cubicBezTo>
                <a:cubicBezTo>
                  <a:pt x="22301" y="13270"/>
                  <a:pt x="12871" y="14842"/>
                  <a:pt x="7299" y="9222"/>
                </a:cubicBezTo>
                <a:cubicBezTo>
                  <a:pt x="5596" y="7519"/>
                  <a:pt x="4858" y="5376"/>
                  <a:pt x="4739" y="3031"/>
                </a:cubicBezTo>
                <a:cubicBezTo>
                  <a:pt x="4654" y="1558"/>
                  <a:pt x="3842" y="0"/>
                  <a:pt x="1053" y="0"/>
                </a:cubicBezTo>
                <a:close/>
                <a:moveTo>
                  <a:pt x="45541" y="20330"/>
                </a:moveTo>
                <a:lnTo>
                  <a:pt x="45541" y="20330"/>
                </a:lnTo>
                <a:cubicBezTo>
                  <a:pt x="45541" y="20330"/>
                  <a:pt x="45541" y="20330"/>
                  <a:pt x="45542" y="20330"/>
                </a:cubicBezTo>
                <a:cubicBezTo>
                  <a:pt x="45542" y="20330"/>
                  <a:pt x="45541" y="20330"/>
                  <a:pt x="45541" y="20330"/>
                </a:cubicBezTo>
                <a:close/>
              </a:path>
            </a:pathLst>
          </a:custGeom>
          <a:solidFill>
            <a:srgbClr val="D8F1C1">
              <a:alpha val="25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59"/>
          <p:cNvSpPr txBox="1"/>
          <p:nvPr>
            <p:ph idx="1" type="subTitle"/>
          </p:nvPr>
        </p:nvSpPr>
        <p:spPr>
          <a:xfrm>
            <a:off x="2132550" y="3358775"/>
            <a:ext cx="48789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r>
              <a:rPr lang="en"/>
              <a:t>如何改善其他平台的問題?</a:t>
            </a:r>
            <a:endParaRPr/>
          </a:p>
        </p:txBody>
      </p:sp>
      <p:sp>
        <p:nvSpPr>
          <p:cNvPr id="2109" name="Google Shape;2109;p59"/>
          <p:cNvSpPr txBox="1"/>
          <p:nvPr>
            <p:ph idx="2" type="title"/>
          </p:nvPr>
        </p:nvSpPr>
        <p:spPr>
          <a:xfrm>
            <a:off x="3578352" y="837325"/>
            <a:ext cx="2082300" cy="14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EX2</a:t>
            </a:r>
            <a:endParaRPr sz="7500"/>
          </a:p>
        </p:txBody>
      </p:sp>
      <p:sp>
        <p:nvSpPr>
          <p:cNvPr id="2110" name="Google Shape;2110;p59"/>
          <p:cNvSpPr txBox="1"/>
          <p:nvPr>
            <p:ph type="title"/>
          </p:nvPr>
        </p:nvSpPr>
        <p:spPr>
          <a:xfrm>
            <a:off x="2132550" y="2272525"/>
            <a:ext cx="4878900" cy="10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競品分析</a:t>
            </a:r>
            <a:endParaRPr/>
          </a:p>
        </p:txBody>
      </p:sp>
      <p:grpSp>
        <p:nvGrpSpPr>
          <p:cNvPr id="2111" name="Google Shape;2111;p59"/>
          <p:cNvGrpSpPr/>
          <p:nvPr/>
        </p:nvGrpSpPr>
        <p:grpSpPr>
          <a:xfrm>
            <a:off x="523400" y="411900"/>
            <a:ext cx="1679350" cy="1931100"/>
            <a:chOff x="771175" y="632150"/>
            <a:chExt cx="1679350" cy="1931100"/>
          </a:xfrm>
        </p:grpSpPr>
        <p:sp>
          <p:nvSpPr>
            <p:cNvPr id="2112" name="Google Shape;2112;p59"/>
            <p:cNvSpPr/>
            <p:nvPr/>
          </p:nvSpPr>
          <p:spPr>
            <a:xfrm>
              <a:off x="771175" y="632150"/>
              <a:ext cx="1679350" cy="1931100"/>
            </a:xfrm>
            <a:custGeom>
              <a:rect b="b" l="l" r="r" t="t"/>
              <a:pathLst>
                <a:path extrusionOk="0" h="77244" w="67174">
                  <a:moveTo>
                    <a:pt x="33589" y="0"/>
                  </a:moveTo>
                  <a:cubicBezTo>
                    <a:pt x="28851" y="0"/>
                    <a:pt x="24115" y="1302"/>
                    <a:pt x="19988" y="3906"/>
                  </a:cubicBezTo>
                  <a:cubicBezTo>
                    <a:pt x="12533" y="8591"/>
                    <a:pt x="10023" y="15292"/>
                    <a:pt x="9240" y="20079"/>
                  </a:cubicBezTo>
                  <a:cubicBezTo>
                    <a:pt x="9124" y="20847"/>
                    <a:pt x="9023" y="21631"/>
                    <a:pt x="8979" y="22414"/>
                  </a:cubicBezTo>
                  <a:lnTo>
                    <a:pt x="8878" y="22327"/>
                  </a:lnTo>
                  <a:cubicBezTo>
                    <a:pt x="8863" y="22298"/>
                    <a:pt x="8849" y="22283"/>
                    <a:pt x="8834" y="22283"/>
                  </a:cubicBezTo>
                  <a:cubicBezTo>
                    <a:pt x="8733" y="22196"/>
                    <a:pt x="8631" y="22124"/>
                    <a:pt x="8515" y="22051"/>
                  </a:cubicBezTo>
                  <a:cubicBezTo>
                    <a:pt x="8500" y="22051"/>
                    <a:pt x="8500" y="22037"/>
                    <a:pt x="8486" y="22037"/>
                  </a:cubicBezTo>
                  <a:cubicBezTo>
                    <a:pt x="8370" y="21964"/>
                    <a:pt x="8268" y="21906"/>
                    <a:pt x="8138" y="21848"/>
                  </a:cubicBezTo>
                  <a:cubicBezTo>
                    <a:pt x="8123" y="21848"/>
                    <a:pt x="8123" y="21834"/>
                    <a:pt x="8109" y="21834"/>
                  </a:cubicBezTo>
                  <a:cubicBezTo>
                    <a:pt x="7978" y="21776"/>
                    <a:pt x="7862" y="21747"/>
                    <a:pt x="7717" y="21703"/>
                  </a:cubicBezTo>
                  <a:cubicBezTo>
                    <a:pt x="7688" y="21703"/>
                    <a:pt x="7674" y="21689"/>
                    <a:pt x="7630" y="21689"/>
                  </a:cubicBezTo>
                  <a:cubicBezTo>
                    <a:pt x="7601" y="21689"/>
                    <a:pt x="7558" y="21674"/>
                    <a:pt x="7543" y="21674"/>
                  </a:cubicBezTo>
                  <a:cubicBezTo>
                    <a:pt x="7442" y="21645"/>
                    <a:pt x="7340" y="21631"/>
                    <a:pt x="7238" y="21631"/>
                  </a:cubicBezTo>
                  <a:lnTo>
                    <a:pt x="7224" y="21631"/>
                  </a:lnTo>
                  <a:cubicBezTo>
                    <a:pt x="7151" y="21623"/>
                    <a:pt x="7083" y="21620"/>
                    <a:pt x="7014" y="21620"/>
                  </a:cubicBezTo>
                  <a:cubicBezTo>
                    <a:pt x="6945" y="21620"/>
                    <a:pt x="6876" y="21623"/>
                    <a:pt x="6803" y="21631"/>
                  </a:cubicBezTo>
                  <a:lnTo>
                    <a:pt x="6760" y="21631"/>
                  </a:lnTo>
                  <a:cubicBezTo>
                    <a:pt x="6615" y="21645"/>
                    <a:pt x="6499" y="21674"/>
                    <a:pt x="6354" y="21703"/>
                  </a:cubicBezTo>
                  <a:cubicBezTo>
                    <a:pt x="6325" y="21703"/>
                    <a:pt x="6310" y="21703"/>
                    <a:pt x="6296" y="21718"/>
                  </a:cubicBezTo>
                  <a:cubicBezTo>
                    <a:pt x="6165" y="21761"/>
                    <a:pt x="6020" y="21790"/>
                    <a:pt x="5890" y="21848"/>
                  </a:cubicBezTo>
                  <a:cubicBezTo>
                    <a:pt x="5773" y="21906"/>
                    <a:pt x="5657" y="21964"/>
                    <a:pt x="5527" y="22037"/>
                  </a:cubicBezTo>
                  <a:cubicBezTo>
                    <a:pt x="5512" y="22051"/>
                    <a:pt x="5498" y="22051"/>
                    <a:pt x="5469" y="22066"/>
                  </a:cubicBezTo>
                  <a:cubicBezTo>
                    <a:pt x="5367" y="22138"/>
                    <a:pt x="5266" y="22211"/>
                    <a:pt x="5164" y="22298"/>
                  </a:cubicBezTo>
                  <a:lnTo>
                    <a:pt x="5106" y="22356"/>
                  </a:lnTo>
                  <a:cubicBezTo>
                    <a:pt x="5019" y="22443"/>
                    <a:pt x="4918" y="22545"/>
                    <a:pt x="4845" y="22646"/>
                  </a:cubicBezTo>
                  <a:lnTo>
                    <a:pt x="4845" y="22661"/>
                  </a:lnTo>
                  <a:cubicBezTo>
                    <a:pt x="4744" y="22777"/>
                    <a:pt x="4671" y="22878"/>
                    <a:pt x="4599" y="22994"/>
                  </a:cubicBezTo>
                  <a:cubicBezTo>
                    <a:pt x="4584" y="23009"/>
                    <a:pt x="4584" y="23023"/>
                    <a:pt x="4570" y="23052"/>
                  </a:cubicBezTo>
                  <a:cubicBezTo>
                    <a:pt x="4497" y="23154"/>
                    <a:pt x="4439" y="23284"/>
                    <a:pt x="4381" y="23415"/>
                  </a:cubicBezTo>
                  <a:cubicBezTo>
                    <a:pt x="4381" y="23429"/>
                    <a:pt x="4366" y="23429"/>
                    <a:pt x="4366" y="23444"/>
                  </a:cubicBezTo>
                  <a:cubicBezTo>
                    <a:pt x="827" y="32669"/>
                    <a:pt x="0" y="38863"/>
                    <a:pt x="1683" y="43475"/>
                  </a:cubicBezTo>
                  <a:cubicBezTo>
                    <a:pt x="3540" y="48320"/>
                    <a:pt x="7877" y="50655"/>
                    <a:pt x="12156" y="52643"/>
                  </a:cubicBezTo>
                  <a:lnTo>
                    <a:pt x="12199" y="52657"/>
                  </a:lnTo>
                  <a:cubicBezTo>
                    <a:pt x="16435" y="54615"/>
                    <a:pt x="19234" y="55950"/>
                    <a:pt x="21192" y="57313"/>
                  </a:cubicBezTo>
                  <a:cubicBezTo>
                    <a:pt x="21250" y="57473"/>
                    <a:pt x="21323" y="57647"/>
                    <a:pt x="21395" y="57792"/>
                  </a:cubicBezTo>
                  <a:cubicBezTo>
                    <a:pt x="21105" y="58401"/>
                    <a:pt x="20946" y="59097"/>
                    <a:pt x="20946" y="59823"/>
                  </a:cubicBezTo>
                  <a:cubicBezTo>
                    <a:pt x="20946" y="60548"/>
                    <a:pt x="21105" y="61230"/>
                    <a:pt x="21395" y="61853"/>
                  </a:cubicBezTo>
                  <a:cubicBezTo>
                    <a:pt x="21105" y="62462"/>
                    <a:pt x="20946" y="63159"/>
                    <a:pt x="20946" y="63884"/>
                  </a:cubicBezTo>
                  <a:cubicBezTo>
                    <a:pt x="20946" y="64609"/>
                    <a:pt x="21105" y="65291"/>
                    <a:pt x="21395" y="65915"/>
                  </a:cubicBezTo>
                  <a:cubicBezTo>
                    <a:pt x="21105" y="66524"/>
                    <a:pt x="20946" y="67220"/>
                    <a:pt x="20946" y="67945"/>
                  </a:cubicBezTo>
                  <a:cubicBezTo>
                    <a:pt x="20946" y="70281"/>
                    <a:pt x="22628" y="72239"/>
                    <a:pt x="24862" y="72660"/>
                  </a:cubicBezTo>
                  <a:lnTo>
                    <a:pt x="32231" y="76881"/>
                  </a:lnTo>
                  <a:cubicBezTo>
                    <a:pt x="32651" y="77113"/>
                    <a:pt x="33145" y="77243"/>
                    <a:pt x="33623" y="77243"/>
                  </a:cubicBezTo>
                  <a:cubicBezTo>
                    <a:pt x="34087" y="77243"/>
                    <a:pt x="34566" y="77113"/>
                    <a:pt x="35001" y="76881"/>
                  </a:cubicBezTo>
                  <a:lnTo>
                    <a:pt x="42370" y="72660"/>
                  </a:lnTo>
                  <a:cubicBezTo>
                    <a:pt x="44589" y="72239"/>
                    <a:pt x="46286" y="70281"/>
                    <a:pt x="46286" y="67945"/>
                  </a:cubicBezTo>
                  <a:cubicBezTo>
                    <a:pt x="46286" y="67220"/>
                    <a:pt x="46127" y="66524"/>
                    <a:pt x="45837" y="65915"/>
                  </a:cubicBezTo>
                  <a:cubicBezTo>
                    <a:pt x="46127" y="65291"/>
                    <a:pt x="46286" y="64609"/>
                    <a:pt x="46286" y="63884"/>
                  </a:cubicBezTo>
                  <a:cubicBezTo>
                    <a:pt x="46286" y="63159"/>
                    <a:pt x="46127" y="62462"/>
                    <a:pt x="45837" y="61853"/>
                  </a:cubicBezTo>
                  <a:cubicBezTo>
                    <a:pt x="46127" y="61230"/>
                    <a:pt x="46286" y="60548"/>
                    <a:pt x="46286" y="59823"/>
                  </a:cubicBezTo>
                  <a:cubicBezTo>
                    <a:pt x="46286" y="59097"/>
                    <a:pt x="46127" y="58401"/>
                    <a:pt x="45837" y="57792"/>
                  </a:cubicBezTo>
                  <a:cubicBezTo>
                    <a:pt x="45909" y="57647"/>
                    <a:pt x="45982" y="57473"/>
                    <a:pt x="46040" y="57313"/>
                  </a:cubicBezTo>
                  <a:cubicBezTo>
                    <a:pt x="47998" y="55950"/>
                    <a:pt x="50812" y="54615"/>
                    <a:pt x="55033" y="52657"/>
                  </a:cubicBezTo>
                  <a:lnTo>
                    <a:pt x="55091" y="52643"/>
                  </a:lnTo>
                  <a:cubicBezTo>
                    <a:pt x="59370" y="50655"/>
                    <a:pt x="63692" y="48306"/>
                    <a:pt x="65491" y="43403"/>
                  </a:cubicBezTo>
                  <a:cubicBezTo>
                    <a:pt x="67173" y="38790"/>
                    <a:pt x="66361" y="32626"/>
                    <a:pt x="62807" y="23371"/>
                  </a:cubicBezTo>
                  <a:cubicBezTo>
                    <a:pt x="62807" y="23357"/>
                    <a:pt x="62793" y="23357"/>
                    <a:pt x="62793" y="23342"/>
                  </a:cubicBezTo>
                  <a:cubicBezTo>
                    <a:pt x="62735" y="23212"/>
                    <a:pt x="62677" y="23081"/>
                    <a:pt x="62604" y="22980"/>
                  </a:cubicBezTo>
                  <a:cubicBezTo>
                    <a:pt x="62604" y="22951"/>
                    <a:pt x="62590" y="22936"/>
                    <a:pt x="62575" y="22936"/>
                  </a:cubicBezTo>
                  <a:cubicBezTo>
                    <a:pt x="62503" y="22806"/>
                    <a:pt x="62430" y="22704"/>
                    <a:pt x="62343" y="22588"/>
                  </a:cubicBezTo>
                  <a:cubicBezTo>
                    <a:pt x="62242" y="22486"/>
                    <a:pt x="62155" y="22399"/>
                    <a:pt x="62053" y="22298"/>
                  </a:cubicBezTo>
                  <a:cubicBezTo>
                    <a:pt x="62024" y="22283"/>
                    <a:pt x="62010" y="22269"/>
                    <a:pt x="61995" y="22269"/>
                  </a:cubicBezTo>
                  <a:cubicBezTo>
                    <a:pt x="61879" y="22182"/>
                    <a:pt x="61792" y="22109"/>
                    <a:pt x="61691" y="22037"/>
                  </a:cubicBezTo>
                  <a:cubicBezTo>
                    <a:pt x="61662" y="22008"/>
                    <a:pt x="61647" y="22008"/>
                    <a:pt x="61633" y="21993"/>
                  </a:cubicBezTo>
                  <a:cubicBezTo>
                    <a:pt x="61516" y="21921"/>
                    <a:pt x="61400" y="21863"/>
                    <a:pt x="61270" y="21819"/>
                  </a:cubicBezTo>
                  <a:cubicBezTo>
                    <a:pt x="61139" y="21761"/>
                    <a:pt x="61009" y="21718"/>
                    <a:pt x="60893" y="21689"/>
                  </a:cubicBezTo>
                  <a:cubicBezTo>
                    <a:pt x="60864" y="21689"/>
                    <a:pt x="60849" y="21674"/>
                    <a:pt x="60835" y="21674"/>
                  </a:cubicBezTo>
                  <a:cubicBezTo>
                    <a:pt x="60704" y="21631"/>
                    <a:pt x="60559" y="21616"/>
                    <a:pt x="60429" y="21616"/>
                  </a:cubicBezTo>
                  <a:lnTo>
                    <a:pt x="59935" y="21616"/>
                  </a:lnTo>
                  <a:cubicBezTo>
                    <a:pt x="59834" y="21631"/>
                    <a:pt x="59747" y="21631"/>
                    <a:pt x="59631" y="21645"/>
                  </a:cubicBezTo>
                  <a:cubicBezTo>
                    <a:pt x="59602" y="21645"/>
                    <a:pt x="59558" y="21674"/>
                    <a:pt x="59544" y="21674"/>
                  </a:cubicBezTo>
                  <a:cubicBezTo>
                    <a:pt x="59500" y="21674"/>
                    <a:pt x="59486" y="21689"/>
                    <a:pt x="59457" y="21689"/>
                  </a:cubicBezTo>
                  <a:cubicBezTo>
                    <a:pt x="59326" y="21718"/>
                    <a:pt x="59196" y="21761"/>
                    <a:pt x="59065" y="21819"/>
                  </a:cubicBezTo>
                  <a:cubicBezTo>
                    <a:pt x="59051" y="21819"/>
                    <a:pt x="59051" y="21834"/>
                    <a:pt x="59036" y="21834"/>
                  </a:cubicBezTo>
                  <a:cubicBezTo>
                    <a:pt x="58906" y="21892"/>
                    <a:pt x="58804" y="21935"/>
                    <a:pt x="58688" y="22008"/>
                  </a:cubicBezTo>
                  <a:cubicBezTo>
                    <a:pt x="58673" y="22008"/>
                    <a:pt x="58659" y="22037"/>
                    <a:pt x="58659" y="22037"/>
                  </a:cubicBezTo>
                  <a:cubicBezTo>
                    <a:pt x="58543" y="22109"/>
                    <a:pt x="58441" y="22196"/>
                    <a:pt x="58354" y="22269"/>
                  </a:cubicBezTo>
                  <a:lnTo>
                    <a:pt x="58296" y="22327"/>
                  </a:lnTo>
                  <a:cubicBezTo>
                    <a:pt x="58253" y="22356"/>
                    <a:pt x="58224" y="22370"/>
                    <a:pt x="58209" y="22414"/>
                  </a:cubicBezTo>
                  <a:cubicBezTo>
                    <a:pt x="58151" y="21631"/>
                    <a:pt x="58050" y="20847"/>
                    <a:pt x="57934" y="20079"/>
                  </a:cubicBezTo>
                  <a:cubicBezTo>
                    <a:pt x="57150" y="15292"/>
                    <a:pt x="54641" y="8591"/>
                    <a:pt x="47200" y="3906"/>
                  </a:cubicBezTo>
                  <a:cubicBezTo>
                    <a:pt x="43066" y="1302"/>
                    <a:pt x="38327" y="0"/>
                    <a:pt x="33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28575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59"/>
            <p:cNvSpPr/>
            <p:nvPr/>
          </p:nvSpPr>
          <p:spPr>
            <a:xfrm>
              <a:off x="1630950" y="1241800"/>
              <a:ext cx="816675" cy="933075"/>
            </a:xfrm>
            <a:custGeom>
              <a:rect b="b" l="l" r="r" t="t"/>
              <a:pathLst>
                <a:path extrusionOk="0" h="37323" w="32667">
                  <a:moveTo>
                    <a:pt x="25806" y="1"/>
                  </a:moveTo>
                  <a:lnTo>
                    <a:pt x="25806" y="1"/>
                  </a:lnTo>
                  <a:cubicBezTo>
                    <a:pt x="23528" y="12272"/>
                    <a:pt x="17364" y="8356"/>
                    <a:pt x="8690" y="17233"/>
                  </a:cubicBezTo>
                  <a:cubicBezTo>
                    <a:pt x="1" y="26095"/>
                    <a:pt x="4846" y="37322"/>
                    <a:pt x="4846" y="37322"/>
                  </a:cubicBezTo>
                  <a:cubicBezTo>
                    <a:pt x="7079" y="31477"/>
                    <a:pt x="10836" y="29751"/>
                    <a:pt x="19496" y="25762"/>
                  </a:cubicBezTo>
                  <a:cubicBezTo>
                    <a:pt x="28141" y="21758"/>
                    <a:pt x="32666" y="17900"/>
                    <a:pt x="25806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59"/>
            <p:cNvSpPr/>
            <p:nvPr/>
          </p:nvSpPr>
          <p:spPr>
            <a:xfrm>
              <a:off x="1655625" y="1238825"/>
              <a:ext cx="636800" cy="1094500"/>
            </a:xfrm>
            <a:custGeom>
              <a:rect b="b" l="l" r="r" t="t"/>
              <a:pathLst>
                <a:path extrusionOk="0" h="43780" w="25472">
                  <a:moveTo>
                    <a:pt x="24825" y="1"/>
                  </a:moveTo>
                  <a:cubicBezTo>
                    <a:pt x="24819" y="1"/>
                    <a:pt x="24812" y="2"/>
                    <a:pt x="24804" y="4"/>
                  </a:cubicBezTo>
                  <a:cubicBezTo>
                    <a:pt x="24746" y="33"/>
                    <a:pt x="24717" y="62"/>
                    <a:pt x="24732" y="120"/>
                  </a:cubicBezTo>
                  <a:cubicBezTo>
                    <a:pt x="24732" y="163"/>
                    <a:pt x="25297" y="2934"/>
                    <a:pt x="24717" y="6444"/>
                  </a:cubicBezTo>
                  <a:cubicBezTo>
                    <a:pt x="24180" y="9693"/>
                    <a:pt x="22556" y="14277"/>
                    <a:pt x="17827" y="17598"/>
                  </a:cubicBezTo>
                  <a:cubicBezTo>
                    <a:pt x="10865" y="22486"/>
                    <a:pt x="0" y="32393"/>
                    <a:pt x="5657" y="43722"/>
                  </a:cubicBezTo>
                  <a:cubicBezTo>
                    <a:pt x="5657" y="43765"/>
                    <a:pt x="5686" y="43780"/>
                    <a:pt x="5730" y="43780"/>
                  </a:cubicBezTo>
                  <a:lnTo>
                    <a:pt x="5788" y="43780"/>
                  </a:lnTo>
                  <a:cubicBezTo>
                    <a:pt x="5817" y="43751"/>
                    <a:pt x="5831" y="43693"/>
                    <a:pt x="5817" y="43649"/>
                  </a:cubicBezTo>
                  <a:cubicBezTo>
                    <a:pt x="218" y="32451"/>
                    <a:pt x="11010" y="22603"/>
                    <a:pt x="17929" y="17743"/>
                  </a:cubicBezTo>
                  <a:cubicBezTo>
                    <a:pt x="22715" y="14378"/>
                    <a:pt x="24369" y="9751"/>
                    <a:pt x="24891" y="6473"/>
                  </a:cubicBezTo>
                  <a:cubicBezTo>
                    <a:pt x="25471" y="2905"/>
                    <a:pt x="24906" y="120"/>
                    <a:pt x="24906" y="91"/>
                  </a:cubicBezTo>
                  <a:cubicBezTo>
                    <a:pt x="24893" y="40"/>
                    <a:pt x="24869" y="1"/>
                    <a:pt x="24825" y="1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59"/>
            <p:cNvSpPr/>
            <p:nvPr/>
          </p:nvSpPr>
          <p:spPr>
            <a:xfrm>
              <a:off x="774800" y="1241800"/>
              <a:ext cx="816300" cy="933075"/>
            </a:xfrm>
            <a:custGeom>
              <a:rect b="b" l="l" r="r" t="t"/>
              <a:pathLst>
                <a:path extrusionOk="0" h="37323" w="32652">
                  <a:moveTo>
                    <a:pt x="6861" y="1"/>
                  </a:moveTo>
                  <a:cubicBezTo>
                    <a:pt x="1" y="17900"/>
                    <a:pt x="4512" y="21758"/>
                    <a:pt x="13171" y="25762"/>
                  </a:cubicBezTo>
                  <a:cubicBezTo>
                    <a:pt x="21831" y="29751"/>
                    <a:pt x="25587" y="31477"/>
                    <a:pt x="27821" y="37322"/>
                  </a:cubicBezTo>
                  <a:cubicBezTo>
                    <a:pt x="27821" y="37322"/>
                    <a:pt x="32651" y="26095"/>
                    <a:pt x="23977" y="17233"/>
                  </a:cubicBezTo>
                  <a:cubicBezTo>
                    <a:pt x="15303" y="8356"/>
                    <a:pt x="9139" y="12272"/>
                    <a:pt x="6861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59"/>
            <p:cNvSpPr/>
            <p:nvPr/>
          </p:nvSpPr>
          <p:spPr>
            <a:xfrm>
              <a:off x="930000" y="1238550"/>
              <a:ext cx="636800" cy="1094775"/>
            </a:xfrm>
            <a:custGeom>
              <a:rect b="b" l="l" r="r" t="t"/>
              <a:pathLst>
                <a:path extrusionOk="0" h="43791" w="25472">
                  <a:moveTo>
                    <a:pt x="668" y="0"/>
                  </a:moveTo>
                  <a:cubicBezTo>
                    <a:pt x="610" y="0"/>
                    <a:pt x="566" y="29"/>
                    <a:pt x="552" y="73"/>
                  </a:cubicBezTo>
                  <a:cubicBezTo>
                    <a:pt x="552" y="102"/>
                    <a:pt x="1" y="2901"/>
                    <a:pt x="566" y="6455"/>
                  </a:cubicBezTo>
                  <a:cubicBezTo>
                    <a:pt x="1103" y="9748"/>
                    <a:pt x="2757" y="14360"/>
                    <a:pt x="7543" y="17740"/>
                  </a:cubicBezTo>
                  <a:cubicBezTo>
                    <a:pt x="14462" y="22614"/>
                    <a:pt x="25254" y="32448"/>
                    <a:pt x="19655" y="43646"/>
                  </a:cubicBezTo>
                  <a:cubicBezTo>
                    <a:pt x="19626" y="43704"/>
                    <a:pt x="19655" y="43762"/>
                    <a:pt x="19684" y="43776"/>
                  </a:cubicBezTo>
                  <a:cubicBezTo>
                    <a:pt x="19684" y="43791"/>
                    <a:pt x="19699" y="43791"/>
                    <a:pt x="19713" y="43791"/>
                  </a:cubicBezTo>
                  <a:cubicBezTo>
                    <a:pt x="19757" y="43791"/>
                    <a:pt x="19800" y="43776"/>
                    <a:pt x="19815" y="43718"/>
                  </a:cubicBezTo>
                  <a:cubicBezTo>
                    <a:pt x="25472" y="32404"/>
                    <a:pt x="14622" y="22483"/>
                    <a:pt x="7645" y="17595"/>
                  </a:cubicBezTo>
                  <a:cubicBezTo>
                    <a:pt x="2916" y="14259"/>
                    <a:pt x="1277" y="9690"/>
                    <a:pt x="755" y="6440"/>
                  </a:cubicBezTo>
                  <a:cubicBezTo>
                    <a:pt x="175" y="2930"/>
                    <a:pt x="740" y="145"/>
                    <a:pt x="740" y="116"/>
                  </a:cubicBezTo>
                  <a:cubicBezTo>
                    <a:pt x="740" y="58"/>
                    <a:pt x="726" y="29"/>
                    <a:pt x="668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59"/>
            <p:cNvSpPr/>
            <p:nvPr/>
          </p:nvSpPr>
          <p:spPr>
            <a:xfrm>
              <a:off x="986925" y="701850"/>
              <a:ext cx="1248550" cy="1285175"/>
            </a:xfrm>
            <a:custGeom>
              <a:rect b="b" l="l" r="r" t="t"/>
              <a:pathLst>
                <a:path extrusionOk="0" h="51407" w="49942">
                  <a:moveTo>
                    <a:pt x="24971" y="1"/>
                  </a:moveTo>
                  <a:cubicBezTo>
                    <a:pt x="20747" y="1"/>
                    <a:pt x="16522" y="1161"/>
                    <a:pt x="12838" y="3482"/>
                  </a:cubicBezTo>
                  <a:cubicBezTo>
                    <a:pt x="1" y="11576"/>
                    <a:pt x="1524" y="28039"/>
                    <a:pt x="7616" y="35509"/>
                  </a:cubicBezTo>
                  <a:cubicBezTo>
                    <a:pt x="15202" y="44807"/>
                    <a:pt x="16667" y="51407"/>
                    <a:pt x="16667" y="51407"/>
                  </a:cubicBezTo>
                  <a:lnTo>
                    <a:pt x="33305" y="51407"/>
                  </a:lnTo>
                  <a:cubicBezTo>
                    <a:pt x="33305" y="51407"/>
                    <a:pt x="34770" y="44807"/>
                    <a:pt x="42356" y="35509"/>
                  </a:cubicBezTo>
                  <a:cubicBezTo>
                    <a:pt x="48433" y="28053"/>
                    <a:pt x="49942" y="11576"/>
                    <a:pt x="37105" y="3482"/>
                  </a:cubicBezTo>
                  <a:cubicBezTo>
                    <a:pt x="33421" y="1161"/>
                    <a:pt x="29196" y="1"/>
                    <a:pt x="24971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59"/>
            <p:cNvSpPr/>
            <p:nvPr/>
          </p:nvSpPr>
          <p:spPr>
            <a:xfrm>
              <a:off x="1390900" y="1387150"/>
              <a:ext cx="398550" cy="602050"/>
            </a:xfrm>
            <a:custGeom>
              <a:rect b="b" l="l" r="r" t="t"/>
              <a:pathLst>
                <a:path extrusionOk="0" h="24082" w="15942">
                  <a:moveTo>
                    <a:pt x="1915" y="192"/>
                  </a:moveTo>
                  <a:cubicBezTo>
                    <a:pt x="2394" y="192"/>
                    <a:pt x="2960" y="424"/>
                    <a:pt x="3554" y="844"/>
                  </a:cubicBezTo>
                  <a:cubicBezTo>
                    <a:pt x="4889" y="1874"/>
                    <a:pt x="5701" y="4413"/>
                    <a:pt x="6180" y="7444"/>
                  </a:cubicBezTo>
                  <a:cubicBezTo>
                    <a:pt x="2902" y="6893"/>
                    <a:pt x="1161" y="5123"/>
                    <a:pt x="595" y="3412"/>
                  </a:cubicBezTo>
                  <a:cubicBezTo>
                    <a:pt x="189" y="2164"/>
                    <a:pt x="407" y="932"/>
                    <a:pt x="1132" y="424"/>
                  </a:cubicBezTo>
                  <a:cubicBezTo>
                    <a:pt x="1379" y="264"/>
                    <a:pt x="1625" y="192"/>
                    <a:pt x="1915" y="192"/>
                  </a:cubicBezTo>
                  <a:close/>
                  <a:moveTo>
                    <a:pt x="14100" y="2251"/>
                  </a:moveTo>
                  <a:cubicBezTo>
                    <a:pt x="14317" y="2251"/>
                    <a:pt x="14520" y="2295"/>
                    <a:pt x="14709" y="2382"/>
                  </a:cubicBezTo>
                  <a:cubicBezTo>
                    <a:pt x="15376" y="2701"/>
                    <a:pt x="15724" y="3542"/>
                    <a:pt x="15536" y="4398"/>
                  </a:cubicBezTo>
                  <a:cubicBezTo>
                    <a:pt x="15245" y="5675"/>
                    <a:pt x="13795" y="7053"/>
                    <a:pt x="10589" y="7488"/>
                  </a:cubicBezTo>
                  <a:cubicBezTo>
                    <a:pt x="10937" y="5791"/>
                    <a:pt x="11416" y="4355"/>
                    <a:pt x="12141" y="3455"/>
                  </a:cubicBezTo>
                  <a:cubicBezTo>
                    <a:pt x="12780" y="2672"/>
                    <a:pt x="13476" y="2251"/>
                    <a:pt x="14100" y="2251"/>
                  </a:cubicBezTo>
                  <a:close/>
                  <a:moveTo>
                    <a:pt x="1924" y="0"/>
                  </a:moveTo>
                  <a:cubicBezTo>
                    <a:pt x="1521" y="0"/>
                    <a:pt x="1223" y="141"/>
                    <a:pt x="1030" y="279"/>
                  </a:cubicBezTo>
                  <a:cubicBezTo>
                    <a:pt x="247" y="844"/>
                    <a:pt x="1" y="2164"/>
                    <a:pt x="436" y="3484"/>
                  </a:cubicBezTo>
                  <a:cubicBezTo>
                    <a:pt x="1016" y="5269"/>
                    <a:pt x="2829" y="7096"/>
                    <a:pt x="6209" y="7662"/>
                  </a:cubicBezTo>
                  <a:cubicBezTo>
                    <a:pt x="7268" y="14552"/>
                    <a:pt x="6658" y="23864"/>
                    <a:pt x="6629" y="23995"/>
                  </a:cubicBezTo>
                  <a:cubicBezTo>
                    <a:pt x="6629" y="24038"/>
                    <a:pt x="6673" y="24082"/>
                    <a:pt x="6716" y="24082"/>
                  </a:cubicBezTo>
                  <a:cubicBezTo>
                    <a:pt x="6760" y="24082"/>
                    <a:pt x="6818" y="24053"/>
                    <a:pt x="6818" y="23995"/>
                  </a:cubicBezTo>
                  <a:cubicBezTo>
                    <a:pt x="6847" y="23458"/>
                    <a:pt x="7442" y="14465"/>
                    <a:pt x="6412" y="7676"/>
                  </a:cubicBezTo>
                  <a:lnTo>
                    <a:pt x="6412" y="7676"/>
                  </a:lnTo>
                  <a:cubicBezTo>
                    <a:pt x="7010" y="7754"/>
                    <a:pt x="7679" y="7809"/>
                    <a:pt x="8386" y="7809"/>
                  </a:cubicBezTo>
                  <a:cubicBezTo>
                    <a:pt x="8467" y="7809"/>
                    <a:pt x="8549" y="7808"/>
                    <a:pt x="8631" y="7807"/>
                  </a:cubicBezTo>
                  <a:cubicBezTo>
                    <a:pt x="9240" y="7792"/>
                    <a:pt x="9821" y="7749"/>
                    <a:pt x="10343" y="7691"/>
                  </a:cubicBezTo>
                  <a:lnTo>
                    <a:pt x="10343" y="7691"/>
                  </a:lnTo>
                  <a:cubicBezTo>
                    <a:pt x="9153" y="13972"/>
                    <a:pt x="10024" y="23487"/>
                    <a:pt x="10082" y="23995"/>
                  </a:cubicBezTo>
                  <a:cubicBezTo>
                    <a:pt x="10082" y="24053"/>
                    <a:pt x="10111" y="24082"/>
                    <a:pt x="10169" y="24082"/>
                  </a:cubicBezTo>
                  <a:cubicBezTo>
                    <a:pt x="10241" y="24082"/>
                    <a:pt x="10285" y="24038"/>
                    <a:pt x="10285" y="23980"/>
                  </a:cubicBezTo>
                  <a:cubicBezTo>
                    <a:pt x="10285" y="23850"/>
                    <a:pt x="9356" y="14030"/>
                    <a:pt x="10575" y="7676"/>
                  </a:cubicBezTo>
                  <a:cubicBezTo>
                    <a:pt x="14781" y="7140"/>
                    <a:pt x="15579" y="5109"/>
                    <a:pt x="15724" y="4427"/>
                  </a:cubicBezTo>
                  <a:cubicBezTo>
                    <a:pt x="15942" y="3484"/>
                    <a:pt x="15536" y="2585"/>
                    <a:pt x="14796" y="2222"/>
                  </a:cubicBezTo>
                  <a:cubicBezTo>
                    <a:pt x="14577" y="2115"/>
                    <a:pt x="14346" y="2062"/>
                    <a:pt x="14109" y="2062"/>
                  </a:cubicBezTo>
                  <a:cubicBezTo>
                    <a:pt x="13422" y="2062"/>
                    <a:pt x="12683" y="2505"/>
                    <a:pt x="12025" y="3325"/>
                  </a:cubicBezTo>
                  <a:cubicBezTo>
                    <a:pt x="11271" y="4268"/>
                    <a:pt x="10749" y="5733"/>
                    <a:pt x="10401" y="7502"/>
                  </a:cubicBezTo>
                  <a:cubicBezTo>
                    <a:pt x="9864" y="7575"/>
                    <a:pt x="9269" y="7604"/>
                    <a:pt x="8631" y="7618"/>
                  </a:cubicBezTo>
                  <a:cubicBezTo>
                    <a:pt x="7819" y="7618"/>
                    <a:pt x="7065" y="7589"/>
                    <a:pt x="6397" y="7473"/>
                  </a:cubicBezTo>
                  <a:cubicBezTo>
                    <a:pt x="5904" y="4398"/>
                    <a:pt x="5063" y="1802"/>
                    <a:pt x="3656" y="714"/>
                  </a:cubicBezTo>
                  <a:cubicBezTo>
                    <a:pt x="2947" y="173"/>
                    <a:pt x="2371" y="0"/>
                    <a:pt x="1924" y="0"/>
                  </a:cubicBezTo>
                  <a:close/>
                </a:path>
              </a:pathLst>
            </a:custGeom>
            <a:solidFill>
              <a:srgbClr val="4E4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59"/>
            <p:cNvSpPr/>
            <p:nvPr/>
          </p:nvSpPr>
          <p:spPr>
            <a:xfrm>
              <a:off x="1363700" y="1975750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34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9"/>
                    <a:pt x="19800" y="2032"/>
                  </a:cubicBezTo>
                  <a:cubicBezTo>
                    <a:pt x="19800" y="929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59"/>
            <p:cNvSpPr/>
            <p:nvPr/>
          </p:nvSpPr>
          <p:spPr>
            <a:xfrm>
              <a:off x="1363700" y="2076925"/>
              <a:ext cx="495025" cy="101575"/>
            </a:xfrm>
            <a:custGeom>
              <a:rect b="b" l="l" r="r" t="t"/>
              <a:pathLst>
                <a:path extrusionOk="0" h="4063" w="19801">
                  <a:moveTo>
                    <a:pt x="2031" y="1"/>
                  </a:moveTo>
                  <a:cubicBezTo>
                    <a:pt x="929" y="1"/>
                    <a:pt x="1" y="900"/>
                    <a:pt x="1" y="2032"/>
                  </a:cubicBezTo>
                  <a:cubicBezTo>
                    <a:pt x="1" y="3148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48"/>
                    <a:pt x="19800" y="2032"/>
                  </a:cubicBezTo>
                  <a:cubicBezTo>
                    <a:pt x="19800" y="915"/>
                    <a:pt x="18886" y="1"/>
                    <a:pt x="17769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59"/>
            <p:cNvSpPr/>
            <p:nvPr/>
          </p:nvSpPr>
          <p:spPr>
            <a:xfrm>
              <a:off x="1363700" y="2177750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9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59"/>
            <p:cNvSpPr/>
            <p:nvPr/>
          </p:nvSpPr>
          <p:spPr>
            <a:xfrm>
              <a:off x="1363700" y="2278925"/>
              <a:ext cx="495025" cy="101550"/>
            </a:xfrm>
            <a:custGeom>
              <a:rect b="b" l="l" r="r" t="t"/>
              <a:pathLst>
                <a:path extrusionOk="0" h="4062" w="19801">
                  <a:moveTo>
                    <a:pt x="2031" y="0"/>
                  </a:moveTo>
                  <a:cubicBezTo>
                    <a:pt x="929" y="0"/>
                    <a:pt x="1" y="914"/>
                    <a:pt x="1" y="2031"/>
                  </a:cubicBezTo>
                  <a:cubicBezTo>
                    <a:pt x="1" y="3162"/>
                    <a:pt x="900" y="4062"/>
                    <a:pt x="2031" y="4062"/>
                  </a:cubicBezTo>
                  <a:lnTo>
                    <a:pt x="17769" y="4062"/>
                  </a:lnTo>
                  <a:cubicBezTo>
                    <a:pt x="18872" y="4062"/>
                    <a:pt x="19800" y="3162"/>
                    <a:pt x="19800" y="2031"/>
                  </a:cubicBezTo>
                  <a:cubicBezTo>
                    <a:pt x="19800" y="928"/>
                    <a:pt x="18886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59"/>
            <p:cNvSpPr/>
            <p:nvPr/>
          </p:nvSpPr>
          <p:spPr>
            <a:xfrm>
              <a:off x="1414475" y="2380450"/>
              <a:ext cx="393475" cy="112450"/>
            </a:xfrm>
            <a:custGeom>
              <a:rect b="b" l="l" r="r" t="t"/>
              <a:pathLst>
                <a:path extrusionOk="0" h="4498" w="15739">
                  <a:moveTo>
                    <a:pt x="0" y="1"/>
                  </a:moveTo>
                  <a:lnTo>
                    <a:pt x="7862" y="4497"/>
                  </a:lnTo>
                  <a:lnTo>
                    <a:pt x="15738" y="1"/>
                  </a:ln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59"/>
            <p:cNvSpPr/>
            <p:nvPr/>
          </p:nvSpPr>
          <p:spPr>
            <a:xfrm>
              <a:off x="1249850" y="92632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7" y="0"/>
                  </a:moveTo>
                  <a:cubicBezTo>
                    <a:pt x="2843" y="0"/>
                    <a:pt x="2408" y="87"/>
                    <a:pt x="2016" y="261"/>
                  </a:cubicBezTo>
                  <a:cubicBezTo>
                    <a:pt x="1610" y="435"/>
                    <a:pt x="1277" y="653"/>
                    <a:pt x="957" y="958"/>
                  </a:cubicBezTo>
                  <a:cubicBezTo>
                    <a:pt x="667" y="1248"/>
                    <a:pt x="435" y="1596"/>
                    <a:pt x="261" y="2002"/>
                  </a:cubicBezTo>
                  <a:cubicBezTo>
                    <a:pt x="87" y="2394"/>
                    <a:pt x="0" y="2814"/>
                    <a:pt x="0" y="3264"/>
                  </a:cubicBezTo>
                  <a:cubicBezTo>
                    <a:pt x="0" y="3714"/>
                    <a:pt x="73" y="4134"/>
                    <a:pt x="261" y="4540"/>
                  </a:cubicBezTo>
                  <a:cubicBezTo>
                    <a:pt x="421" y="4917"/>
                    <a:pt x="653" y="5266"/>
                    <a:pt x="957" y="5570"/>
                  </a:cubicBezTo>
                  <a:cubicBezTo>
                    <a:pt x="1277" y="5875"/>
                    <a:pt x="1610" y="6107"/>
                    <a:pt x="2016" y="6281"/>
                  </a:cubicBezTo>
                  <a:cubicBezTo>
                    <a:pt x="2408" y="6441"/>
                    <a:pt x="2843" y="6528"/>
                    <a:pt x="3307" y="6528"/>
                  </a:cubicBezTo>
                  <a:cubicBezTo>
                    <a:pt x="3670" y="6528"/>
                    <a:pt x="4004" y="6470"/>
                    <a:pt x="4352" y="6382"/>
                  </a:cubicBezTo>
                  <a:cubicBezTo>
                    <a:pt x="4685" y="6295"/>
                    <a:pt x="4990" y="6150"/>
                    <a:pt x="5266" y="5976"/>
                  </a:cubicBezTo>
                  <a:cubicBezTo>
                    <a:pt x="5338" y="5933"/>
                    <a:pt x="5396" y="5860"/>
                    <a:pt x="5454" y="5788"/>
                  </a:cubicBezTo>
                  <a:cubicBezTo>
                    <a:pt x="5512" y="5686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49" y="2988"/>
                    <a:pt x="4990" y="2988"/>
                  </a:cubicBezTo>
                  <a:lnTo>
                    <a:pt x="3496" y="2988"/>
                  </a:lnTo>
                  <a:cubicBezTo>
                    <a:pt x="3336" y="2988"/>
                    <a:pt x="3206" y="3046"/>
                    <a:pt x="3104" y="3162"/>
                  </a:cubicBezTo>
                  <a:cubicBezTo>
                    <a:pt x="2988" y="3264"/>
                    <a:pt x="2945" y="3394"/>
                    <a:pt x="2945" y="3554"/>
                  </a:cubicBezTo>
                  <a:cubicBezTo>
                    <a:pt x="2945" y="3714"/>
                    <a:pt x="2988" y="3844"/>
                    <a:pt x="3104" y="3946"/>
                  </a:cubicBezTo>
                  <a:cubicBezTo>
                    <a:pt x="3206" y="4062"/>
                    <a:pt x="3336" y="4120"/>
                    <a:pt x="3496" y="4120"/>
                  </a:cubicBezTo>
                  <a:lnTo>
                    <a:pt x="4352" y="4120"/>
                  </a:lnTo>
                  <a:lnTo>
                    <a:pt x="4352" y="5284"/>
                  </a:lnTo>
                  <a:lnTo>
                    <a:pt x="4352" y="5284"/>
                  </a:lnTo>
                  <a:cubicBezTo>
                    <a:pt x="4225" y="5330"/>
                    <a:pt x="4078" y="5373"/>
                    <a:pt x="3902" y="5396"/>
                  </a:cubicBezTo>
                  <a:cubicBezTo>
                    <a:pt x="3684" y="5440"/>
                    <a:pt x="3481" y="5454"/>
                    <a:pt x="3293" y="5454"/>
                  </a:cubicBezTo>
                  <a:cubicBezTo>
                    <a:pt x="2916" y="5454"/>
                    <a:pt x="2553" y="5367"/>
                    <a:pt x="2234" y="5164"/>
                  </a:cubicBezTo>
                  <a:cubicBezTo>
                    <a:pt x="1900" y="4975"/>
                    <a:pt x="1654" y="4700"/>
                    <a:pt x="1451" y="4366"/>
                  </a:cubicBezTo>
                  <a:cubicBezTo>
                    <a:pt x="1248" y="4047"/>
                    <a:pt x="1161" y="3685"/>
                    <a:pt x="1161" y="3278"/>
                  </a:cubicBezTo>
                  <a:cubicBezTo>
                    <a:pt x="1161" y="2887"/>
                    <a:pt x="1248" y="2524"/>
                    <a:pt x="1451" y="2191"/>
                  </a:cubicBezTo>
                  <a:cubicBezTo>
                    <a:pt x="1654" y="1857"/>
                    <a:pt x="1900" y="1596"/>
                    <a:pt x="2234" y="1393"/>
                  </a:cubicBezTo>
                  <a:cubicBezTo>
                    <a:pt x="2539" y="1204"/>
                    <a:pt x="2901" y="1103"/>
                    <a:pt x="3293" y="1103"/>
                  </a:cubicBezTo>
                  <a:cubicBezTo>
                    <a:pt x="3496" y="1103"/>
                    <a:pt x="3684" y="1132"/>
                    <a:pt x="3844" y="1161"/>
                  </a:cubicBezTo>
                  <a:cubicBezTo>
                    <a:pt x="4018" y="1204"/>
                    <a:pt x="4192" y="1248"/>
                    <a:pt x="4337" y="1320"/>
                  </a:cubicBezTo>
                  <a:cubicBezTo>
                    <a:pt x="4366" y="1349"/>
                    <a:pt x="4424" y="1364"/>
                    <a:pt x="4482" y="1378"/>
                  </a:cubicBezTo>
                  <a:cubicBezTo>
                    <a:pt x="4540" y="1393"/>
                    <a:pt x="4569" y="1393"/>
                    <a:pt x="4627" y="1393"/>
                  </a:cubicBezTo>
                  <a:cubicBezTo>
                    <a:pt x="4787" y="1393"/>
                    <a:pt x="4917" y="1320"/>
                    <a:pt x="5004" y="1219"/>
                  </a:cubicBezTo>
                  <a:cubicBezTo>
                    <a:pt x="5091" y="1088"/>
                    <a:pt x="5149" y="958"/>
                    <a:pt x="5149" y="813"/>
                  </a:cubicBezTo>
                  <a:cubicBezTo>
                    <a:pt x="5149" y="726"/>
                    <a:pt x="5135" y="653"/>
                    <a:pt x="5077" y="566"/>
                  </a:cubicBezTo>
                  <a:cubicBezTo>
                    <a:pt x="5048" y="464"/>
                    <a:pt x="4975" y="421"/>
                    <a:pt x="4874" y="363"/>
                  </a:cubicBezTo>
                  <a:cubicBezTo>
                    <a:pt x="4642" y="232"/>
                    <a:pt x="4410" y="145"/>
                    <a:pt x="4134" y="87"/>
                  </a:cubicBezTo>
                  <a:cubicBezTo>
                    <a:pt x="3859" y="44"/>
                    <a:pt x="3597" y="0"/>
                    <a:pt x="330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59"/>
            <p:cNvSpPr/>
            <p:nvPr/>
          </p:nvSpPr>
          <p:spPr>
            <a:xfrm>
              <a:off x="1415550" y="927775"/>
              <a:ext cx="132400" cy="159575"/>
            </a:xfrm>
            <a:custGeom>
              <a:rect b="b" l="l" r="r" t="t"/>
              <a:pathLst>
                <a:path extrusionOk="0" h="6383" w="5296">
                  <a:moveTo>
                    <a:pt x="3149" y="1059"/>
                  </a:moveTo>
                  <a:cubicBezTo>
                    <a:pt x="3308" y="1059"/>
                    <a:pt x="3453" y="1161"/>
                    <a:pt x="3598" y="1335"/>
                  </a:cubicBezTo>
                  <a:cubicBezTo>
                    <a:pt x="3743" y="1523"/>
                    <a:pt x="3816" y="1741"/>
                    <a:pt x="3816" y="2002"/>
                  </a:cubicBezTo>
                  <a:cubicBezTo>
                    <a:pt x="3816" y="2205"/>
                    <a:pt x="3772" y="2394"/>
                    <a:pt x="3714" y="2568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75"/>
                    <a:pt x="3236" y="3133"/>
                    <a:pt x="3134" y="3133"/>
                  </a:cubicBezTo>
                  <a:lnTo>
                    <a:pt x="1147" y="3133"/>
                  </a:lnTo>
                  <a:lnTo>
                    <a:pt x="1147" y="1059"/>
                  </a:lnTo>
                  <a:close/>
                  <a:moveTo>
                    <a:pt x="567" y="0"/>
                  </a:moveTo>
                  <a:cubicBezTo>
                    <a:pt x="407" y="0"/>
                    <a:pt x="277" y="58"/>
                    <a:pt x="175" y="160"/>
                  </a:cubicBezTo>
                  <a:cubicBezTo>
                    <a:pt x="59" y="276"/>
                    <a:pt x="1" y="392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88" y="6107"/>
                    <a:pt x="204" y="6223"/>
                  </a:cubicBezTo>
                  <a:cubicBezTo>
                    <a:pt x="335" y="6324"/>
                    <a:pt x="494" y="6383"/>
                    <a:pt x="654" y="6383"/>
                  </a:cubicBezTo>
                  <a:cubicBezTo>
                    <a:pt x="813" y="6383"/>
                    <a:pt x="929" y="6324"/>
                    <a:pt x="1045" y="6179"/>
                  </a:cubicBezTo>
                  <a:cubicBezTo>
                    <a:pt x="1132" y="6063"/>
                    <a:pt x="1161" y="5947"/>
                    <a:pt x="1161" y="5788"/>
                  </a:cubicBezTo>
                  <a:lnTo>
                    <a:pt x="1161" y="4018"/>
                  </a:lnTo>
                  <a:lnTo>
                    <a:pt x="2858" y="4018"/>
                  </a:lnTo>
                  <a:cubicBezTo>
                    <a:pt x="3004" y="4018"/>
                    <a:pt x="3105" y="4047"/>
                    <a:pt x="3221" y="4076"/>
                  </a:cubicBezTo>
                  <a:cubicBezTo>
                    <a:pt x="3323" y="4120"/>
                    <a:pt x="3395" y="4149"/>
                    <a:pt x="3468" y="4221"/>
                  </a:cubicBezTo>
                  <a:cubicBezTo>
                    <a:pt x="3540" y="4294"/>
                    <a:pt x="3598" y="4366"/>
                    <a:pt x="3627" y="4453"/>
                  </a:cubicBezTo>
                  <a:cubicBezTo>
                    <a:pt x="3671" y="4555"/>
                    <a:pt x="3685" y="4642"/>
                    <a:pt x="3685" y="4743"/>
                  </a:cubicBezTo>
                  <a:cubicBezTo>
                    <a:pt x="3685" y="5077"/>
                    <a:pt x="3700" y="5324"/>
                    <a:pt x="3772" y="5527"/>
                  </a:cubicBezTo>
                  <a:cubicBezTo>
                    <a:pt x="3845" y="5730"/>
                    <a:pt x="3917" y="5875"/>
                    <a:pt x="4033" y="6005"/>
                  </a:cubicBezTo>
                  <a:cubicBezTo>
                    <a:pt x="4135" y="6121"/>
                    <a:pt x="4236" y="6223"/>
                    <a:pt x="4338" y="6266"/>
                  </a:cubicBezTo>
                  <a:cubicBezTo>
                    <a:pt x="4411" y="6310"/>
                    <a:pt x="4483" y="6339"/>
                    <a:pt x="4599" y="6368"/>
                  </a:cubicBezTo>
                  <a:cubicBezTo>
                    <a:pt x="4650" y="6375"/>
                    <a:pt x="4697" y="6379"/>
                    <a:pt x="4746" y="6379"/>
                  </a:cubicBezTo>
                  <a:cubicBezTo>
                    <a:pt x="4795" y="6379"/>
                    <a:pt x="4846" y="6375"/>
                    <a:pt x="4904" y="6368"/>
                  </a:cubicBezTo>
                  <a:cubicBezTo>
                    <a:pt x="5005" y="6339"/>
                    <a:pt x="5078" y="6295"/>
                    <a:pt x="5150" y="6223"/>
                  </a:cubicBezTo>
                  <a:cubicBezTo>
                    <a:pt x="5266" y="6092"/>
                    <a:pt x="5295" y="5962"/>
                    <a:pt x="5266" y="5817"/>
                  </a:cubicBezTo>
                  <a:cubicBezTo>
                    <a:pt x="5223" y="5672"/>
                    <a:pt x="5136" y="5541"/>
                    <a:pt x="5005" y="5469"/>
                  </a:cubicBezTo>
                  <a:cubicBezTo>
                    <a:pt x="4918" y="5440"/>
                    <a:pt x="4889" y="5367"/>
                    <a:pt x="4846" y="5295"/>
                  </a:cubicBezTo>
                  <a:cubicBezTo>
                    <a:pt x="4831" y="5222"/>
                    <a:pt x="4817" y="5106"/>
                    <a:pt x="4788" y="5005"/>
                  </a:cubicBezTo>
                  <a:cubicBezTo>
                    <a:pt x="4773" y="4888"/>
                    <a:pt x="4759" y="4743"/>
                    <a:pt x="4744" y="4598"/>
                  </a:cubicBezTo>
                  <a:cubicBezTo>
                    <a:pt x="4744" y="4439"/>
                    <a:pt x="4701" y="4294"/>
                    <a:pt x="4628" y="4149"/>
                  </a:cubicBezTo>
                  <a:cubicBezTo>
                    <a:pt x="4556" y="4004"/>
                    <a:pt x="4469" y="3873"/>
                    <a:pt x="4353" y="3757"/>
                  </a:cubicBezTo>
                  <a:cubicBezTo>
                    <a:pt x="4287" y="3673"/>
                    <a:pt x="4203" y="3594"/>
                    <a:pt x="4109" y="3526"/>
                  </a:cubicBezTo>
                  <a:lnTo>
                    <a:pt x="4109" y="3526"/>
                  </a:lnTo>
                  <a:cubicBezTo>
                    <a:pt x="4239" y="3442"/>
                    <a:pt x="4361" y="3348"/>
                    <a:pt x="4469" y="3220"/>
                  </a:cubicBezTo>
                  <a:cubicBezTo>
                    <a:pt x="4628" y="3046"/>
                    <a:pt x="4759" y="2843"/>
                    <a:pt x="4846" y="2626"/>
                  </a:cubicBezTo>
                  <a:cubicBezTo>
                    <a:pt x="4933" y="2408"/>
                    <a:pt x="4991" y="2191"/>
                    <a:pt x="4991" y="1958"/>
                  </a:cubicBezTo>
                  <a:cubicBezTo>
                    <a:pt x="4991" y="1581"/>
                    <a:pt x="4904" y="1233"/>
                    <a:pt x="4744" y="943"/>
                  </a:cubicBezTo>
                  <a:cubicBezTo>
                    <a:pt x="4556" y="653"/>
                    <a:pt x="4338" y="421"/>
                    <a:pt x="4062" y="247"/>
                  </a:cubicBezTo>
                  <a:cubicBezTo>
                    <a:pt x="3801" y="87"/>
                    <a:pt x="3482" y="0"/>
                    <a:pt x="317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59"/>
            <p:cNvSpPr/>
            <p:nvPr/>
          </p:nvSpPr>
          <p:spPr>
            <a:xfrm>
              <a:off x="1572225" y="928125"/>
              <a:ext cx="104100" cy="158125"/>
            </a:xfrm>
            <a:custGeom>
              <a:rect b="b" l="l" r="r" t="t"/>
              <a:pathLst>
                <a:path extrusionOk="0" h="6325" w="4164">
                  <a:moveTo>
                    <a:pt x="537" y="1"/>
                  </a:moveTo>
                  <a:cubicBezTo>
                    <a:pt x="377" y="1"/>
                    <a:pt x="247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49"/>
                    <a:pt x="160" y="6165"/>
                  </a:cubicBezTo>
                  <a:cubicBezTo>
                    <a:pt x="276" y="6267"/>
                    <a:pt x="392" y="6325"/>
                    <a:pt x="566" y="6325"/>
                  </a:cubicBezTo>
                  <a:lnTo>
                    <a:pt x="3612" y="6325"/>
                  </a:lnTo>
                  <a:cubicBezTo>
                    <a:pt x="3771" y="6325"/>
                    <a:pt x="3902" y="6267"/>
                    <a:pt x="4004" y="6180"/>
                  </a:cubicBezTo>
                  <a:cubicBezTo>
                    <a:pt x="4120" y="6078"/>
                    <a:pt x="4163" y="5948"/>
                    <a:pt x="4163" y="5803"/>
                  </a:cubicBezTo>
                  <a:cubicBezTo>
                    <a:pt x="4163" y="5672"/>
                    <a:pt x="4120" y="5542"/>
                    <a:pt x="4004" y="5440"/>
                  </a:cubicBezTo>
                  <a:cubicBezTo>
                    <a:pt x="3902" y="5324"/>
                    <a:pt x="3771" y="5281"/>
                    <a:pt x="3612" y="5281"/>
                  </a:cubicBezTo>
                  <a:lnTo>
                    <a:pt x="1146" y="5281"/>
                  </a:lnTo>
                  <a:lnTo>
                    <a:pt x="1146" y="3613"/>
                  </a:lnTo>
                  <a:lnTo>
                    <a:pt x="3191" y="3613"/>
                  </a:lnTo>
                  <a:cubicBezTo>
                    <a:pt x="3351" y="3613"/>
                    <a:pt x="3481" y="3555"/>
                    <a:pt x="3583" y="3467"/>
                  </a:cubicBezTo>
                  <a:cubicBezTo>
                    <a:pt x="3699" y="3366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83" y="2713"/>
                  </a:cubicBezTo>
                  <a:cubicBezTo>
                    <a:pt x="3481" y="2626"/>
                    <a:pt x="3351" y="2568"/>
                    <a:pt x="3191" y="2568"/>
                  </a:cubicBezTo>
                  <a:lnTo>
                    <a:pt x="1146" y="2568"/>
                  </a:lnTo>
                  <a:lnTo>
                    <a:pt x="1146" y="1031"/>
                  </a:lnTo>
                  <a:lnTo>
                    <a:pt x="3583" y="1031"/>
                  </a:lnTo>
                  <a:cubicBezTo>
                    <a:pt x="3757" y="1031"/>
                    <a:pt x="3873" y="973"/>
                    <a:pt x="3989" y="886"/>
                  </a:cubicBezTo>
                  <a:cubicBezTo>
                    <a:pt x="4091" y="799"/>
                    <a:pt x="4149" y="668"/>
                    <a:pt x="4149" y="523"/>
                  </a:cubicBezTo>
                  <a:cubicBezTo>
                    <a:pt x="4149" y="378"/>
                    <a:pt x="4091" y="247"/>
                    <a:pt x="3989" y="146"/>
                  </a:cubicBezTo>
                  <a:cubicBezTo>
                    <a:pt x="3873" y="59"/>
                    <a:pt x="3757" y="1"/>
                    <a:pt x="3583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59"/>
            <p:cNvSpPr/>
            <p:nvPr/>
          </p:nvSpPr>
          <p:spPr>
            <a:xfrm>
              <a:off x="1701675" y="928125"/>
              <a:ext cx="104825" cy="158125"/>
            </a:xfrm>
            <a:custGeom>
              <a:rect b="b" l="l" r="r" t="t"/>
              <a:pathLst>
                <a:path extrusionOk="0" h="6325" w="4193">
                  <a:moveTo>
                    <a:pt x="566" y="1"/>
                  </a:moveTo>
                  <a:cubicBezTo>
                    <a:pt x="407" y="1"/>
                    <a:pt x="276" y="59"/>
                    <a:pt x="175" y="117"/>
                  </a:cubicBezTo>
                  <a:cubicBezTo>
                    <a:pt x="59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9" y="6049"/>
                    <a:pt x="175" y="6165"/>
                  </a:cubicBezTo>
                  <a:cubicBezTo>
                    <a:pt x="276" y="6267"/>
                    <a:pt x="407" y="6325"/>
                    <a:pt x="566" y="6325"/>
                  </a:cubicBezTo>
                  <a:lnTo>
                    <a:pt x="3627" y="6325"/>
                  </a:lnTo>
                  <a:cubicBezTo>
                    <a:pt x="3801" y="6325"/>
                    <a:pt x="3917" y="6267"/>
                    <a:pt x="4033" y="6180"/>
                  </a:cubicBezTo>
                  <a:cubicBezTo>
                    <a:pt x="4134" y="6078"/>
                    <a:pt x="4192" y="5948"/>
                    <a:pt x="4192" y="5803"/>
                  </a:cubicBezTo>
                  <a:cubicBezTo>
                    <a:pt x="4192" y="5672"/>
                    <a:pt x="4134" y="5542"/>
                    <a:pt x="4033" y="5440"/>
                  </a:cubicBezTo>
                  <a:cubicBezTo>
                    <a:pt x="3917" y="5324"/>
                    <a:pt x="3801" y="5281"/>
                    <a:pt x="3627" y="5281"/>
                  </a:cubicBezTo>
                  <a:lnTo>
                    <a:pt x="1161" y="5281"/>
                  </a:lnTo>
                  <a:lnTo>
                    <a:pt x="1161" y="3613"/>
                  </a:lnTo>
                  <a:lnTo>
                    <a:pt x="3221" y="3613"/>
                  </a:lnTo>
                  <a:cubicBezTo>
                    <a:pt x="3380" y="3613"/>
                    <a:pt x="3511" y="3555"/>
                    <a:pt x="3612" y="3467"/>
                  </a:cubicBezTo>
                  <a:cubicBezTo>
                    <a:pt x="3728" y="3366"/>
                    <a:pt x="3772" y="3250"/>
                    <a:pt x="3772" y="3105"/>
                  </a:cubicBezTo>
                  <a:cubicBezTo>
                    <a:pt x="3772" y="2960"/>
                    <a:pt x="3728" y="2829"/>
                    <a:pt x="3612" y="2713"/>
                  </a:cubicBezTo>
                  <a:cubicBezTo>
                    <a:pt x="3511" y="2626"/>
                    <a:pt x="3380" y="2568"/>
                    <a:pt x="3221" y="2568"/>
                  </a:cubicBezTo>
                  <a:lnTo>
                    <a:pt x="1161" y="2568"/>
                  </a:lnTo>
                  <a:lnTo>
                    <a:pt x="1161" y="1031"/>
                  </a:lnTo>
                  <a:lnTo>
                    <a:pt x="3612" y="1031"/>
                  </a:lnTo>
                  <a:cubicBezTo>
                    <a:pt x="3772" y="1031"/>
                    <a:pt x="3902" y="973"/>
                    <a:pt x="4018" y="886"/>
                  </a:cubicBezTo>
                  <a:cubicBezTo>
                    <a:pt x="4120" y="799"/>
                    <a:pt x="4178" y="668"/>
                    <a:pt x="4178" y="523"/>
                  </a:cubicBezTo>
                  <a:cubicBezTo>
                    <a:pt x="4178" y="378"/>
                    <a:pt x="4120" y="247"/>
                    <a:pt x="4018" y="146"/>
                  </a:cubicBezTo>
                  <a:cubicBezTo>
                    <a:pt x="3902" y="59"/>
                    <a:pt x="3772" y="1"/>
                    <a:pt x="361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59"/>
            <p:cNvSpPr/>
            <p:nvPr/>
          </p:nvSpPr>
          <p:spPr>
            <a:xfrm>
              <a:off x="1831850" y="928125"/>
              <a:ext cx="133475" cy="159600"/>
            </a:xfrm>
            <a:custGeom>
              <a:rect b="b" l="l" r="r" t="t"/>
              <a:pathLst>
                <a:path extrusionOk="0" h="6384" w="5339">
                  <a:moveTo>
                    <a:pt x="4831" y="1"/>
                  </a:moveTo>
                  <a:cubicBezTo>
                    <a:pt x="4686" y="1"/>
                    <a:pt x="4555" y="59"/>
                    <a:pt x="4483" y="160"/>
                  </a:cubicBezTo>
                  <a:cubicBezTo>
                    <a:pt x="4396" y="247"/>
                    <a:pt x="4338" y="378"/>
                    <a:pt x="4338" y="523"/>
                  </a:cubicBezTo>
                  <a:lnTo>
                    <a:pt x="4338" y="4439"/>
                  </a:lnTo>
                  <a:lnTo>
                    <a:pt x="1031" y="218"/>
                  </a:lnTo>
                  <a:cubicBezTo>
                    <a:pt x="1002" y="160"/>
                    <a:pt x="929" y="102"/>
                    <a:pt x="842" y="73"/>
                  </a:cubicBezTo>
                  <a:cubicBezTo>
                    <a:pt x="741" y="30"/>
                    <a:pt x="654" y="15"/>
                    <a:pt x="567" y="15"/>
                  </a:cubicBezTo>
                  <a:cubicBezTo>
                    <a:pt x="407" y="15"/>
                    <a:pt x="276" y="73"/>
                    <a:pt x="160" y="175"/>
                  </a:cubicBezTo>
                  <a:cubicBezTo>
                    <a:pt x="59" y="291"/>
                    <a:pt x="1" y="421"/>
                    <a:pt x="1" y="581"/>
                  </a:cubicBezTo>
                  <a:lnTo>
                    <a:pt x="1" y="5875"/>
                  </a:lnTo>
                  <a:cubicBezTo>
                    <a:pt x="1" y="6020"/>
                    <a:pt x="59" y="6151"/>
                    <a:pt x="146" y="6238"/>
                  </a:cubicBezTo>
                  <a:cubicBezTo>
                    <a:pt x="233" y="6325"/>
                    <a:pt x="363" y="6383"/>
                    <a:pt x="508" y="6383"/>
                  </a:cubicBezTo>
                  <a:cubicBezTo>
                    <a:pt x="654" y="6383"/>
                    <a:pt x="784" y="6325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79"/>
                  </a:lnTo>
                  <a:lnTo>
                    <a:pt x="4352" y="6223"/>
                  </a:lnTo>
                  <a:cubicBezTo>
                    <a:pt x="4396" y="6252"/>
                    <a:pt x="4439" y="6296"/>
                    <a:pt x="4541" y="6325"/>
                  </a:cubicBezTo>
                  <a:cubicBezTo>
                    <a:pt x="4613" y="6339"/>
                    <a:pt x="4700" y="6369"/>
                    <a:pt x="4773" y="6369"/>
                  </a:cubicBezTo>
                  <a:cubicBezTo>
                    <a:pt x="4933" y="6369"/>
                    <a:pt x="5063" y="6310"/>
                    <a:pt x="5165" y="6194"/>
                  </a:cubicBezTo>
                  <a:cubicBezTo>
                    <a:pt x="5281" y="6093"/>
                    <a:pt x="5339" y="5962"/>
                    <a:pt x="5339" y="5803"/>
                  </a:cubicBezTo>
                  <a:lnTo>
                    <a:pt x="5339" y="508"/>
                  </a:lnTo>
                  <a:cubicBezTo>
                    <a:pt x="5339" y="363"/>
                    <a:pt x="5281" y="233"/>
                    <a:pt x="5194" y="146"/>
                  </a:cubicBezTo>
                  <a:cubicBezTo>
                    <a:pt x="5092" y="59"/>
                    <a:pt x="4976" y="1"/>
                    <a:pt x="483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59"/>
            <p:cNvSpPr/>
            <p:nvPr/>
          </p:nvSpPr>
          <p:spPr>
            <a:xfrm>
              <a:off x="1193625" y="1160575"/>
              <a:ext cx="104475" cy="158500"/>
            </a:xfrm>
            <a:custGeom>
              <a:rect b="b" l="l" r="r" t="t"/>
              <a:pathLst>
                <a:path extrusionOk="0" h="6340" w="4179">
                  <a:moveTo>
                    <a:pt x="552" y="1"/>
                  </a:moveTo>
                  <a:cubicBezTo>
                    <a:pt x="407" y="1"/>
                    <a:pt x="262" y="59"/>
                    <a:pt x="160" y="117"/>
                  </a:cubicBezTo>
                  <a:cubicBezTo>
                    <a:pt x="59" y="218"/>
                    <a:pt x="1" y="349"/>
                    <a:pt x="1" y="508"/>
                  </a:cubicBezTo>
                  <a:lnTo>
                    <a:pt x="1" y="5774"/>
                  </a:lnTo>
                  <a:cubicBezTo>
                    <a:pt x="1" y="5933"/>
                    <a:pt x="59" y="6064"/>
                    <a:pt x="160" y="6165"/>
                  </a:cubicBezTo>
                  <a:cubicBezTo>
                    <a:pt x="276" y="6281"/>
                    <a:pt x="407" y="6339"/>
                    <a:pt x="567" y="6339"/>
                  </a:cubicBezTo>
                  <a:lnTo>
                    <a:pt x="3613" y="6339"/>
                  </a:lnTo>
                  <a:cubicBezTo>
                    <a:pt x="3772" y="6339"/>
                    <a:pt x="3903" y="6281"/>
                    <a:pt x="4004" y="6194"/>
                  </a:cubicBezTo>
                  <a:cubicBezTo>
                    <a:pt x="4120" y="6078"/>
                    <a:pt x="4178" y="5948"/>
                    <a:pt x="4178" y="5803"/>
                  </a:cubicBezTo>
                  <a:cubicBezTo>
                    <a:pt x="4178" y="5687"/>
                    <a:pt x="4120" y="5556"/>
                    <a:pt x="4004" y="5440"/>
                  </a:cubicBezTo>
                  <a:cubicBezTo>
                    <a:pt x="3903" y="5338"/>
                    <a:pt x="3772" y="5280"/>
                    <a:pt x="3613" y="5280"/>
                  </a:cubicBezTo>
                  <a:lnTo>
                    <a:pt x="1147" y="5280"/>
                  </a:lnTo>
                  <a:lnTo>
                    <a:pt x="1147" y="3612"/>
                  </a:lnTo>
                  <a:lnTo>
                    <a:pt x="3192" y="3612"/>
                  </a:lnTo>
                  <a:cubicBezTo>
                    <a:pt x="3352" y="3612"/>
                    <a:pt x="3482" y="3554"/>
                    <a:pt x="3598" y="3467"/>
                  </a:cubicBezTo>
                  <a:cubicBezTo>
                    <a:pt x="3700" y="3380"/>
                    <a:pt x="3758" y="3250"/>
                    <a:pt x="3758" y="3105"/>
                  </a:cubicBezTo>
                  <a:cubicBezTo>
                    <a:pt x="3758" y="2960"/>
                    <a:pt x="3700" y="2829"/>
                    <a:pt x="3598" y="2727"/>
                  </a:cubicBezTo>
                  <a:cubicBezTo>
                    <a:pt x="3482" y="2640"/>
                    <a:pt x="3352" y="2582"/>
                    <a:pt x="3192" y="2582"/>
                  </a:cubicBezTo>
                  <a:lnTo>
                    <a:pt x="1147" y="2582"/>
                  </a:lnTo>
                  <a:lnTo>
                    <a:pt x="1147" y="1045"/>
                  </a:lnTo>
                  <a:lnTo>
                    <a:pt x="3598" y="1045"/>
                  </a:lnTo>
                  <a:cubicBezTo>
                    <a:pt x="3758" y="1045"/>
                    <a:pt x="3888" y="987"/>
                    <a:pt x="3990" y="900"/>
                  </a:cubicBezTo>
                  <a:cubicBezTo>
                    <a:pt x="4106" y="798"/>
                    <a:pt x="4149" y="682"/>
                    <a:pt x="4149" y="537"/>
                  </a:cubicBezTo>
                  <a:cubicBezTo>
                    <a:pt x="4149" y="392"/>
                    <a:pt x="4106" y="262"/>
                    <a:pt x="3990" y="146"/>
                  </a:cubicBezTo>
                  <a:cubicBezTo>
                    <a:pt x="3888" y="59"/>
                    <a:pt x="3758" y="1"/>
                    <a:pt x="359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59"/>
            <p:cNvSpPr/>
            <p:nvPr/>
          </p:nvSpPr>
          <p:spPr>
            <a:xfrm>
              <a:off x="1323825" y="1160575"/>
              <a:ext cx="133100" cy="159575"/>
            </a:xfrm>
            <a:custGeom>
              <a:rect b="b" l="l" r="r" t="t"/>
              <a:pathLst>
                <a:path extrusionOk="0" h="6383" w="5324">
                  <a:moveTo>
                    <a:pt x="4816" y="1"/>
                  </a:moveTo>
                  <a:cubicBezTo>
                    <a:pt x="4656" y="1"/>
                    <a:pt x="4555" y="59"/>
                    <a:pt x="4482" y="175"/>
                  </a:cubicBezTo>
                  <a:cubicBezTo>
                    <a:pt x="4381" y="262"/>
                    <a:pt x="4337" y="392"/>
                    <a:pt x="4337" y="537"/>
                  </a:cubicBezTo>
                  <a:lnTo>
                    <a:pt x="4337" y="4439"/>
                  </a:lnTo>
                  <a:lnTo>
                    <a:pt x="1030" y="218"/>
                  </a:lnTo>
                  <a:cubicBezTo>
                    <a:pt x="1001" y="175"/>
                    <a:pt x="929" y="117"/>
                    <a:pt x="827" y="73"/>
                  </a:cubicBezTo>
                  <a:cubicBezTo>
                    <a:pt x="740" y="44"/>
                    <a:pt x="653" y="30"/>
                    <a:pt x="566" y="30"/>
                  </a:cubicBezTo>
                  <a:cubicBezTo>
                    <a:pt x="392" y="30"/>
                    <a:pt x="276" y="73"/>
                    <a:pt x="160" y="189"/>
                  </a:cubicBezTo>
                  <a:cubicBezTo>
                    <a:pt x="58" y="291"/>
                    <a:pt x="0" y="421"/>
                    <a:pt x="0" y="581"/>
                  </a:cubicBezTo>
                  <a:lnTo>
                    <a:pt x="0" y="5875"/>
                  </a:lnTo>
                  <a:cubicBezTo>
                    <a:pt x="0" y="6020"/>
                    <a:pt x="58" y="6151"/>
                    <a:pt x="145" y="6238"/>
                  </a:cubicBezTo>
                  <a:cubicBezTo>
                    <a:pt x="232" y="6339"/>
                    <a:pt x="363" y="6383"/>
                    <a:pt x="508" y="6383"/>
                  </a:cubicBezTo>
                  <a:cubicBezTo>
                    <a:pt x="653" y="6383"/>
                    <a:pt x="783" y="6339"/>
                    <a:pt x="871" y="6238"/>
                  </a:cubicBezTo>
                  <a:cubicBezTo>
                    <a:pt x="958" y="6151"/>
                    <a:pt x="1016" y="6020"/>
                    <a:pt x="1016" y="5875"/>
                  </a:cubicBezTo>
                  <a:lnTo>
                    <a:pt x="1016" y="1992"/>
                  </a:lnTo>
                  <a:lnTo>
                    <a:pt x="4352" y="6223"/>
                  </a:lnTo>
                  <a:cubicBezTo>
                    <a:pt x="4381" y="6267"/>
                    <a:pt x="4439" y="6296"/>
                    <a:pt x="4526" y="6339"/>
                  </a:cubicBezTo>
                  <a:cubicBezTo>
                    <a:pt x="4598" y="6354"/>
                    <a:pt x="4700" y="6368"/>
                    <a:pt x="4772" y="6368"/>
                  </a:cubicBezTo>
                  <a:cubicBezTo>
                    <a:pt x="4932" y="6368"/>
                    <a:pt x="5062" y="6310"/>
                    <a:pt x="5164" y="6209"/>
                  </a:cubicBezTo>
                  <a:cubicBezTo>
                    <a:pt x="5280" y="6093"/>
                    <a:pt x="5324" y="5977"/>
                    <a:pt x="5324" y="5803"/>
                  </a:cubicBezTo>
                  <a:lnTo>
                    <a:pt x="5324" y="508"/>
                  </a:lnTo>
                  <a:cubicBezTo>
                    <a:pt x="5324" y="363"/>
                    <a:pt x="5280" y="247"/>
                    <a:pt x="5179" y="146"/>
                  </a:cubicBezTo>
                  <a:cubicBezTo>
                    <a:pt x="5091" y="59"/>
                    <a:pt x="4961" y="1"/>
                    <a:pt x="48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59"/>
            <p:cNvSpPr/>
            <p:nvPr/>
          </p:nvSpPr>
          <p:spPr>
            <a:xfrm>
              <a:off x="1491000" y="1160575"/>
              <a:ext cx="104075" cy="158500"/>
            </a:xfrm>
            <a:custGeom>
              <a:rect b="b" l="l" r="r" t="t"/>
              <a:pathLst>
                <a:path extrusionOk="0" h="6340" w="4163">
                  <a:moveTo>
                    <a:pt x="537" y="1"/>
                  </a:moveTo>
                  <a:cubicBezTo>
                    <a:pt x="377" y="1"/>
                    <a:pt x="261" y="59"/>
                    <a:pt x="160" y="117"/>
                  </a:cubicBezTo>
                  <a:cubicBezTo>
                    <a:pt x="58" y="218"/>
                    <a:pt x="0" y="349"/>
                    <a:pt x="0" y="508"/>
                  </a:cubicBezTo>
                  <a:lnTo>
                    <a:pt x="0" y="5774"/>
                  </a:lnTo>
                  <a:cubicBezTo>
                    <a:pt x="0" y="5933"/>
                    <a:pt x="58" y="6064"/>
                    <a:pt x="160" y="6165"/>
                  </a:cubicBezTo>
                  <a:cubicBezTo>
                    <a:pt x="276" y="6281"/>
                    <a:pt x="406" y="6339"/>
                    <a:pt x="566" y="6339"/>
                  </a:cubicBezTo>
                  <a:lnTo>
                    <a:pt x="3612" y="6339"/>
                  </a:lnTo>
                  <a:cubicBezTo>
                    <a:pt x="3771" y="6339"/>
                    <a:pt x="3902" y="6281"/>
                    <a:pt x="4003" y="6194"/>
                  </a:cubicBezTo>
                  <a:cubicBezTo>
                    <a:pt x="4119" y="6078"/>
                    <a:pt x="4163" y="5948"/>
                    <a:pt x="4163" y="5803"/>
                  </a:cubicBezTo>
                  <a:cubicBezTo>
                    <a:pt x="4163" y="5687"/>
                    <a:pt x="4119" y="5556"/>
                    <a:pt x="4003" y="5440"/>
                  </a:cubicBezTo>
                  <a:cubicBezTo>
                    <a:pt x="3902" y="5338"/>
                    <a:pt x="3771" y="5280"/>
                    <a:pt x="3612" y="5280"/>
                  </a:cubicBezTo>
                  <a:lnTo>
                    <a:pt x="1146" y="5280"/>
                  </a:lnTo>
                  <a:lnTo>
                    <a:pt x="1146" y="3612"/>
                  </a:lnTo>
                  <a:lnTo>
                    <a:pt x="3191" y="3612"/>
                  </a:lnTo>
                  <a:cubicBezTo>
                    <a:pt x="3351" y="3612"/>
                    <a:pt x="3481" y="3554"/>
                    <a:pt x="3597" y="3467"/>
                  </a:cubicBezTo>
                  <a:cubicBezTo>
                    <a:pt x="3699" y="3380"/>
                    <a:pt x="3757" y="3250"/>
                    <a:pt x="3757" y="3105"/>
                  </a:cubicBezTo>
                  <a:cubicBezTo>
                    <a:pt x="3757" y="2960"/>
                    <a:pt x="3699" y="2829"/>
                    <a:pt x="3597" y="2727"/>
                  </a:cubicBezTo>
                  <a:cubicBezTo>
                    <a:pt x="3481" y="2640"/>
                    <a:pt x="3351" y="2582"/>
                    <a:pt x="3191" y="2582"/>
                  </a:cubicBezTo>
                  <a:lnTo>
                    <a:pt x="1146" y="2582"/>
                  </a:lnTo>
                  <a:lnTo>
                    <a:pt x="1146" y="1045"/>
                  </a:lnTo>
                  <a:lnTo>
                    <a:pt x="3597" y="1045"/>
                  </a:lnTo>
                  <a:cubicBezTo>
                    <a:pt x="3757" y="1045"/>
                    <a:pt x="3873" y="987"/>
                    <a:pt x="3989" y="900"/>
                  </a:cubicBezTo>
                  <a:cubicBezTo>
                    <a:pt x="4090" y="798"/>
                    <a:pt x="4148" y="682"/>
                    <a:pt x="4148" y="537"/>
                  </a:cubicBezTo>
                  <a:cubicBezTo>
                    <a:pt x="4148" y="392"/>
                    <a:pt x="4105" y="262"/>
                    <a:pt x="3989" y="146"/>
                  </a:cubicBezTo>
                  <a:cubicBezTo>
                    <a:pt x="3887" y="59"/>
                    <a:pt x="3757" y="1"/>
                    <a:pt x="359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59"/>
            <p:cNvSpPr/>
            <p:nvPr/>
          </p:nvSpPr>
          <p:spPr>
            <a:xfrm>
              <a:off x="1620800" y="1160225"/>
              <a:ext cx="132025" cy="159575"/>
            </a:xfrm>
            <a:custGeom>
              <a:rect b="b" l="l" r="r" t="t"/>
              <a:pathLst>
                <a:path extrusionOk="0" h="6383" w="5281">
                  <a:moveTo>
                    <a:pt x="3148" y="1073"/>
                  </a:moveTo>
                  <a:cubicBezTo>
                    <a:pt x="3308" y="1073"/>
                    <a:pt x="3453" y="1160"/>
                    <a:pt x="3598" y="1349"/>
                  </a:cubicBezTo>
                  <a:cubicBezTo>
                    <a:pt x="3743" y="1523"/>
                    <a:pt x="3816" y="1741"/>
                    <a:pt x="3816" y="2016"/>
                  </a:cubicBezTo>
                  <a:cubicBezTo>
                    <a:pt x="3816" y="2219"/>
                    <a:pt x="3787" y="2393"/>
                    <a:pt x="3714" y="2582"/>
                  </a:cubicBezTo>
                  <a:cubicBezTo>
                    <a:pt x="3642" y="2756"/>
                    <a:pt x="3569" y="2887"/>
                    <a:pt x="3453" y="2988"/>
                  </a:cubicBezTo>
                  <a:cubicBezTo>
                    <a:pt x="3352" y="3090"/>
                    <a:pt x="3235" y="3133"/>
                    <a:pt x="3134" y="3133"/>
                  </a:cubicBezTo>
                  <a:lnTo>
                    <a:pt x="1161" y="3133"/>
                  </a:lnTo>
                  <a:lnTo>
                    <a:pt x="1161" y="1073"/>
                  </a:lnTo>
                  <a:close/>
                  <a:moveTo>
                    <a:pt x="552" y="0"/>
                  </a:moveTo>
                  <a:cubicBezTo>
                    <a:pt x="392" y="0"/>
                    <a:pt x="262" y="58"/>
                    <a:pt x="160" y="160"/>
                  </a:cubicBezTo>
                  <a:cubicBezTo>
                    <a:pt x="44" y="276"/>
                    <a:pt x="1" y="406"/>
                    <a:pt x="1" y="566"/>
                  </a:cubicBezTo>
                  <a:lnTo>
                    <a:pt x="1" y="5817"/>
                  </a:lnTo>
                  <a:cubicBezTo>
                    <a:pt x="1" y="5976"/>
                    <a:pt x="73" y="6107"/>
                    <a:pt x="189" y="6223"/>
                  </a:cubicBezTo>
                  <a:cubicBezTo>
                    <a:pt x="320" y="6324"/>
                    <a:pt x="480" y="6382"/>
                    <a:pt x="654" y="6382"/>
                  </a:cubicBezTo>
                  <a:cubicBezTo>
                    <a:pt x="784" y="6382"/>
                    <a:pt x="915" y="6324"/>
                    <a:pt x="1031" y="6179"/>
                  </a:cubicBezTo>
                  <a:cubicBezTo>
                    <a:pt x="1118" y="6078"/>
                    <a:pt x="1147" y="5947"/>
                    <a:pt x="1147" y="5788"/>
                  </a:cubicBezTo>
                  <a:lnTo>
                    <a:pt x="1147" y="4032"/>
                  </a:lnTo>
                  <a:lnTo>
                    <a:pt x="2844" y="4032"/>
                  </a:lnTo>
                  <a:cubicBezTo>
                    <a:pt x="2989" y="4032"/>
                    <a:pt x="3090" y="4047"/>
                    <a:pt x="3206" y="4076"/>
                  </a:cubicBezTo>
                  <a:cubicBezTo>
                    <a:pt x="3308" y="4119"/>
                    <a:pt x="3381" y="4148"/>
                    <a:pt x="3453" y="4221"/>
                  </a:cubicBezTo>
                  <a:cubicBezTo>
                    <a:pt x="3526" y="4294"/>
                    <a:pt x="3584" y="4366"/>
                    <a:pt x="3613" y="4468"/>
                  </a:cubicBezTo>
                  <a:cubicBezTo>
                    <a:pt x="3656" y="4555"/>
                    <a:pt x="3671" y="4642"/>
                    <a:pt x="3671" y="4758"/>
                  </a:cubicBezTo>
                  <a:cubicBezTo>
                    <a:pt x="3671" y="5077"/>
                    <a:pt x="3685" y="5338"/>
                    <a:pt x="3758" y="5526"/>
                  </a:cubicBezTo>
                  <a:cubicBezTo>
                    <a:pt x="3830" y="5730"/>
                    <a:pt x="3903" y="5875"/>
                    <a:pt x="4019" y="6005"/>
                  </a:cubicBezTo>
                  <a:cubicBezTo>
                    <a:pt x="4120" y="6136"/>
                    <a:pt x="4222" y="6223"/>
                    <a:pt x="4323" y="6281"/>
                  </a:cubicBezTo>
                  <a:cubicBezTo>
                    <a:pt x="4396" y="6310"/>
                    <a:pt x="4468" y="6353"/>
                    <a:pt x="4584" y="6368"/>
                  </a:cubicBezTo>
                  <a:cubicBezTo>
                    <a:pt x="4635" y="6375"/>
                    <a:pt x="4682" y="6379"/>
                    <a:pt x="4731" y="6379"/>
                  </a:cubicBezTo>
                  <a:cubicBezTo>
                    <a:pt x="4780" y="6379"/>
                    <a:pt x="4831" y="6375"/>
                    <a:pt x="4889" y="6368"/>
                  </a:cubicBezTo>
                  <a:cubicBezTo>
                    <a:pt x="4991" y="6353"/>
                    <a:pt x="5063" y="6295"/>
                    <a:pt x="5136" y="6223"/>
                  </a:cubicBezTo>
                  <a:cubicBezTo>
                    <a:pt x="5252" y="6092"/>
                    <a:pt x="5281" y="5962"/>
                    <a:pt x="5252" y="5817"/>
                  </a:cubicBezTo>
                  <a:cubicBezTo>
                    <a:pt x="5208" y="5672"/>
                    <a:pt x="5121" y="5555"/>
                    <a:pt x="4991" y="5483"/>
                  </a:cubicBezTo>
                  <a:cubicBezTo>
                    <a:pt x="4904" y="5439"/>
                    <a:pt x="4875" y="5367"/>
                    <a:pt x="4831" y="5294"/>
                  </a:cubicBezTo>
                  <a:cubicBezTo>
                    <a:pt x="4817" y="5222"/>
                    <a:pt x="4802" y="5120"/>
                    <a:pt x="4773" y="5004"/>
                  </a:cubicBezTo>
                  <a:cubicBezTo>
                    <a:pt x="4759" y="4903"/>
                    <a:pt x="4744" y="4758"/>
                    <a:pt x="4730" y="4613"/>
                  </a:cubicBezTo>
                  <a:cubicBezTo>
                    <a:pt x="4730" y="4439"/>
                    <a:pt x="4686" y="4294"/>
                    <a:pt x="4613" y="4148"/>
                  </a:cubicBezTo>
                  <a:cubicBezTo>
                    <a:pt x="4541" y="4003"/>
                    <a:pt x="4454" y="3887"/>
                    <a:pt x="4338" y="3757"/>
                  </a:cubicBezTo>
                  <a:cubicBezTo>
                    <a:pt x="4272" y="3673"/>
                    <a:pt x="4189" y="3600"/>
                    <a:pt x="4095" y="3533"/>
                  </a:cubicBezTo>
                  <a:lnTo>
                    <a:pt x="4095" y="3533"/>
                  </a:lnTo>
                  <a:cubicBezTo>
                    <a:pt x="4225" y="3450"/>
                    <a:pt x="4346" y="3352"/>
                    <a:pt x="4454" y="3235"/>
                  </a:cubicBezTo>
                  <a:cubicBezTo>
                    <a:pt x="4613" y="3046"/>
                    <a:pt x="4744" y="2843"/>
                    <a:pt x="4831" y="2625"/>
                  </a:cubicBezTo>
                  <a:cubicBezTo>
                    <a:pt x="4918" y="2408"/>
                    <a:pt x="4976" y="2190"/>
                    <a:pt x="4976" y="1958"/>
                  </a:cubicBezTo>
                  <a:cubicBezTo>
                    <a:pt x="4976" y="1581"/>
                    <a:pt x="4889" y="1233"/>
                    <a:pt x="4730" y="943"/>
                  </a:cubicBezTo>
                  <a:cubicBezTo>
                    <a:pt x="4541" y="653"/>
                    <a:pt x="4323" y="421"/>
                    <a:pt x="4048" y="261"/>
                  </a:cubicBezTo>
                  <a:cubicBezTo>
                    <a:pt x="3787" y="87"/>
                    <a:pt x="3468" y="0"/>
                    <a:pt x="3163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59"/>
            <p:cNvSpPr/>
            <p:nvPr/>
          </p:nvSpPr>
          <p:spPr>
            <a:xfrm>
              <a:off x="1766950" y="1158775"/>
              <a:ext cx="138900" cy="163200"/>
            </a:xfrm>
            <a:custGeom>
              <a:rect b="b" l="l" r="r" t="t"/>
              <a:pathLst>
                <a:path extrusionOk="0" h="6528" w="5556">
                  <a:moveTo>
                    <a:pt x="3308" y="0"/>
                  </a:moveTo>
                  <a:cubicBezTo>
                    <a:pt x="2858" y="0"/>
                    <a:pt x="2423" y="102"/>
                    <a:pt x="2017" y="261"/>
                  </a:cubicBezTo>
                  <a:cubicBezTo>
                    <a:pt x="1625" y="435"/>
                    <a:pt x="1277" y="653"/>
                    <a:pt x="972" y="972"/>
                  </a:cubicBezTo>
                  <a:cubicBezTo>
                    <a:pt x="682" y="1262"/>
                    <a:pt x="436" y="1596"/>
                    <a:pt x="261" y="2002"/>
                  </a:cubicBezTo>
                  <a:cubicBezTo>
                    <a:pt x="102" y="2393"/>
                    <a:pt x="0" y="2814"/>
                    <a:pt x="0" y="3264"/>
                  </a:cubicBezTo>
                  <a:cubicBezTo>
                    <a:pt x="0" y="3728"/>
                    <a:pt x="73" y="4134"/>
                    <a:pt x="261" y="4540"/>
                  </a:cubicBezTo>
                  <a:cubicBezTo>
                    <a:pt x="421" y="4917"/>
                    <a:pt x="653" y="5265"/>
                    <a:pt x="972" y="5570"/>
                  </a:cubicBezTo>
                  <a:cubicBezTo>
                    <a:pt x="1277" y="5875"/>
                    <a:pt x="1625" y="6107"/>
                    <a:pt x="2017" y="6281"/>
                  </a:cubicBezTo>
                  <a:cubicBezTo>
                    <a:pt x="2423" y="6440"/>
                    <a:pt x="2858" y="6527"/>
                    <a:pt x="3308" y="6527"/>
                  </a:cubicBezTo>
                  <a:cubicBezTo>
                    <a:pt x="3670" y="6527"/>
                    <a:pt x="4018" y="6484"/>
                    <a:pt x="4352" y="6382"/>
                  </a:cubicBezTo>
                  <a:cubicBezTo>
                    <a:pt x="4686" y="6295"/>
                    <a:pt x="4990" y="6150"/>
                    <a:pt x="5266" y="5991"/>
                  </a:cubicBezTo>
                  <a:cubicBezTo>
                    <a:pt x="5338" y="5933"/>
                    <a:pt x="5411" y="5860"/>
                    <a:pt x="5454" y="5788"/>
                  </a:cubicBezTo>
                  <a:cubicBezTo>
                    <a:pt x="5512" y="5700"/>
                    <a:pt x="5556" y="5599"/>
                    <a:pt x="5556" y="5483"/>
                  </a:cubicBezTo>
                  <a:lnTo>
                    <a:pt x="5556" y="3554"/>
                  </a:lnTo>
                  <a:cubicBezTo>
                    <a:pt x="5556" y="3394"/>
                    <a:pt x="5498" y="3264"/>
                    <a:pt x="5382" y="3162"/>
                  </a:cubicBezTo>
                  <a:cubicBezTo>
                    <a:pt x="5280" y="3046"/>
                    <a:pt x="5150" y="2988"/>
                    <a:pt x="4990" y="2988"/>
                  </a:cubicBezTo>
                  <a:lnTo>
                    <a:pt x="3511" y="2988"/>
                  </a:lnTo>
                  <a:cubicBezTo>
                    <a:pt x="3337" y="2988"/>
                    <a:pt x="3221" y="3046"/>
                    <a:pt x="3104" y="3162"/>
                  </a:cubicBezTo>
                  <a:cubicBezTo>
                    <a:pt x="3003" y="3264"/>
                    <a:pt x="2945" y="3394"/>
                    <a:pt x="2945" y="3554"/>
                  </a:cubicBezTo>
                  <a:cubicBezTo>
                    <a:pt x="2945" y="3713"/>
                    <a:pt x="2988" y="3844"/>
                    <a:pt x="3104" y="3960"/>
                  </a:cubicBezTo>
                  <a:cubicBezTo>
                    <a:pt x="3206" y="4061"/>
                    <a:pt x="3337" y="4119"/>
                    <a:pt x="3511" y="4119"/>
                  </a:cubicBezTo>
                  <a:lnTo>
                    <a:pt x="4352" y="4119"/>
                  </a:lnTo>
                  <a:lnTo>
                    <a:pt x="4352" y="5296"/>
                  </a:lnTo>
                  <a:lnTo>
                    <a:pt x="4352" y="5296"/>
                  </a:lnTo>
                  <a:cubicBezTo>
                    <a:pt x="4224" y="5334"/>
                    <a:pt x="4072" y="5376"/>
                    <a:pt x="3902" y="5410"/>
                  </a:cubicBezTo>
                  <a:cubicBezTo>
                    <a:pt x="3685" y="5439"/>
                    <a:pt x="3482" y="5454"/>
                    <a:pt x="3308" y="5454"/>
                  </a:cubicBezTo>
                  <a:cubicBezTo>
                    <a:pt x="2930" y="5454"/>
                    <a:pt x="2568" y="5367"/>
                    <a:pt x="2234" y="5164"/>
                  </a:cubicBezTo>
                  <a:cubicBezTo>
                    <a:pt x="1915" y="4975"/>
                    <a:pt x="1654" y="4700"/>
                    <a:pt x="1451" y="4366"/>
                  </a:cubicBezTo>
                  <a:cubicBezTo>
                    <a:pt x="1262" y="4047"/>
                    <a:pt x="1161" y="3684"/>
                    <a:pt x="1161" y="3278"/>
                  </a:cubicBezTo>
                  <a:cubicBezTo>
                    <a:pt x="1161" y="2887"/>
                    <a:pt x="1262" y="2524"/>
                    <a:pt x="1451" y="2190"/>
                  </a:cubicBezTo>
                  <a:cubicBezTo>
                    <a:pt x="1654" y="1857"/>
                    <a:pt x="1915" y="1596"/>
                    <a:pt x="2234" y="1392"/>
                  </a:cubicBezTo>
                  <a:cubicBezTo>
                    <a:pt x="2539" y="1204"/>
                    <a:pt x="2901" y="1102"/>
                    <a:pt x="3308" y="1102"/>
                  </a:cubicBezTo>
                  <a:cubicBezTo>
                    <a:pt x="3511" y="1102"/>
                    <a:pt x="3685" y="1131"/>
                    <a:pt x="3844" y="1160"/>
                  </a:cubicBezTo>
                  <a:cubicBezTo>
                    <a:pt x="4033" y="1204"/>
                    <a:pt x="4192" y="1247"/>
                    <a:pt x="4337" y="1320"/>
                  </a:cubicBezTo>
                  <a:cubicBezTo>
                    <a:pt x="4381" y="1349"/>
                    <a:pt x="4424" y="1363"/>
                    <a:pt x="4482" y="1378"/>
                  </a:cubicBezTo>
                  <a:cubicBezTo>
                    <a:pt x="4540" y="1392"/>
                    <a:pt x="4570" y="1392"/>
                    <a:pt x="4628" y="1392"/>
                  </a:cubicBezTo>
                  <a:cubicBezTo>
                    <a:pt x="4787" y="1392"/>
                    <a:pt x="4918" y="1320"/>
                    <a:pt x="5005" y="1218"/>
                  </a:cubicBezTo>
                  <a:cubicBezTo>
                    <a:pt x="5106" y="1088"/>
                    <a:pt x="5150" y="972"/>
                    <a:pt x="5150" y="827"/>
                  </a:cubicBezTo>
                  <a:cubicBezTo>
                    <a:pt x="5150" y="725"/>
                    <a:pt x="5135" y="653"/>
                    <a:pt x="5077" y="566"/>
                  </a:cubicBezTo>
                  <a:cubicBezTo>
                    <a:pt x="5048" y="479"/>
                    <a:pt x="4976" y="421"/>
                    <a:pt x="4889" y="363"/>
                  </a:cubicBezTo>
                  <a:cubicBezTo>
                    <a:pt x="4642" y="247"/>
                    <a:pt x="4410" y="145"/>
                    <a:pt x="4134" y="102"/>
                  </a:cubicBezTo>
                  <a:cubicBezTo>
                    <a:pt x="3873" y="44"/>
                    <a:pt x="3598" y="0"/>
                    <a:pt x="3308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59"/>
            <p:cNvSpPr/>
            <p:nvPr/>
          </p:nvSpPr>
          <p:spPr>
            <a:xfrm>
              <a:off x="1914525" y="1159500"/>
              <a:ext cx="127675" cy="160300"/>
            </a:xfrm>
            <a:custGeom>
              <a:rect b="b" l="l" r="r" t="t"/>
              <a:pathLst>
                <a:path extrusionOk="0" h="6412" w="5107">
                  <a:moveTo>
                    <a:pt x="596" y="0"/>
                  </a:moveTo>
                  <a:cubicBezTo>
                    <a:pt x="451" y="0"/>
                    <a:pt x="320" y="44"/>
                    <a:pt x="190" y="160"/>
                  </a:cubicBezTo>
                  <a:cubicBezTo>
                    <a:pt x="73" y="261"/>
                    <a:pt x="1" y="392"/>
                    <a:pt x="1" y="551"/>
                  </a:cubicBezTo>
                  <a:cubicBezTo>
                    <a:pt x="1" y="609"/>
                    <a:pt x="15" y="682"/>
                    <a:pt x="30" y="754"/>
                  </a:cubicBezTo>
                  <a:cubicBezTo>
                    <a:pt x="44" y="827"/>
                    <a:pt x="103" y="914"/>
                    <a:pt x="161" y="986"/>
                  </a:cubicBezTo>
                  <a:lnTo>
                    <a:pt x="2046" y="3501"/>
                  </a:lnTo>
                  <a:lnTo>
                    <a:pt x="2046" y="5846"/>
                  </a:lnTo>
                  <a:cubicBezTo>
                    <a:pt x="2046" y="6020"/>
                    <a:pt x="2104" y="6136"/>
                    <a:pt x="2206" y="6252"/>
                  </a:cubicBezTo>
                  <a:cubicBezTo>
                    <a:pt x="2322" y="6353"/>
                    <a:pt x="2438" y="6411"/>
                    <a:pt x="2583" y="6411"/>
                  </a:cubicBezTo>
                  <a:cubicBezTo>
                    <a:pt x="2713" y="6411"/>
                    <a:pt x="2844" y="6353"/>
                    <a:pt x="2946" y="6252"/>
                  </a:cubicBezTo>
                  <a:cubicBezTo>
                    <a:pt x="3062" y="6136"/>
                    <a:pt x="3120" y="6020"/>
                    <a:pt x="3120" y="5846"/>
                  </a:cubicBezTo>
                  <a:lnTo>
                    <a:pt x="3120" y="3625"/>
                  </a:lnTo>
                  <a:lnTo>
                    <a:pt x="5020" y="914"/>
                  </a:lnTo>
                  <a:cubicBezTo>
                    <a:pt x="5049" y="870"/>
                    <a:pt x="5063" y="812"/>
                    <a:pt x="5092" y="754"/>
                  </a:cubicBezTo>
                  <a:cubicBezTo>
                    <a:pt x="5107" y="696"/>
                    <a:pt x="5107" y="653"/>
                    <a:pt x="5107" y="595"/>
                  </a:cubicBezTo>
                  <a:cubicBezTo>
                    <a:pt x="5107" y="435"/>
                    <a:pt x="5049" y="305"/>
                    <a:pt x="4947" y="189"/>
                  </a:cubicBezTo>
                  <a:cubicBezTo>
                    <a:pt x="4831" y="87"/>
                    <a:pt x="4715" y="29"/>
                    <a:pt x="4570" y="29"/>
                  </a:cubicBezTo>
                  <a:cubicBezTo>
                    <a:pt x="4382" y="29"/>
                    <a:pt x="4236" y="116"/>
                    <a:pt x="4149" y="261"/>
                  </a:cubicBezTo>
                  <a:lnTo>
                    <a:pt x="2649" y="2465"/>
                  </a:lnTo>
                  <a:lnTo>
                    <a:pt x="1045" y="247"/>
                  </a:lnTo>
                  <a:cubicBezTo>
                    <a:pt x="915" y="87"/>
                    <a:pt x="755" y="0"/>
                    <a:pt x="5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5" name="Google Shape;2135;p59"/>
          <p:cNvGrpSpPr/>
          <p:nvPr/>
        </p:nvGrpSpPr>
        <p:grpSpPr>
          <a:xfrm>
            <a:off x="6805923" y="3197170"/>
            <a:ext cx="1936535" cy="1715112"/>
            <a:chOff x="4738675" y="3086125"/>
            <a:chExt cx="2125025" cy="1882050"/>
          </a:xfrm>
        </p:grpSpPr>
        <p:sp>
          <p:nvSpPr>
            <p:cNvPr id="2136" name="Google Shape;2136;p59"/>
            <p:cNvSpPr/>
            <p:nvPr/>
          </p:nvSpPr>
          <p:spPr>
            <a:xfrm>
              <a:off x="4738675" y="3086125"/>
              <a:ext cx="2125025" cy="1882050"/>
            </a:xfrm>
            <a:custGeom>
              <a:rect b="b" l="l" r="r" t="t"/>
              <a:pathLst>
                <a:path extrusionOk="0" h="75282" w="85001">
                  <a:moveTo>
                    <a:pt x="36988" y="0"/>
                  </a:moveTo>
                  <a:cubicBezTo>
                    <a:pt x="36901" y="0"/>
                    <a:pt x="36829" y="15"/>
                    <a:pt x="36742" y="15"/>
                  </a:cubicBezTo>
                  <a:cubicBezTo>
                    <a:pt x="36698" y="15"/>
                    <a:pt x="36669" y="44"/>
                    <a:pt x="36655" y="44"/>
                  </a:cubicBezTo>
                  <a:cubicBezTo>
                    <a:pt x="36553" y="58"/>
                    <a:pt x="36481" y="73"/>
                    <a:pt x="36394" y="87"/>
                  </a:cubicBezTo>
                  <a:cubicBezTo>
                    <a:pt x="36379" y="87"/>
                    <a:pt x="36365" y="116"/>
                    <a:pt x="36336" y="116"/>
                  </a:cubicBezTo>
                  <a:cubicBezTo>
                    <a:pt x="36249" y="146"/>
                    <a:pt x="36147" y="189"/>
                    <a:pt x="36046" y="218"/>
                  </a:cubicBezTo>
                  <a:cubicBezTo>
                    <a:pt x="36017" y="233"/>
                    <a:pt x="36002" y="233"/>
                    <a:pt x="35959" y="262"/>
                  </a:cubicBezTo>
                  <a:cubicBezTo>
                    <a:pt x="35886" y="291"/>
                    <a:pt x="35814" y="334"/>
                    <a:pt x="35741" y="392"/>
                  </a:cubicBezTo>
                  <a:cubicBezTo>
                    <a:pt x="35727" y="407"/>
                    <a:pt x="35712" y="407"/>
                    <a:pt x="35683" y="407"/>
                  </a:cubicBezTo>
                  <a:cubicBezTo>
                    <a:pt x="22541" y="8747"/>
                    <a:pt x="23252" y="18494"/>
                    <a:pt x="23992" y="21947"/>
                  </a:cubicBezTo>
                  <a:lnTo>
                    <a:pt x="22251" y="25268"/>
                  </a:lnTo>
                  <a:cubicBezTo>
                    <a:pt x="21932" y="25877"/>
                    <a:pt x="21874" y="26574"/>
                    <a:pt x="22034" y="27197"/>
                  </a:cubicBezTo>
                  <a:cubicBezTo>
                    <a:pt x="22034" y="27995"/>
                    <a:pt x="22382" y="28779"/>
                    <a:pt x="23049" y="29301"/>
                  </a:cubicBezTo>
                  <a:lnTo>
                    <a:pt x="27966" y="33217"/>
                  </a:lnTo>
                  <a:lnTo>
                    <a:pt x="25355" y="37743"/>
                  </a:lnTo>
                  <a:lnTo>
                    <a:pt x="24064" y="35509"/>
                  </a:lnTo>
                  <a:cubicBezTo>
                    <a:pt x="23568" y="34643"/>
                    <a:pt x="22668" y="34163"/>
                    <a:pt x="21744" y="34163"/>
                  </a:cubicBezTo>
                  <a:cubicBezTo>
                    <a:pt x="21290" y="34163"/>
                    <a:pt x="20830" y="34279"/>
                    <a:pt x="20409" y="34523"/>
                  </a:cubicBezTo>
                  <a:lnTo>
                    <a:pt x="11677" y="39570"/>
                  </a:lnTo>
                  <a:cubicBezTo>
                    <a:pt x="11314" y="39788"/>
                    <a:pt x="11010" y="40063"/>
                    <a:pt x="10792" y="40397"/>
                  </a:cubicBezTo>
                  <a:cubicBezTo>
                    <a:pt x="10778" y="40397"/>
                    <a:pt x="10763" y="40383"/>
                    <a:pt x="10734" y="40383"/>
                  </a:cubicBezTo>
                  <a:cubicBezTo>
                    <a:pt x="10647" y="40368"/>
                    <a:pt x="10575" y="40354"/>
                    <a:pt x="10488" y="40325"/>
                  </a:cubicBezTo>
                  <a:cubicBezTo>
                    <a:pt x="10473" y="40325"/>
                    <a:pt x="10444" y="40325"/>
                    <a:pt x="10415" y="40310"/>
                  </a:cubicBezTo>
                  <a:cubicBezTo>
                    <a:pt x="10299" y="40296"/>
                    <a:pt x="10198" y="40296"/>
                    <a:pt x="10082" y="40296"/>
                  </a:cubicBezTo>
                  <a:lnTo>
                    <a:pt x="10053" y="40296"/>
                  </a:lnTo>
                  <a:cubicBezTo>
                    <a:pt x="9965" y="40296"/>
                    <a:pt x="9864" y="40310"/>
                    <a:pt x="9777" y="40310"/>
                  </a:cubicBezTo>
                  <a:cubicBezTo>
                    <a:pt x="9748" y="40310"/>
                    <a:pt x="9719" y="40325"/>
                    <a:pt x="9690" y="40325"/>
                  </a:cubicBezTo>
                  <a:cubicBezTo>
                    <a:pt x="9617" y="40354"/>
                    <a:pt x="9530" y="40368"/>
                    <a:pt x="9458" y="40383"/>
                  </a:cubicBezTo>
                  <a:cubicBezTo>
                    <a:pt x="9429" y="40383"/>
                    <a:pt x="9414" y="40383"/>
                    <a:pt x="9400" y="40397"/>
                  </a:cubicBezTo>
                  <a:lnTo>
                    <a:pt x="9342" y="40397"/>
                  </a:lnTo>
                  <a:lnTo>
                    <a:pt x="9066" y="40513"/>
                  </a:lnTo>
                  <a:cubicBezTo>
                    <a:pt x="9052" y="40513"/>
                    <a:pt x="9037" y="40528"/>
                    <a:pt x="9023" y="40528"/>
                  </a:cubicBezTo>
                  <a:cubicBezTo>
                    <a:pt x="8921" y="40571"/>
                    <a:pt x="8849" y="40615"/>
                    <a:pt x="8776" y="40658"/>
                  </a:cubicBezTo>
                  <a:cubicBezTo>
                    <a:pt x="8762" y="40673"/>
                    <a:pt x="8733" y="40687"/>
                    <a:pt x="8704" y="40687"/>
                  </a:cubicBezTo>
                  <a:lnTo>
                    <a:pt x="8486" y="40861"/>
                  </a:lnTo>
                  <a:cubicBezTo>
                    <a:pt x="8471" y="40876"/>
                    <a:pt x="8457" y="40876"/>
                    <a:pt x="8457" y="40890"/>
                  </a:cubicBezTo>
                  <a:cubicBezTo>
                    <a:pt x="8370" y="40963"/>
                    <a:pt x="8297" y="41035"/>
                    <a:pt x="8225" y="41108"/>
                  </a:cubicBezTo>
                  <a:cubicBezTo>
                    <a:pt x="8196" y="41122"/>
                    <a:pt x="8196" y="41151"/>
                    <a:pt x="8181" y="41151"/>
                  </a:cubicBezTo>
                  <a:cubicBezTo>
                    <a:pt x="8123" y="41224"/>
                    <a:pt x="8080" y="41267"/>
                    <a:pt x="8022" y="41340"/>
                  </a:cubicBezTo>
                  <a:cubicBezTo>
                    <a:pt x="8007" y="41369"/>
                    <a:pt x="7978" y="41398"/>
                    <a:pt x="7964" y="41412"/>
                  </a:cubicBezTo>
                  <a:cubicBezTo>
                    <a:pt x="7906" y="41485"/>
                    <a:pt x="7862" y="41586"/>
                    <a:pt x="7819" y="41659"/>
                  </a:cubicBezTo>
                  <a:cubicBezTo>
                    <a:pt x="7819" y="41674"/>
                    <a:pt x="7804" y="41674"/>
                    <a:pt x="7804" y="41688"/>
                  </a:cubicBezTo>
                  <a:cubicBezTo>
                    <a:pt x="7746" y="41775"/>
                    <a:pt x="7717" y="41891"/>
                    <a:pt x="7674" y="41978"/>
                  </a:cubicBezTo>
                  <a:cubicBezTo>
                    <a:pt x="7659" y="41993"/>
                    <a:pt x="7659" y="42036"/>
                    <a:pt x="7645" y="42051"/>
                  </a:cubicBezTo>
                  <a:cubicBezTo>
                    <a:pt x="7601" y="42138"/>
                    <a:pt x="7587" y="42210"/>
                    <a:pt x="7572" y="42312"/>
                  </a:cubicBezTo>
                  <a:cubicBezTo>
                    <a:pt x="7572" y="42326"/>
                    <a:pt x="7543" y="42341"/>
                    <a:pt x="7543" y="42355"/>
                  </a:cubicBezTo>
                  <a:cubicBezTo>
                    <a:pt x="7543" y="42384"/>
                    <a:pt x="7543" y="42399"/>
                    <a:pt x="7529" y="42413"/>
                  </a:cubicBezTo>
                  <a:lnTo>
                    <a:pt x="7529" y="42457"/>
                  </a:lnTo>
                  <a:cubicBezTo>
                    <a:pt x="6093" y="49086"/>
                    <a:pt x="6716" y="54032"/>
                    <a:pt x="8109" y="57644"/>
                  </a:cubicBezTo>
                  <a:cubicBezTo>
                    <a:pt x="6484" y="57441"/>
                    <a:pt x="4686" y="57324"/>
                    <a:pt x="2713" y="57324"/>
                  </a:cubicBezTo>
                  <a:lnTo>
                    <a:pt x="2684" y="57324"/>
                  </a:lnTo>
                  <a:cubicBezTo>
                    <a:pt x="2582" y="57324"/>
                    <a:pt x="2466" y="57324"/>
                    <a:pt x="2365" y="57339"/>
                  </a:cubicBezTo>
                  <a:cubicBezTo>
                    <a:pt x="2350" y="57339"/>
                    <a:pt x="2307" y="57339"/>
                    <a:pt x="2292" y="57354"/>
                  </a:cubicBezTo>
                  <a:cubicBezTo>
                    <a:pt x="2205" y="57368"/>
                    <a:pt x="2133" y="57397"/>
                    <a:pt x="2060" y="57412"/>
                  </a:cubicBezTo>
                  <a:cubicBezTo>
                    <a:pt x="2017" y="57412"/>
                    <a:pt x="2002" y="57426"/>
                    <a:pt x="1959" y="57426"/>
                  </a:cubicBezTo>
                  <a:cubicBezTo>
                    <a:pt x="1857" y="57470"/>
                    <a:pt x="1770" y="57484"/>
                    <a:pt x="1669" y="57542"/>
                  </a:cubicBezTo>
                  <a:lnTo>
                    <a:pt x="1654" y="57542"/>
                  </a:lnTo>
                  <a:cubicBezTo>
                    <a:pt x="1567" y="57571"/>
                    <a:pt x="1480" y="57629"/>
                    <a:pt x="1378" y="57687"/>
                  </a:cubicBezTo>
                  <a:cubicBezTo>
                    <a:pt x="1364" y="57702"/>
                    <a:pt x="1335" y="57702"/>
                    <a:pt x="1306" y="57716"/>
                  </a:cubicBezTo>
                  <a:cubicBezTo>
                    <a:pt x="1233" y="57774"/>
                    <a:pt x="1161" y="57803"/>
                    <a:pt x="1088" y="57861"/>
                  </a:cubicBezTo>
                  <a:cubicBezTo>
                    <a:pt x="1074" y="57876"/>
                    <a:pt x="1059" y="57876"/>
                    <a:pt x="1059" y="57905"/>
                  </a:cubicBezTo>
                  <a:cubicBezTo>
                    <a:pt x="972" y="57977"/>
                    <a:pt x="900" y="58050"/>
                    <a:pt x="798" y="58122"/>
                  </a:cubicBezTo>
                  <a:lnTo>
                    <a:pt x="784" y="58137"/>
                  </a:lnTo>
                  <a:cubicBezTo>
                    <a:pt x="711" y="58209"/>
                    <a:pt x="653" y="58282"/>
                    <a:pt x="610" y="58354"/>
                  </a:cubicBezTo>
                  <a:cubicBezTo>
                    <a:pt x="581" y="58369"/>
                    <a:pt x="566" y="58412"/>
                    <a:pt x="552" y="58427"/>
                  </a:cubicBezTo>
                  <a:cubicBezTo>
                    <a:pt x="494" y="58499"/>
                    <a:pt x="465" y="58572"/>
                    <a:pt x="407" y="58644"/>
                  </a:cubicBezTo>
                  <a:cubicBezTo>
                    <a:pt x="392" y="58659"/>
                    <a:pt x="392" y="58673"/>
                    <a:pt x="363" y="58702"/>
                  </a:cubicBezTo>
                  <a:cubicBezTo>
                    <a:pt x="363" y="58702"/>
                    <a:pt x="363" y="58717"/>
                    <a:pt x="349" y="58717"/>
                  </a:cubicBezTo>
                  <a:cubicBezTo>
                    <a:pt x="349" y="58731"/>
                    <a:pt x="334" y="58731"/>
                    <a:pt x="334" y="58746"/>
                  </a:cubicBezTo>
                  <a:cubicBezTo>
                    <a:pt x="276" y="58848"/>
                    <a:pt x="247" y="58935"/>
                    <a:pt x="204" y="59022"/>
                  </a:cubicBezTo>
                  <a:cubicBezTo>
                    <a:pt x="204" y="59036"/>
                    <a:pt x="189" y="59065"/>
                    <a:pt x="189" y="59080"/>
                  </a:cubicBezTo>
                  <a:cubicBezTo>
                    <a:pt x="146" y="59167"/>
                    <a:pt x="131" y="59254"/>
                    <a:pt x="102" y="59355"/>
                  </a:cubicBezTo>
                  <a:cubicBezTo>
                    <a:pt x="102" y="59370"/>
                    <a:pt x="73" y="59399"/>
                    <a:pt x="73" y="59428"/>
                  </a:cubicBezTo>
                  <a:lnTo>
                    <a:pt x="30" y="59689"/>
                  </a:lnTo>
                  <a:lnTo>
                    <a:pt x="30" y="59747"/>
                  </a:lnTo>
                  <a:cubicBezTo>
                    <a:pt x="1" y="59863"/>
                    <a:pt x="1" y="59964"/>
                    <a:pt x="1" y="60080"/>
                  </a:cubicBezTo>
                  <a:lnTo>
                    <a:pt x="1" y="60124"/>
                  </a:lnTo>
                  <a:cubicBezTo>
                    <a:pt x="1" y="60226"/>
                    <a:pt x="30" y="60313"/>
                    <a:pt x="30" y="60400"/>
                  </a:cubicBezTo>
                  <a:cubicBezTo>
                    <a:pt x="30" y="60443"/>
                    <a:pt x="30" y="60458"/>
                    <a:pt x="44" y="60487"/>
                  </a:cubicBezTo>
                  <a:lnTo>
                    <a:pt x="102" y="60762"/>
                  </a:lnTo>
                  <a:cubicBezTo>
                    <a:pt x="102" y="60777"/>
                    <a:pt x="102" y="60806"/>
                    <a:pt x="117" y="60806"/>
                  </a:cubicBezTo>
                  <a:cubicBezTo>
                    <a:pt x="146" y="60907"/>
                    <a:pt x="189" y="60994"/>
                    <a:pt x="218" y="61096"/>
                  </a:cubicBezTo>
                  <a:cubicBezTo>
                    <a:pt x="247" y="61110"/>
                    <a:pt x="247" y="61139"/>
                    <a:pt x="262" y="61168"/>
                  </a:cubicBezTo>
                  <a:cubicBezTo>
                    <a:pt x="291" y="61241"/>
                    <a:pt x="334" y="61328"/>
                    <a:pt x="392" y="61400"/>
                  </a:cubicBezTo>
                  <a:cubicBezTo>
                    <a:pt x="392" y="61415"/>
                    <a:pt x="407" y="61429"/>
                    <a:pt x="407" y="61429"/>
                  </a:cubicBezTo>
                  <a:cubicBezTo>
                    <a:pt x="421" y="61458"/>
                    <a:pt x="421" y="61473"/>
                    <a:pt x="436" y="61487"/>
                  </a:cubicBezTo>
                  <a:cubicBezTo>
                    <a:pt x="436" y="61487"/>
                    <a:pt x="436" y="61502"/>
                    <a:pt x="465" y="61502"/>
                  </a:cubicBezTo>
                  <a:cubicBezTo>
                    <a:pt x="6861" y="71568"/>
                    <a:pt x="14114" y="73469"/>
                    <a:pt x="18669" y="73469"/>
                  </a:cubicBezTo>
                  <a:cubicBezTo>
                    <a:pt x="20018" y="73469"/>
                    <a:pt x="21149" y="73309"/>
                    <a:pt x="21947" y="73135"/>
                  </a:cubicBezTo>
                  <a:lnTo>
                    <a:pt x="25268" y="74876"/>
                  </a:lnTo>
                  <a:cubicBezTo>
                    <a:pt x="25660" y="75064"/>
                    <a:pt x="26081" y="75180"/>
                    <a:pt x="26516" y="75180"/>
                  </a:cubicBezTo>
                  <a:cubicBezTo>
                    <a:pt x="27473" y="75180"/>
                    <a:pt x="28416" y="74658"/>
                    <a:pt x="28895" y="73744"/>
                  </a:cubicBezTo>
                  <a:cubicBezTo>
                    <a:pt x="29185" y="73179"/>
                    <a:pt x="29257" y="72555"/>
                    <a:pt x="29141" y="71975"/>
                  </a:cubicBezTo>
                  <a:lnTo>
                    <a:pt x="29141" y="71975"/>
                  </a:lnTo>
                  <a:cubicBezTo>
                    <a:pt x="32347" y="72410"/>
                    <a:pt x="34871" y="72497"/>
                    <a:pt x="35567" y="72511"/>
                  </a:cubicBezTo>
                  <a:lnTo>
                    <a:pt x="35639" y="72511"/>
                  </a:lnTo>
                  <a:cubicBezTo>
                    <a:pt x="36959" y="72511"/>
                    <a:pt x="38076" y="71554"/>
                    <a:pt x="38279" y="70234"/>
                  </a:cubicBezTo>
                  <a:lnTo>
                    <a:pt x="38787" y="66898"/>
                  </a:lnTo>
                  <a:lnTo>
                    <a:pt x="42863" y="66898"/>
                  </a:lnTo>
                  <a:cubicBezTo>
                    <a:pt x="42573" y="68029"/>
                    <a:pt x="43052" y="69262"/>
                    <a:pt x="44125" y="69886"/>
                  </a:cubicBezTo>
                  <a:lnTo>
                    <a:pt x="52843" y="74919"/>
                  </a:lnTo>
                  <a:cubicBezTo>
                    <a:pt x="53263" y="75166"/>
                    <a:pt x="53727" y="75282"/>
                    <a:pt x="54177" y="75282"/>
                  </a:cubicBezTo>
                  <a:cubicBezTo>
                    <a:pt x="54786" y="75282"/>
                    <a:pt x="55366" y="75093"/>
                    <a:pt x="55845" y="74702"/>
                  </a:cubicBezTo>
                  <a:cubicBezTo>
                    <a:pt x="56048" y="74542"/>
                    <a:pt x="56237" y="74339"/>
                    <a:pt x="56382" y="74150"/>
                  </a:cubicBezTo>
                  <a:cubicBezTo>
                    <a:pt x="56889" y="74818"/>
                    <a:pt x="57687" y="75195"/>
                    <a:pt x="58499" y="75195"/>
                  </a:cubicBezTo>
                  <a:cubicBezTo>
                    <a:pt x="58920" y="75195"/>
                    <a:pt x="59355" y="75108"/>
                    <a:pt x="59747" y="74890"/>
                  </a:cubicBezTo>
                  <a:lnTo>
                    <a:pt x="63069" y="73150"/>
                  </a:lnTo>
                  <a:cubicBezTo>
                    <a:pt x="63866" y="73324"/>
                    <a:pt x="64983" y="73498"/>
                    <a:pt x="66347" y="73498"/>
                  </a:cubicBezTo>
                  <a:cubicBezTo>
                    <a:pt x="70916" y="73498"/>
                    <a:pt x="78154" y="71583"/>
                    <a:pt x="84551" y="61531"/>
                  </a:cubicBezTo>
                  <a:cubicBezTo>
                    <a:pt x="84551" y="61531"/>
                    <a:pt x="84551" y="61502"/>
                    <a:pt x="84565" y="61502"/>
                  </a:cubicBezTo>
                  <a:cubicBezTo>
                    <a:pt x="84594" y="61487"/>
                    <a:pt x="84594" y="61473"/>
                    <a:pt x="84609" y="61458"/>
                  </a:cubicBezTo>
                  <a:cubicBezTo>
                    <a:pt x="84609" y="61429"/>
                    <a:pt x="84623" y="61415"/>
                    <a:pt x="84623" y="61415"/>
                  </a:cubicBezTo>
                  <a:cubicBezTo>
                    <a:pt x="84681" y="61342"/>
                    <a:pt x="84710" y="61270"/>
                    <a:pt x="84754" y="61183"/>
                  </a:cubicBezTo>
                  <a:cubicBezTo>
                    <a:pt x="84768" y="61168"/>
                    <a:pt x="84768" y="61125"/>
                    <a:pt x="84783" y="61110"/>
                  </a:cubicBezTo>
                  <a:cubicBezTo>
                    <a:pt x="84826" y="61023"/>
                    <a:pt x="84855" y="60907"/>
                    <a:pt x="84899" y="60820"/>
                  </a:cubicBezTo>
                  <a:cubicBezTo>
                    <a:pt x="84899" y="60806"/>
                    <a:pt x="84899" y="60777"/>
                    <a:pt x="84913" y="60777"/>
                  </a:cubicBezTo>
                  <a:cubicBezTo>
                    <a:pt x="84928" y="60690"/>
                    <a:pt x="84971" y="60603"/>
                    <a:pt x="84971" y="60516"/>
                  </a:cubicBezTo>
                  <a:cubicBezTo>
                    <a:pt x="84971" y="60472"/>
                    <a:pt x="84986" y="60458"/>
                    <a:pt x="84986" y="60414"/>
                  </a:cubicBezTo>
                  <a:cubicBezTo>
                    <a:pt x="85000" y="60327"/>
                    <a:pt x="85000" y="60240"/>
                    <a:pt x="85000" y="60153"/>
                  </a:cubicBezTo>
                  <a:lnTo>
                    <a:pt x="85000" y="60095"/>
                  </a:lnTo>
                  <a:cubicBezTo>
                    <a:pt x="85000" y="60008"/>
                    <a:pt x="85000" y="59892"/>
                    <a:pt x="84986" y="59790"/>
                  </a:cubicBezTo>
                  <a:lnTo>
                    <a:pt x="84986" y="59732"/>
                  </a:lnTo>
                  <a:cubicBezTo>
                    <a:pt x="84971" y="59645"/>
                    <a:pt x="84971" y="59544"/>
                    <a:pt x="84928" y="59457"/>
                  </a:cubicBezTo>
                  <a:cubicBezTo>
                    <a:pt x="84928" y="59442"/>
                    <a:pt x="84913" y="59399"/>
                    <a:pt x="84913" y="59384"/>
                  </a:cubicBezTo>
                  <a:cubicBezTo>
                    <a:pt x="84899" y="59297"/>
                    <a:pt x="84855" y="59210"/>
                    <a:pt x="84826" y="59109"/>
                  </a:cubicBezTo>
                  <a:cubicBezTo>
                    <a:pt x="84826" y="59094"/>
                    <a:pt x="84812" y="59080"/>
                    <a:pt x="84812" y="59065"/>
                  </a:cubicBezTo>
                  <a:cubicBezTo>
                    <a:pt x="84768" y="58964"/>
                    <a:pt x="84739" y="58877"/>
                    <a:pt x="84681" y="58790"/>
                  </a:cubicBezTo>
                  <a:cubicBezTo>
                    <a:pt x="84681" y="58775"/>
                    <a:pt x="84667" y="58775"/>
                    <a:pt x="84667" y="58746"/>
                  </a:cubicBezTo>
                  <a:cubicBezTo>
                    <a:pt x="84667" y="58746"/>
                    <a:pt x="84667" y="58731"/>
                    <a:pt x="84638" y="58731"/>
                  </a:cubicBezTo>
                  <a:cubicBezTo>
                    <a:pt x="84623" y="58717"/>
                    <a:pt x="84623" y="58702"/>
                    <a:pt x="84609" y="58673"/>
                  </a:cubicBezTo>
                  <a:cubicBezTo>
                    <a:pt x="84565" y="58601"/>
                    <a:pt x="84522" y="58528"/>
                    <a:pt x="84464" y="58456"/>
                  </a:cubicBezTo>
                  <a:cubicBezTo>
                    <a:pt x="84449" y="58441"/>
                    <a:pt x="84420" y="58412"/>
                    <a:pt x="84406" y="58383"/>
                  </a:cubicBezTo>
                  <a:cubicBezTo>
                    <a:pt x="84348" y="58311"/>
                    <a:pt x="84275" y="58238"/>
                    <a:pt x="84231" y="58166"/>
                  </a:cubicBezTo>
                  <a:lnTo>
                    <a:pt x="84188" y="58137"/>
                  </a:lnTo>
                  <a:cubicBezTo>
                    <a:pt x="84115" y="58064"/>
                    <a:pt x="84028" y="57992"/>
                    <a:pt x="83956" y="57919"/>
                  </a:cubicBezTo>
                  <a:cubicBezTo>
                    <a:pt x="83941" y="57905"/>
                    <a:pt x="83912" y="57905"/>
                    <a:pt x="83898" y="57876"/>
                  </a:cubicBezTo>
                  <a:cubicBezTo>
                    <a:pt x="83825" y="57832"/>
                    <a:pt x="83753" y="57774"/>
                    <a:pt x="83680" y="57731"/>
                  </a:cubicBezTo>
                  <a:cubicBezTo>
                    <a:pt x="83666" y="57716"/>
                    <a:pt x="83622" y="57702"/>
                    <a:pt x="83608" y="57687"/>
                  </a:cubicBezTo>
                  <a:cubicBezTo>
                    <a:pt x="83521" y="57629"/>
                    <a:pt x="83448" y="57586"/>
                    <a:pt x="83361" y="57557"/>
                  </a:cubicBezTo>
                  <a:cubicBezTo>
                    <a:pt x="83332" y="57557"/>
                    <a:pt x="83332" y="57542"/>
                    <a:pt x="83318" y="57542"/>
                  </a:cubicBezTo>
                  <a:cubicBezTo>
                    <a:pt x="83231" y="57499"/>
                    <a:pt x="83115" y="57470"/>
                    <a:pt x="83028" y="57426"/>
                  </a:cubicBezTo>
                  <a:cubicBezTo>
                    <a:pt x="82999" y="57426"/>
                    <a:pt x="82970" y="57412"/>
                    <a:pt x="82941" y="57412"/>
                  </a:cubicBezTo>
                  <a:cubicBezTo>
                    <a:pt x="82868" y="57383"/>
                    <a:pt x="82781" y="57368"/>
                    <a:pt x="82708" y="57354"/>
                  </a:cubicBezTo>
                  <a:cubicBezTo>
                    <a:pt x="82679" y="57354"/>
                    <a:pt x="82650" y="57339"/>
                    <a:pt x="82636" y="57339"/>
                  </a:cubicBezTo>
                  <a:cubicBezTo>
                    <a:pt x="82520" y="57310"/>
                    <a:pt x="82418" y="57310"/>
                    <a:pt x="82302" y="57310"/>
                  </a:cubicBezTo>
                  <a:lnTo>
                    <a:pt x="82288" y="57310"/>
                  </a:lnTo>
                  <a:cubicBezTo>
                    <a:pt x="80315" y="57310"/>
                    <a:pt x="78516" y="57441"/>
                    <a:pt x="76877" y="57644"/>
                  </a:cubicBezTo>
                  <a:cubicBezTo>
                    <a:pt x="78284" y="54017"/>
                    <a:pt x="78894" y="49086"/>
                    <a:pt x="77458" y="42442"/>
                  </a:cubicBezTo>
                  <a:lnTo>
                    <a:pt x="77458" y="42413"/>
                  </a:lnTo>
                  <a:cubicBezTo>
                    <a:pt x="77458" y="42399"/>
                    <a:pt x="77458" y="42370"/>
                    <a:pt x="77443" y="42355"/>
                  </a:cubicBezTo>
                  <a:cubicBezTo>
                    <a:pt x="77443" y="42341"/>
                    <a:pt x="77429" y="42326"/>
                    <a:pt x="77429" y="42312"/>
                  </a:cubicBezTo>
                  <a:cubicBezTo>
                    <a:pt x="77414" y="42210"/>
                    <a:pt x="77385" y="42138"/>
                    <a:pt x="77356" y="42051"/>
                  </a:cubicBezTo>
                  <a:cubicBezTo>
                    <a:pt x="77342" y="42036"/>
                    <a:pt x="77342" y="41993"/>
                    <a:pt x="77313" y="41978"/>
                  </a:cubicBezTo>
                  <a:cubicBezTo>
                    <a:pt x="77284" y="41891"/>
                    <a:pt x="77240" y="41775"/>
                    <a:pt x="77197" y="41688"/>
                  </a:cubicBezTo>
                  <a:cubicBezTo>
                    <a:pt x="77197" y="41674"/>
                    <a:pt x="77168" y="41674"/>
                    <a:pt x="77168" y="41645"/>
                  </a:cubicBezTo>
                  <a:cubicBezTo>
                    <a:pt x="77139" y="41586"/>
                    <a:pt x="77080" y="41485"/>
                    <a:pt x="77022" y="41412"/>
                  </a:cubicBezTo>
                  <a:cubicBezTo>
                    <a:pt x="77008" y="41398"/>
                    <a:pt x="76993" y="41369"/>
                    <a:pt x="76979" y="41340"/>
                  </a:cubicBezTo>
                  <a:cubicBezTo>
                    <a:pt x="76921" y="41267"/>
                    <a:pt x="76863" y="41195"/>
                    <a:pt x="76805" y="41151"/>
                  </a:cubicBezTo>
                  <a:cubicBezTo>
                    <a:pt x="76790" y="41122"/>
                    <a:pt x="76790" y="41108"/>
                    <a:pt x="76776" y="41108"/>
                  </a:cubicBezTo>
                  <a:cubicBezTo>
                    <a:pt x="76703" y="41035"/>
                    <a:pt x="76631" y="40963"/>
                    <a:pt x="76544" y="40890"/>
                  </a:cubicBezTo>
                  <a:lnTo>
                    <a:pt x="76500" y="40847"/>
                  </a:lnTo>
                  <a:lnTo>
                    <a:pt x="76283" y="40687"/>
                  </a:lnTo>
                  <a:cubicBezTo>
                    <a:pt x="76268" y="40673"/>
                    <a:pt x="76225" y="40658"/>
                    <a:pt x="76210" y="40658"/>
                  </a:cubicBezTo>
                  <a:cubicBezTo>
                    <a:pt x="76138" y="40600"/>
                    <a:pt x="76051" y="40557"/>
                    <a:pt x="75978" y="40528"/>
                  </a:cubicBezTo>
                  <a:cubicBezTo>
                    <a:pt x="75964" y="40528"/>
                    <a:pt x="75935" y="40513"/>
                    <a:pt x="75920" y="40513"/>
                  </a:cubicBezTo>
                  <a:lnTo>
                    <a:pt x="75644" y="40397"/>
                  </a:lnTo>
                  <a:lnTo>
                    <a:pt x="75601" y="40397"/>
                  </a:lnTo>
                  <a:cubicBezTo>
                    <a:pt x="75572" y="40397"/>
                    <a:pt x="75557" y="40397"/>
                    <a:pt x="75543" y="40383"/>
                  </a:cubicBezTo>
                  <a:cubicBezTo>
                    <a:pt x="75470" y="40368"/>
                    <a:pt x="75383" y="40339"/>
                    <a:pt x="75311" y="40325"/>
                  </a:cubicBezTo>
                  <a:cubicBezTo>
                    <a:pt x="75267" y="40325"/>
                    <a:pt x="75238" y="40310"/>
                    <a:pt x="75209" y="40310"/>
                  </a:cubicBezTo>
                  <a:cubicBezTo>
                    <a:pt x="75122" y="40296"/>
                    <a:pt x="75035" y="40296"/>
                    <a:pt x="74948" y="40296"/>
                  </a:cubicBezTo>
                  <a:lnTo>
                    <a:pt x="74890" y="40296"/>
                  </a:lnTo>
                  <a:cubicBezTo>
                    <a:pt x="74774" y="40296"/>
                    <a:pt x="74673" y="40296"/>
                    <a:pt x="74586" y="40310"/>
                  </a:cubicBezTo>
                  <a:cubicBezTo>
                    <a:pt x="74542" y="40310"/>
                    <a:pt x="74528" y="40310"/>
                    <a:pt x="74484" y="40325"/>
                  </a:cubicBezTo>
                  <a:cubicBezTo>
                    <a:pt x="74412" y="40339"/>
                    <a:pt x="74339" y="40339"/>
                    <a:pt x="74267" y="40368"/>
                  </a:cubicBezTo>
                  <a:cubicBezTo>
                    <a:pt x="74237" y="40368"/>
                    <a:pt x="74194" y="40383"/>
                    <a:pt x="74165" y="40383"/>
                  </a:cubicBezTo>
                  <a:cubicBezTo>
                    <a:pt x="74092" y="40397"/>
                    <a:pt x="74005" y="40441"/>
                    <a:pt x="73933" y="40455"/>
                  </a:cubicBezTo>
                  <a:cubicBezTo>
                    <a:pt x="73889" y="40470"/>
                    <a:pt x="73860" y="40470"/>
                    <a:pt x="73831" y="40484"/>
                  </a:cubicBezTo>
                  <a:cubicBezTo>
                    <a:pt x="73759" y="40528"/>
                    <a:pt x="73672" y="40557"/>
                    <a:pt x="73599" y="40600"/>
                  </a:cubicBezTo>
                  <a:lnTo>
                    <a:pt x="73498" y="40658"/>
                  </a:lnTo>
                  <a:cubicBezTo>
                    <a:pt x="73440" y="40687"/>
                    <a:pt x="73367" y="40731"/>
                    <a:pt x="73309" y="40774"/>
                  </a:cubicBezTo>
                  <a:cubicBezTo>
                    <a:pt x="73295" y="40803"/>
                    <a:pt x="73251" y="40818"/>
                    <a:pt x="73237" y="40832"/>
                  </a:cubicBezTo>
                  <a:cubicBezTo>
                    <a:pt x="73150" y="40905"/>
                    <a:pt x="73077" y="40963"/>
                    <a:pt x="73005" y="41050"/>
                  </a:cubicBezTo>
                  <a:lnTo>
                    <a:pt x="72990" y="41064"/>
                  </a:lnTo>
                  <a:cubicBezTo>
                    <a:pt x="72526" y="41528"/>
                    <a:pt x="72120" y="41964"/>
                    <a:pt x="71699" y="42399"/>
                  </a:cubicBezTo>
                  <a:cubicBezTo>
                    <a:pt x="70669" y="40034"/>
                    <a:pt x="69755" y="38337"/>
                    <a:pt x="69480" y="37801"/>
                  </a:cubicBezTo>
                  <a:cubicBezTo>
                    <a:pt x="68995" y="36917"/>
                    <a:pt x="68085" y="36409"/>
                    <a:pt x="67132" y="36409"/>
                  </a:cubicBezTo>
                  <a:cubicBezTo>
                    <a:pt x="66803" y="36409"/>
                    <a:pt x="66468" y="36470"/>
                    <a:pt x="66144" y="36597"/>
                  </a:cubicBezTo>
                  <a:lnTo>
                    <a:pt x="60226" y="38918"/>
                  </a:lnTo>
                  <a:lnTo>
                    <a:pt x="57615" y="34377"/>
                  </a:lnTo>
                  <a:lnTo>
                    <a:pt x="60269" y="34377"/>
                  </a:lnTo>
                  <a:cubicBezTo>
                    <a:pt x="61763" y="34377"/>
                    <a:pt x="62953" y="33188"/>
                    <a:pt x="62953" y="31694"/>
                  </a:cubicBezTo>
                  <a:lnTo>
                    <a:pt x="62953" y="21628"/>
                  </a:lnTo>
                  <a:cubicBezTo>
                    <a:pt x="62953" y="20525"/>
                    <a:pt x="62285" y="19553"/>
                    <a:pt x="61270" y="19147"/>
                  </a:cubicBezTo>
                  <a:cubicBezTo>
                    <a:pt x="60952" y="19024"/>
                    <a:pt x="60618" y="18964"/>
                    <a:pt x="60286" y="18964"/>
                  </a:cubicBezTo>
                  <a:cubicBezTo>
                    <a:pt x="59561" y="18964"/>
                    <a:pt x="58848" y="19252"/>
                    <a:pt x="58340" y="19800"/>
                  </a:cubicBezTo>
                  <a:lnTo>
                    <a:pt x="58267" y="19887"/>
                  </a:lnTo>
                  <a:cubicBezTo>
                    <a:pt x="56889" y="18132"/>
                    <a:pt x="55250" y="16246"/>
                    <a:pt x="53437" y="14520"/>
                  </a:cubicBezTo>
                  <a:cubicBezTo>
                    <a:pt x="54308" y="13766"/>
                    <a:pt x="55221" y="12924"/>
                    <a:pt x="56121" y="12025"/>
                  </a:cubicBezTo>
                  <a:cubicBezTo>
                    <a:pt x="56193" y="11953"/>
                    <a:pt x="56266" y="11866"/>
                    <a:pt x="56338" y="11764"/>
                  </a:cubicBezTo>
                  <a:cubicBezTo>
                    <a:pt x="56353" y="11750"/>
                    <a:pt x="56353" y="11735"/>
                    <a:pt x="56382" y="11721"/>
                  </a:cubicBezTo>
                  <a:cubicBezTo>
                    <a:pt x="56425" y="11648"/>
                    <a:pt x="56469" y="11576"/>
                    <a:pt x="56527" y="11503"/>
                  </a:cubicBezTo>
                  <a:cubicBezTo>
                    <a:pt x="56541" y="11474"/>
                    <a:pt x="56556" y="11445"/>
                    <a:pt x="56556" y="11430"/>
                  </a:cubicBezTo>
                  <a:cubicBezTo>
                    <a:pt x="56614" y="11329"/>
                    <a:pt x="56643" y="11242"/>
                    <a:pt x="56701" y="11140"/>
                  </a:cubicBezTo>
                  <a:cubicBezTo>
                    <a:pt x="56744" y="11039"/>
                    <a:pt x="56773" y="10937"/>
                    <a:pt x="56788" y="10850"/>
                  </a:cubicBezTo>
                  <a:cubicBezTo>
                    <a:pt x="56788" y="10821"/>
                    <a:pt x="56817" y="10792"/>
                    <a:pt x="56817" y="10778"/>
                  </a:cubicBezTo>
                  <a:lnTo>
                    <a:pt x="56860" y="10502"/>
                  </a:lnTo>
                  <a:lnTo>
                    <a:pt x="56860" y="10444"/>
                  </a:lnTo>
                  <a:cubicBezTo>
                    <a:pt x="56889" y="10343"/>
                    <a:pt x="56889" y="10227"/>
                    <a:pt x="56889" y="10125"/>
                  </a:cubicBezTo>
                  <a:lnTo>
                    <a:pt x="56889" y="10081"/>
                  </a:lnTo>
                  <a:cubicBezTo>
                    <a:pt x="56889" y="9994"/>
                    <a:pt x="56860" y="9878"/>
                    <a:pt x="56860" y="9791"/>
                  </a:cubicBezTo>
                  <a:cubicBezTo>
                    <a:pt x="56860" y="9762"/>
                    <a:pt x="56860" y="9733"/>
                    <a:pt x="56846" y="9704"/>
                  </a:cubicBezTo>
                  <a:cubicBezTo>
                    <a:pt x="56831" y="9617"/>
                    <a:pt x="56817" y="9545"/>
                    <a:pt x="56788" y="9443"/>
                  </a:cubicBezTo>
                  <a:cubicBezTo>
                    <a:pt x="56788" y="9429"/>
                    <a:pt x="56788" y="9414"/>
                    <a:pt x="56773" y="9400"/>
                  </a:cubicBezTo>
                  <a:lnTo>
                    <a:pt x="56773" y="9371"/>
                  </a:lnTo>
                  <a:lnTo>
                    <a:pt x="56773" y="9342"/>
                  </a:lnTo>
                  <a:lnTo>
                    <a:pt x="56672" y="9066"/>
                  </a:lnTo>
                  <a:cubicBezTo>
                    <a:pt x="56672" y="9052"/>
                    <a:pt x="56643" y="9037"/>
                    <a:pt x="56643" y="9008"/>
                  </a:cubicBezTo>
                  <a:cubicBezTo>
                    <a:pt x="56614" y="8921"/>
                    <a:pt x="56556" y="8849"/>
                    <a:pt x="56527" y="8776"/>
                  </a:cubicBezTo>
                  <a:cubicBezTo>
                    <a:pt x="56498" y="8762"/>
                    <a:pt x="56483" y="8733"/>
                    <a:pt x="56483" y="8703"/>
                  </a:cubicBezTo>
                  <a:lnTo>
                    <a:pt x="56324" y="8486"/>
                  </a:lnTo>
                  <a:cubicBezTo>
                    <a:pt x="56309" y="8471"/>
                    <a:pt x="56309" y="8457"/>
                    <a:pt x="56280" y="8457"/>
                  </a:cubicBezTo>
                  <a:cubicBezTo>
                    <a:pt x="56208" y="8355"/>
                    <a:pt x="56135" y="8283"/>
                    <a:pt x="56063" y="8210"/>
                  </a:cubicBezTo>
                  <a:cubicBezTo>
                    <a:pt x="56048" y="8196"/>
                    <a:pt x="56034" y="8196"/>
                    <a:pt x="56034" y="8181"/>
                  </a:cubicBezTo>
                  <a:cubicBezTo>
                    <a:pt x="55961" y="8123"/>
                    <a:pt x="55903" y="8065"/>
                    <a:pt x="55831" y="8022"/>
                  </a:cubicBezTo>
                  <a:cubicBezTo>
                    <a:pt x="55816" y="7993"/>
                    <a:pt x="55773" y="7978"/>
                    <a:pt x="55758" y="7964"/>
                  </a:cubicBezTo>
                  <a:cubicBezTo>
                    <a:pt x="55685" y="7906"/>
                    <a:pt x="55613" y="7877"/>
                    <a:pt x="55526" y="7819"/>
                  </a:cubicBezTo>
                  <a:cubicBezTo>
                    <a:pt x="55511" y="7819"/>
                    <a:pt x="55482" y="7804"/>
                    <a:pt x="55482" y="7804"/>
                  </a:cubicBezTo>
                  <a:cubicBezTo>
                    <a:pt x="55395" y="7746"/>
                    <a:pt x="55308" y="7717"/>
                    <a:pt x="55192" y="7674"/>
                  </a:cubicBezTo>
                  <a:cubicBezTo>
                    <a:pt x="55163" y="7659"/>
                    <a:pt x="55149" y="7659"/>
                    <a:pt x="55105" y="7630"/>
                  </a:cubicBezTo>
                  <a:cubicBezTo>
                    <a:pt x="55033" y="7601"/>
                    <a:pt x="54946" y="7587"/>
                    <a:pt x="54859" y="7558"/>
                  </a:cubicBezTo>
                  <a:cubicBezTo>
                    <a:pt x="54830" y="7558"/>
                    <a:pt x="54815" y="7543"/>
                    <a:pt x="54801" y="7543"/>
                  </a:cubicBezTo>
                  <a:cubicBezTo>
                    <a:pt x="54786" y="7543"/>
                    <a:pt x="54757" y="7543"/>
                    <a:pt x="54743" y="7529"/>
                  </a:cubicBezTo>
                  <a:lnTo>
                    <a:pt x="54714" y="7529"/>
                  </a:lnTo>
                  <a:cubicBezTo>
                    <a:pt x="52068" y="6957"/>
                    <a:pt x="49691" y="6711"/>
                    <a:pt x="47559" y="6711"/>
                  </a:cubicBezTo>
                  <a:cubicBezTo>
                    <a:pt x="44339" y="6711"/>
                    <a:pt x="41680" y="7271"/>
                    <a:pt x="39498" y="8109"/>
                  </a:cubicBezTo>
                  <a:cubicBezTo>
                    <a:pt x="39701" y="6470"/>
                    <a:pt x="39817" y="4686"/>
                    <a:pt x="39817" y="2698"/>
                  </a:cubicBezTo>
                  <a:lnTo>
                    <a:pt x="39817" y="2684"/>
                  </a:lnTo>
                  <a:cubicBezTo>
                    <a:pt x="39817" y="2582"/>
                    <a:pt x="39817" y="2466"/>
                    <a:pt x="39802" y="2365"/>
                  </a:cubicBezTo>
                  <a:cubicBezTo>
                    <a:pt x="39802" y="2336"/>
                    <a:pt x="39802" y="2307"/>
                    <a:pt x="39788" y="2292"/>
                  </a:cubicBezTo>
                  <a:cubicBezTo>
                    <a:pt x="39773" y="2205"/>
                    <a:pt x="39744" y="2133"/>
                    <a:pt x="39730" y="2031"/>
                  </a:cubicBezTo>
                  <a:cubicBezTo>
                    <a:pt x="39730" y="2002"/>
                    <a:pt x="39715" y="1988"/>
                    <a:pt x="39715" y="1944"/>
                  </a:cubicBezTo>
                  <a:cubicBezTo>
                    <a:pt x="39672" y="1843"/>
                    <a:pt x="39657" y="1741"/>
                    <a:pt x="39599" y="1640"/>
                  </a:cubicBezTo>
                  <a:cubicBezTo>
                    <a:pt x="39570" y="1552"/>
                    <a:pt x="39512" y="1451"/>
                    <a:pt x="39454" y="1364"/>
                  </a:cubicBezTo>
                  <a:cubicBezTo>
                    <a:pt x="39440" y="1349"/>
                    <a:pt x="39425" y="1306"/>
                    <a:pt x="39425" y="1291"/>
                  </a:cubicBezTo>
                  <a:cubicBezTo>
                    <a:pt x="39367" y="1219"/>
                    <a:pt x="39338" y="1146"/>
                    <a:pt x="39280" y="1074"/>
                  </a:cubicBezTo>
                  <a:cubicBezTo>
                    <a:pt x="39266" y="1059"/>
                    <a:pt x="39266" y="1030"/>
                    <a:pt x="39237" y="1016"/>
                  </a:cubicBezTo>
                  <a:cubicBezTo>
                    <a:pt x="39164" y="929"/>
                    <a:pt x="39092" y="856"/>
                    <a:pt x="39019" y="769"/>
                  </a:cubicBezTo>
                  <a:lnTo>
                    <a:pt x="39005" y="755"/>
                  </a:lnTo>
                  <a:cubicBezTo>
                    <a:pt x="38932" y="682"/>
                    <a:pt x="38860" y="624"/>
                    <a:pt x="38787" y="566"/>
                  </a:cubicBezTo>
                  <a:cubicBezTo>
                    <a:pt x="38773" y="552"/>
                    <a:pt x="38729" y="523"/>
                    <a:pt x="38715" y="508"/>
                  </a:cubicBezTo>
                  <a:cubicBezTo>
                    <a:pt x="38642" y="465"/>
                    <a:pt x="38570" y="421"/>
                    <a:pt x="38497" y="363"/>
                  </a:cubicBezTo>
                  <a:cubicBezTo>
                    <a:pt x="38482" y="349"/>
                    <a:pt x="38468" y="349"/>
                    <a:pt x="38439" y="334"/>
                  </a:cubicBezTo>
                  <a:cubicBezTo>
                    <a:pt x="38439" y="334"/>
                    <a:pt x="38424" y="334"/>
                    <a:pt x="38424" y="320"/>
                  </a:cubicBezTo>
                  <a:cubicBezTo>
                    <a:pt x="38410" y="320"/>
                    <a:pt x="38410" y="291"/>
                    <a:pt x="38395" y="291"/>
                  </a:cubicBezTo>
                  <a:cubicBezTo>
                    <a:pt x="38294" y="247"/>
                    <a:pt x="38207" y="204"/>
                    <a:pt x="38120" y="160"/>
                  </a:cubicBezTo>
                  <a:cubicBezTo>
                    <a:pt x="38105" y="160"/>
                    <a:pt x="38076" y="146"/>
                    <a:pt x="38062" y="146"/>
                  </a:cubicBezTo>
                  <a:cubicBezTo>
                    <a:pt x="37975" y="116"/>
                    <a:pt x="37902" y="102"/>
                    <a:pt x="37815" y="73"/>
                  </a:cubicBezTo>
                  <a:cubicBezTo>
                    <a:pt x="37772" y="73"/>
                    <a:pt x="37757" y="58"/>
                    <a:pt x="37714" y="58"/>
                  </a:cubicBezTo>
                  <a:cubicBezTo>
                    <a:pt x="37627" y="44"/>
                    <a:pt x="37554" y="15"/>
                    <a:pt x="37467" y="15"/>
                  </a:cubicBezTo>
                  <a:lnTo>
                    <a:pt x="37395" y="15"/>
                  </a:lnTo>
                  <a:cubicBezTo>
                    <a:pt x="37279" y="0"/>
                    <a:pt x="37177" y="0"/>
                    <a:pt x="37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5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59"/>
            <p:cNvSpPr/>
            <p:nvPr/>
          </p:nvSpPr>
          <p:spPr>
            <a:xfrm>
              <a:off x="5443975" y="4273725"/>
              <a:ext cx="102650" cy="123325"/>
            </a:xfrm>
            <a:custGeom>
              <a:rect b="b" l="l" r="r" t="t"/>
              <a:pathLst>
                <a:path extrusionOk="0" h="4933" w="4106">
                  <a:moveTo>
                    <a:pt x="2423" y="856"/>
                  </a:moveTo>
                  <a:cubicBezTo>
                    <a:pt x="2539" y="856"/>
                    <a:pt x="2670" y="914"/>
                    <a:pt x="2786" y="1059"/>
                  </a:cubicBezTo>
                  <a:cubicBezTo>
                    <a:pt x="2887" y="1190"/>
                    <a:pt x="2945" y="1364"/>
                    <a:pt x="2945" y="1567"/>
                  </a:cubicBezTo>
                  <a:cubicBezTo>
                    <a:pt x="2945" y="1727"/>
                    <a:pt x="2916" y="1872"/>
                    <a:pt x="2873" y="2002"/>
                  </a:cubicBezTo>
                  <a:cubicBezTo>
                    <a:pt x="2815" y="2133"/>
                    <a:pt x="2742" y="2234"/>
                    <a:pt x="2670" y="2307"/>
                  </a:cubicBezTo>
                  <a:cubicBezTo>
                    <a:pt x="2583" y="2379"/>
                    <a:pt x="2510" y="2423"/>
                    <a:pt x="2423" y="2423"/>
                  </a:cubicBezTo>
                  <a:lnTo>
                    <a:pt x="886" y="2423"/>
                  </a:lnTo>
                  <a:lnTo>
                    <a:pt x="886" y="856"/>
                  </a:lnTo>
                  <a:close/>
                  <a:moveTo>
                    <a:pt x="436" y="1"/>
                  </a:moveTo>
                  <a:cubicBezTo>
                    <a:pt x="305" y="1"/>
                    <a:pt x="218" y="44"/>
                    <a:pt x="131" y="131"/>
                  </a:cubicBezTo>
                  <a:cubicBezTo>
                    <a:pt x="44" y="218"/>
                    <a:pt x="1" y="305"/>
                    <a:pt x="1" y="436"/>
                  </a:cubicBezTo>
                  <a:lnTo>
                    <a:pt x="1" y="4497"/>
                  </a:lnTo>
                  <a:cubicBezTo>
                    <a:pt x="1" y="4628"/>
                    <a:pt x="59" y="4715"/>
                    <a:pt x="160" y="4816"/>
                  </a:cubicBezTo>
                  <a:cubicBezTo>
                    <a:pt x="262" y="4903"/>
                    <a:pt x="378" y="4932"/>
                    <a:pt x="509" y="4932"/>
                  </a:cubicBezTo>
                  <a:cubicBezTo>
                    <a:pt x="625" y="4932"/>
                    <a:pt x="712" y="4903"/>
                    <a:pt x="828" y="4816"/>
                  </a:cubicBezTo>
                  <a:cubicBezTo>
                    <a:pt x="871" y="4715"/>
                    <a:pt x="915" y="4628"/>
                    <a:pt x="915" y="4497"/>
                  </a:cubicBezTo>
                  <a:lnTo>
                    <a:pt x="915" y="3148"/>
                  </a:lnTo>
                  <a:lnTo>
                    <a:pt x="2220" y="3148"/>
                  </a:lnTo>
                  <a:cubicBezTo>
                    <a:pt x="2307" y="3148"/>
                    <a:pt x="2423" y="3163"/>
                    <a:pt x="2496" y="3177"/>
                  </a:cubicBezTo>
                  <a:cubicBezTo>
                    <a:pt x="2583" y="3192"/>
                    <a:pt x="2641" y="3235"/>
                    <a:pt x="2684" y="3293"/>
                  </a:cubicBezTo>
                  <a:cubicBezTo>
                    <a:pt x="2742" y="3337"/>
                    <a:pt x="2786" y="3395"/>
                    <a:pt x="2815" y="3467"/>
                  </a:cubicBezTo>
                  <a:cubicBezTo>
                    <a:pt x="2829" y="3540"/>
                    <a:pt x="2858" y="3612"/>
                    <a:pt x="2858" y="3685"/>
                  </a:cubicBezTo>
                  <a:cubicBezTo>
                    <a:pt x="2858" y="3946"/>
                    <a:pt x="2873" y="4120"/>
                    <a:pt x="2931" y="4280"/>
                  </a:cubicBezTo>
                  <a:cubicBezTo>
                    <a:pt x="2974" y="4425"/>
                    <a:pt x="3047" y="4555"/>
                    <a:pt x="3119" y="4642"/>
                  </a:cubicBezTo>
                  <a:cubicBezTo>
                    <a:pt x="3192" y="4744"/>
                    <a:pt x="3279" y="4787"/>
                    <a:pt x="3366" y="4845"/>
                  </a:cubicBezTo>
                  <a:cubicBezTo>
                    <a:pt x="3410" y="4889"/>
                    <a:pt x="3482" y="4903"/>
                    <a:pt x="3555" y="4918"/>
                  </a:cubicBezTo>
                  <a:cubicBezTo>
                    <a:pt x="3591" y="4925"/>
                    <a:pt x="3631" y="4929"/>
                    <a:pt x="3671" y="4929"/>
                  </a:cubicBezTo>
                  <a:cubicBezTo>
                    <a:pt x="3711" y="4929"/>
                    <a:pt x="3750" y="4925"/>
                    <a:pt x="3787" y="4918"/>
                  </a:cubicBezTo>
                  <a:cubicBezTo>
                    <a:pt x="3888" y="4903"/>
                    <a:pt x="3932" y="4860"/>
                    <a:pt x="3990" y="4816"/>
                  </a:cubicBezTo>
                  <a:cubicBezTo>
                    <a:pt x="4062" y="4715"/>
                    <a:pt x="4106" y="4628"/>
                    <a:pt x="4062" y="4497"/>
                  </a:cubicBezTo>
                  <a:cubicBezTo>
                    <a:pt x="4033" y="4367"/>
                    <a:pt x="3975" y="4280"/>
                    <a:pt x="3874" y="4236"/>
                  </a:cubicBezTo>
                  <a:cubicBezTo>
                    <a:pt x="3787" y="4193"/>
                    <a:pt x="3758" y="4135"/>
                    <a:pt x="3743" y="4091"/>
                  </a:cubicBezTo>
                  <a:cubicBezTo>
                    <a:pt x="3714" y="4033"/>
                    <a:pt x="3700" y="3960"/>
                    <a:pt x="3700" y="3873"/>
                  </a:cubicBezTo>
                  <a:cubicBezTo>
                    <a:pt x="3700" y="3772"/>
                    <a:pt x="3685" y="3670"/>
                    <a:pt x="3671" y="3554"/>
                  </a:cubicBezTo>
                  <a:cubicBezTo>
                    <a:pt x="3642" y="3424"/>
                    <a:pt x="3613" y="3308"/>
                    <a:pt x="3569" y="3192"/>
                  </a:cubicBezTo>
                  <a:cubicBezTo>
                    <a:pt x="3540" y="3090"/>
                    <a:pt x="3468" y="2974"/>
                    <a:pt x="3381" y="2887"/>
                  </a:cubicBezTo>
                  <a:cubicBezTo>
                    <a:pt x="3319" y="2817"/>
                    <a:pt x="3258" y="2763"/>
                    <a:pt x="3190" y="2715"/>
                  </a:cubicBezTo>
                  <a:lnTo>
                    <a:pt x="3190" y="2715"/>
                  </a:lnTo>
                  <a:cubicBezTo>
                    <a:pt x="3286" y="2649"/>
                    <a:pt x="3380" y="2568"/>
                    <a:pt x="3468" y="2481"/>
                  </a:cubicBezTo>
                  <a:cubicBezTo>
                    <a:pt x="3598" y="2365"/>
                    <a:pt x="3685" y="2191"/>
                    <a:pt x="3758" y="2031"/>
                  </a:cubicBezTo>
                  <a:cubicBezTo>
                    <a:pt x="3830" y="1857"/>
                    <a:pt x="3859" y="1683"/>
                    <a:pt x="3859" y="1509"/>
                  </a:cubicBezTo>
                  <a:cubicBezTo>
                    <a:pt x="3859" y="1219"/>
                    <a:pt x="3787" y="958"/>
                    <a:pt x="3671" y="726"/>
                  </a:cubicBezTo>
                  <a:cubicBezTo>
                    <a:pt x="3540" y="508"/>
                    <a:pt x="3381" y="334"/>
                    <a:pt x="3163" y="204"/>
                  </a:cubicBezTo>
                  <a:cubicBezTo>
                    <a:pt x="2945" y="73"/>
                    <a:pt x="2699" y="1"/>
                    <a:pt x="2467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59"/>
            <p:cNvSpPr/>
            <p:nvPr/>
          </p:nvSpPr>
          <p:spPr>
            <a:xfrm>
              <a:off x="5565100" y="4274450"/>
              <a:ext cx="80900" cy="122600"/>
            </a:xfrm>
            <a:custGeom>
              <a:rect b="b" l="l" r="r" t="t"/>
              <a:pathLst>
                <a:path extrusionOk="0" h="4904" w="3236">
                  <a:moveTo>
                    <a:pt x="421" y="1"/>
                  </a:moveTo>
                  <a:cubicBezTo>
                    <a:pt x="291" y="1"/>
                    <a:pt x="189" y="30"/>
                    <a:pt x="131" y="102"/>
                  </a:cubicBezTo>
                  <a:cubicBezTo>
                    <a:pt x="30" y="189"/>
                    <a:pt x="1" y="291"/>
                    <a:pt x="1" y="407"/>
                  </a:cubicBezTo>
                  <a:lnTo>
                    <a:pt x="1" y="4468"/>
                  </a:lnTo>
                  <a:cubicBezTo>
                    <a:pt x="1" y="4599"/>
                    <a:pt x="30" y="4686"/>
                    <a:pt x="131" y="4787"/>
                  </a:cubicBezTo>
                  <a:cubicBezTo>
                    <a:pt x="218" y="4874"/>
                    <a:pt x="305" y="4903"/>
                    <a:pt x="436" y="4903"/>
                  </a:cubicBezTo>
                  <a:lnTo>
                    <a:pt x="2786" y="4903"/>
                  </a:lnTo>
                  <a:cubicBezTo>
                    <a:pt x="2916" y="4903"/>
                    <a:pt x="3018" y="4874"/>
                    <a:pt x="3105" y="4802"/>
                  </a:cubicBezTo>
                  <a:cubicBezTo>
                    <a:pt x="3192" y="4729"/>
                    <a:pt x="3235" y="4613"/>
                    <a:pt x="3235" y="4512"/>
                  </a:cubicBezTo>
                  <a:cubicBezTo>
                    <a:pt x="3235" y="4396"/>
                    <a:pt x="3192" y="4309"/>
                    <a:pt x="3105" y="4222"/>
                  </a:cubicBezTo>
                  <a:cubicBezTo>
                    <a:pt x="3018" y="4135"/>
                    <a:pt x="2916" y="4091"/>
                    <a:pt x="2786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71" y="2684"/>
                  </a:cubicBezTo>
                  <a:cubicBezTo>
                    <a:pt x="2873" y="2611"/>
                    <a:pt x="2902" y="2495"/>
                    <a:pt x="2902" y="2394"/>
                  </a:cubicBezTo>
                  <a:cubicBezTo>
                    <a:pt x="2902" y="2278"/>
                    <a:pt x="2873" y="2176"/>
                    <a:pt x="2771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71" y="798"/>
                  </a:lnTo>
                  <a:cubicBezTo>
                    <a:pt x="2902" y="798"/>
                    <a:pt x="2989" y="755"/>
                    <a:pt x="3090" y="682"/>
                  </a:cubicBezTo>
                  <a:cubicBezTo>
                    <a:pt x="3177" y="610"/>
                    <a:pt x="3206" y="508"/>
                    <a:pt x="3206" y="392"/>
                  </a:cubicBezTo>
                  <a:cubicBezTo>
                    <a:pt x="3206" y="291"/>
                    <a:pt x="3177" y="175"/>
                    <a:pt x="3090" y="102"/>
                  </a:cubicBezTo>
                  <a:cubicBezTo>
                    <a:pt x="2989" y="30"/>
                    <a:pt x="2902" y="1"/>
                    <a:pt x="2771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59"/>
            <p:cNvSpPr/>
            <p:nvPr/>
          </p:nvSpPr>
          <p:spPr>
            <a:xfrm>
              <a:off x="5658650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80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5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7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8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700" y="276"/>
                  </a:cubicBezTo>
                  <a:cubicBezTo>
                    <a:pt x="3526" y="189"/>
                    <a:pt x="335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59"/>
            <p:cNvSpPr/>
            <p:nvPr/>
          </p:nvSpPr>
          <p:spPr>
            <a:xfrm>
              <a:off x="5764550" y="4273000"/>
              <a:ext cx="99375" cy="124050"/>
            </a:xfrm>
            <a:custGeom>
              <a:rect b="b" l="l" r="r" t="t"/>
              <a:pathLst>
                <a:path extrusionOk="0" h="4962" w="3975">
                  <a:moveTo>
                    <a:pt x="450" y="1"/>
                  </a:moveTo>
                  <a:cubicBezTo>
                    <a:pt x="348" y="1"/>
                    <a:pt x="232" y="59"/>
                    <a:pt x="145" y="131"/>
                  </a:cubicBezTo>
                  <a:cubicBezTo>
                    <a:pt x="58" y="204"/>
                    <a:pt x="0" y="305"/>
                    <a:pt x="0" y="436"/>
                  </a:cubicBezTo>
                  <a:cubicBezTo>
                    <a:pt x="0" y="494"/>
                    <a:pt x="15" y="537"/>
                    <a:pt x="44" y="595"/>
                  </a:cubicBezTo>
                  <a:cubicBezTo>
                    <a:pt x="58" y="653"/>
                    <a:pt x="73" y="726"/>
                    <a:pt x="131" y="784"/>
                  </a:cubicBezTo>
                  <a:lnTo>
                    <a:pt x="1596" y="2709"/>
                  </a:lnTo>
                  <a:lnTo>
                    <a:pt x="1596" y="4526"/>
                  </a:lnTo>
                  <a:cubicBezTo>
                    <a:pt x="1596" y="4657"/>
                    <a:pt x="1639" y="4744"/>
                    <a:pt x="1726" y="4845"/>
                  </a:cubicBezTo>
                  <a:cubicBezTo>
                    <a:pt x="1799" y="4932"/>
                    <a:pt x="1901" y="4961"/>
                    <a:pt x="2017" y="4961"/>
                  </a:cubicBezTo>
                  <a:cubicBezTo>
                    <a:pt x="2118" y="4961"/>
                    <a:pt x="2220" y="4932"/>
                    <a:pt x="2307" y="4845"/>
                  </a:cubicBezTo>
                  <a:cubicBezTo>
                    <a:pt x="2394" y="4744"/>
                    <a:pt x="2437" y="4657"/>
                    <a:pt x="2437" y="4526"/>
                  </a:cubicBezTo>
                  <a:lnTo>
                    <a:pt x="2437" y="2817"/>
                  </a:lnTo>
                  <a:lnTo>
                    <a:pt x="3902" y="726"/>
                  </a:lnTo>
                  <a:cubicBezTo>
                    <a:pt x="3917" y="682"/>
                    <a:pt x="3931" y="639"/>
                    <a:pt x="3960" y="595"/>
                  </a:cubicBezTo>
                  <a:cubicBezTo>
                    <a:pt x="3975" y="566"/>
                    <a:pt x="3975" y="508"/>
                    <a:pt x="3975" y="465"/>
                  </a:cubicBezTo>
                  <a:cubicBezTo>
                    <a:pt x="3975" y="349"/>
                    <a:pt x="3931" y="247"/>
                    <a:pt x="3844" y="160"/>
                  </a:cubicBezTo>
                  <a:cubicBezTo>
                    <a:pt x="3757" y="73"/>
                    <a:pt x="3656" y="30"/>
                    <a:pt x="3554" y="30"/>
                  </a:cubicBezTo>
                  <a:cubicBezTo>
                    <a:pt x="3424" y="30"/>
                    <a:pt x="3308" y="102"/>
                    <a:pt x="3191" y="218"/>
                  </a:cubicBezTo>
                  <a:lnTo>
                    <a:pt x="2033" y="1903"/>
                  </a:lnTo>
                  <a:lnTo>
                    <a:pt x="2033" y="1903"/>
                  </a:lnTo>
                  <a:lnTo>
                    <a:pt x="798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59"/>
            <p:cNvSpPr/>
            <p:nvPr/>
          </p:nvSpPr>
          <p:spPr>
            <a:xfrm>
              <a:off x="5868975" y="4273375"/>
              <a:ext cx="98300" cy="125850"/>
            </a:xfrm>
            <a:custGeom>
              <a:rect b="b" l="l" r="r" t="t"/>
              <a:pathLst>
                <a:path extrusionOk="0" h="5034" w="3932">
                  <a:moveTo>
                    <a:pt x="2510" y="0"/>
                  </a:moveTo>
                  <a:cubicBezTo>
                    <a:pt x="2148" y="0"/>
                    <a:pt x="1814" y="58"/>
                    <a:pt x="1495" y="189"/>
                  </a:cubicBezTo>
                  <a:cubicBezTo>
                    <a:pt x="1190" y="305"/>
                    <a:pt x="944" y="493"/>
                    <a:pt x="697" y="711"/>
                  </a:cubicBezTo>
                  <a:cubicBezTo>
                    <a:pt x="479" y="943"/>
                    <a:pt x="305" y="1189"/>
                    <a:pt x="175" y="1509"/>
                  </a:cubicBezTo>
                  <a:cubicBezTo>
                    <a:pt x="44" y="1813"/>
                    <a:pt x="1" y="2132"/>
                    <a:pt x="1" y="2495"/>
                  </a:cubicBezTo>
                  <a:cubicBezTo>
                    <a:pt x="1" y="2916"/>
                    <a:pt x="44" y="3278"/>
                    <a:pt x="189" y="3612"/>
                  </a:cubicBezTo>
                  <a:cubicBezTo>
                    <a:pt x="334" y="3931"/>
                    <a:pt x="523" y="4192"/>
                    <a:pt x="755" y="4410"/>
                  </a:cubicBezTo>
                  <a:cubicBezTo>
                    <a:pt x="987" y="4613"/>
                    <a:pt x="1263" y="4772"/>
                    <a:pt x="1567" y="4874"/>
                  </a:cubicBezTo>
                  <a:cubicBezTo>
                    <a:pt x="1886" y="4990"/>
                    <a:pt x="2191" y="5033"/>
                    <a:pt x="2539" y="5033"/>
                  </a:cubicBezTo>
                  <a:cubicBezTo>
                    <a:pt x="2655" y="5033"/>
                    <a:pt x="2800" y="5019"/>
                    <a:pt x="2931" y="5004"/>
                  </a:cubicBezTo>
                  <a:cubicBezTo>
                    <a:pt x="3061" y="4990"/>
                    <a:pt x="3192" y="4946"/>
                    <a:pt x="3308" y="4917"/>
                  </a:cubicBezTo>
                  <a:cubicBezTo>
                    <a:pt x="3439" y="4874"/>
                    <a:pt x="3569" y="4816"/>
                    <a:pt x="3700" y="4772"/>
                  </a:cubicBezTo>
                  <a:cubicBezTo>
                    <a:pt x="3816" y="4714"/>
                    <a:pt x="3888" y="4627"/>
                    <a:pt x="3917" y="4497"/>
                  </a:cubicBezTo>
                  <a:cubicBezTo>
                    <a:pt x="3932" y="4366"/>
                    <a:pt x="3888" y="4250"/>
                    <a:pt x="3801" y="4134"/>
                  </a:cubicBezTo>
                  <a:cubicBezTo>
                    <a:pt x="3743" y="4047"/>
                    <a:pt x="3656" y="3989"/>
                    <a:pt x="3569" y="3989"/>
                  </a:cubicBezTo>
                  <a:cubicBezTo>
                    <a:pt x="3482" y="3989"/>
                    <a:pt x="3366" y="3989"/>
                    <a:pt x="3279" y="4047"/>
                  </a:cubicBezTo>
                  <a:cubicBezTo>
                    <a:pt x="3163" y="4105"/>
                    <a:pt x="3047" y="4149"/>
                    <a:pt x="2916" y="4178"/>
                  </a:cubicBezTo>
                  <a:cubicBezTo>
                    <a:pt x="2786" y="4192"/>
                    <a:pt x="2655" y="4207"/>
                    <a:pt x="2539" y="4207"/>
                  </a:cubicBezTo>
                  <a:cubicBezTo>
                    <a:pt x="2322" y="4207"/>
                    <a:pt x="2104" y="4178"/>
                    <a:pt x="1901" y="4105"/>
                  </a:cubicBezTo>
                  <a:cubicBezTo>
                    <a:pt x="1698" y="4018"/>
                    <a:pt x="1538" y="3931"/>
                    <a:pt x="1393" y="3786"/>
                  </a:cubicBezTo>
                  <a:cubicBezTo>
                    <a:pt x="1248" y="3641"/>
                    <a:pt x="1132" y="3481"/>
                    <a:pt x="1045" y="3264"/>
                  </a:cubicBezTo>
                  <a:cubicBezTo>
                    <a:pt x="958" y="3046"/>
                    <a:pt x="915" y="2814"/>
                    <a:pt x="915" y="2524"/>
                  </a:cubicBezTo>
                  <a:cubicBezTo>
                    <a:pt x="915" y="2263"/>
                    <a:pt x="958" y="2045"/>
                    <a:pt x="1031" y="1842"/>
                  </a:cubicBezTo>
                  <a:cubicBezTo>
                    <a:pt x="1103" y="1654"/>
                    <a:pt x="1205" y="1465"/>
                    <a:pt x="1350" y="1320"/>
                  </a:cubicBezTo>
                  <a:cubicBezTo>
                    <a:pt x="1495" y="1175"/>
                    <a:pt x="1669" y="1044"/>
                    <a:pt x="1857" y="986"/>
                  </a:cubicBezTo>
                  <a:cubicBezTo>
                    <a:pt x="2061" y="885"/>
                    <a:pt x="2278" y="856"/>
                    <a:pt x="2539" y="856"/>
                  </a:cubicBezTo>
                  <a:cubicBezTo>
                    <a:pt x="2655" y="856"/>
                    <a:pt x="2786" y="856"/>
                    <a:pt x="2916" y="885"/>
                  </a:cubicBezTo>
                  <a:cubicBezTo>
                    <a:pt x="3047" y="928"/>
                    <a:pt x="3163" y="957"/>
                    <a:pt x="3279" y="1015"/>
                  </a:cubicBezTo>
                  <a:cubicBezTo>
                    <a:pt x="3354" y="1040"/>
                    <a:pt x="3451" y="1076"/>
                    <a:pt x="3532" y="1076"/>
                  </a:cubicBezTo>
                  <a:cubicBezTo>
                    <a:pt x="3545" y="1076"/>
                    <a:pt x="3557" y="1075"/>
                    <a:pt x="3569" y="1073"/>
                  </a:cubicBezTo>
                  <a:cubicBezTo>
                    <a:pt x="3656" y="1059"/>
                    <a:pt x="3743" y="1015"/>
                    <a:pt x="3801" y="928"/>
                  </a:cubicBezTo>
                  <a:cubicBezTo>
                    <a:pt x="3888" y="812"/>
                    <a:pt x="3932" y="696"/>
                    <a:pt x="3917" y="566"/>
                  </a:cubicBezTo>
                  <a:cubicBezTo>
                    <a:pt x="3888" y="435"/>
                    <a:pt x="3816" y="319"/>
                    <a:pt x="3685" y="276"/>
                  </a:cubicBezTo>
                  <a:cubicBezTo>
                    <a:pt x="3511" y="189"/>
                    <a:pt x="3322" y="116"/>
                    <a:pt x="3119" y="73"/>
                  </a:cubicBezTo>
                  <a:cubicBezTo>
                    <a:pt x="2916" y="15"/>
                    <a:pt x="2713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59"/>
            <p:cNvSpPr/>
            <p:nvPr/>
          </p:nvSpPr>
          <p:spPr>
            <a:xfrm>
              <a:off x="5985375" y="4273375"/>
              <a:ext cx="78725" cy="123300"/>
            </a:xfrm>
            <a:custGeom>
              <a:rect b="b" l="l" r="r" t="t"/>
              <a:pathLst>
                <a:path extrusionOk="0" h="4932" w="3149">
                  <a:moveTo>
                    <a:pt x="451" y="0"/>
                  </a:moveTo>
                  <a:cubicBezTo>
                    <a:pt x="320" y="0"/>
                    <a:pt x="219" y="44"/>
                    <a:pt x="132" y="131"/>
                  </a:cubicBezTo>
                  <a:cubicBezTo>
                    <a:pt x="30" y="218"/>
                    <a:pt x="1" y="305"/>
                    <a:pt x="1" y="435"/>
                  </a:cubicBezTo>
                  <a:lnTo>
                    <a:pt x="1" y="4497"/>
                  </a:lnTo>
                  <a:cubicBezTo>
                    <a:pt x="1" y="4627"/>
                    <a:pt x="30" y="4714"/>
                    <a:pt x="132" y="4801"/>
                  </a:cubicBezTo>
                  <a:cubicBezTo>
                    <a:pt x="219" y="4903"/>
                    <a:pt x="306" y="4932"/>
                    <a:pt x="436" y="4932"/>
                  </a:cubicBezTo>
                  <a:lnTo>
                    <a:pt x="2713" y="4932"/>
                  </a:lnTo>
                  <a:cubicBezTo>
                    <a:pt x="2844" y="4932"/>
                    <a:pt x="2931" y="4903"/>
                    <a:pt x="3033" y="4830"/>
                  </a:cubicBezTo>
                  <a:cubicBezTo>
                    <a:pt x="3120" y="4758"/>
                    <a:pt x="3149" y="4642"/>
                    <a:pt x="3149" y="4540"/>
                  </a:cubicBezTo>
                  <a:cubicBezTo>
                    <a:pt x="3149" y="4424"/>
                    <a:pt x="3120" y="4323"/>
                    <a:pt x="3033" y="4250"/>
                  </a:cubicBezTo>
                  <a:cubicBezTo>
                    <a:pt x="2931" y="4178"/>
                    <a:pt x="2844" y="4134"/>
                    <a:pt x="2713" y="4134"/>
                  </a:cubicBezTo>
                  <a:lnTo>
                    <a:pt x="2713" y="4105"/>
                  </a:lnTo>
                  <a:lnTo>
                    <a:pt x="871" y="4105"/>
                  </a:lnTo>
                  <a:lnTo>
                    <a:pt x="871" y="435"/>
                  </a:lnTo>
                  <a:cubicBezTo>
                    <a:pt x="871" y="305"/>
                    <a:pt x="828" y="218"/>
                    <a:pt x="741" y="131"/>
                  </a:cubicBezTo>
                  <a:cubicBezTo>
                    <a:pt x="668" y="44"/>
                    <a:pt x="567" y="0"/>
                    <a:pt x="451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59"/>
            <p:cNvSpPr/>
            <p:nvPr/>
          </p:nvSpPr>
          <p:spPr>
            <a:xfrm>
              <a:off x="6084025" y="4274450"/>
              <a:ext cx="80875" cy="122600"/>
            </a:xfrm>
            <a:custGeom>
              <a:rect b="b" l="l" r="r" t="t"/>
              <a:pathLst>
                <a:path extrusionOk="0" h="4904" w="3235">
                  <a:moveTo>
                    <a:pt x="421" y="1"/>
                  </a:moveTo>
                  <a:cubicBezTo>
                    <a:pt x="319" y="1"/>
                    <a:pt x="203" y="30"/>
                    <a:pt x="131" y="102"/>
                  </a:cubicBezTo>
                  <a:cubicBezTo>
                    <a:pt x="44" y="189"/>
                    <a:pt x="0" y="291"/>
                    <a:pt x="0" y="407"/>
                  </a:cubicBezTo>
                  <a:lnTo>
                    <a:pt x="0" y="4468"/>
                  </a:lnTo>
                  <a:cubicBezTo>
                    <a:pt x="0" y="4599"/>
                    <a:pt x="44" y="4686"/>
                    <a:pt x="131" y="4787"/>
                  </a:cubicBezTo>
                  <a:cubicBezTo>
                    <a:pt x="218" y="4874"/>
                    <a:pt x="305" y="4903"/>
                    <a:pt x="435" y="4903"/>
                  </a:cubicBezTo>
                  <a:lnTo>
                    <a:pt x="2800" y="4903"/>
                  </a:lnTo>
                  <a:cubicBezTo>
                    <a:pt x="2930" y="4903"/>
                    <a:pt x="3017" y="4874"/>
                    <a:pt x="3104" y="4802"/>
                  </a:cubicBezTo>
                  <a:cubicBezTo>
                    <a:pt x="3191" y="4729"/>
                    <a:pt x="3235" y="4613"/>
                    <a:pt x="3235" y="4512"/>
                  </a:cubicBezTo>
                  <a:cubicBezTo>
                    <a:pt x="3235" y="4396"/>
                    <a:pt x="3191" y="4309"/>
                    <a:pt x="3104" y="4222"/>
                  </a:cubicBezTo>
                  <a:cubicBezTo>
                    <a:pt x="3017" y="4135"/>
                    <a:pt x="2930" y="4091"/>
                    <a:pt x="2800" y="4091"/>
                  </a:cubicBezTo>
                  <a:lnTo>
                    <a:pt x="885" y="4091"/>
                  </a:lnTo>
                  <a:lnTo>
                    <a:pt x="885" y="2786"/>
                  </a:lnTo>
                  <a:lnTo>
                    <a:pt x="2466" y="2786"/>
                  </a:lnTo>
                  <a:cubicBezTo>
                    <a:pt x="2597" y="2786"/>
                    <a:pt x="2684" y="2757"/>
                    <a:pt x="2785" y="2684"/>
                  </a:cubicBezTo>
                  <a:cubicBezTo>
                    <a:pt x="2872" y="2611"/>
                    <a:pt x="2901" y="2495"/>
                    <a:pt x="2901" y="2394"/>
                  </a:cubicBezTo>
                  <a:cubicBezTo>
                    <a:pt x="2901" y="2278"/>
                    <a:pt x="2872" y="2176"/>
                    <a:pt x="2785" y="2104"/>
                  </a:cubicBezTo>
                  <a:cubicBezTo>
                    <a:pt x="2684" y="2031"/>
                    <a:pt x="2597" y="1988"/>
                    <a:pt x="2466" y="1988"/>
                  </a:cubicBezTo>
                  <a:lnTo>
                    <a:pt x="871" y="1988"/>
                  </a:lnTo>
                  <a:lnTo>
                    <a:pt x="871" y="798"/>
                  </a:lnTo>
                  <a:lnTo>
                    <a:pt x="2785" y="798"/>
                  </a:lnTo>
                  <a:cubicBezTo>
                    <a:pt x="2901" y="798"/>
                    <a:pt x="3003" y="755"/>
                    <a:pt x="3090" y="682"/>
                  </a:cubicBezTo>
                  <a:cubicBezTo>
                    <a:pt x="3177" y="610"/>
                    <a:pt x="3220" y="508"/>
                    <a:pt x="3220" y="392"/>
                  </a:cubicBezTo>
                  <a:cubicBezTo>
                    <a:pt x="3220" y="291"/>
                    <a:pt x="3177" y="175"/>
                    <a:pt x="3090" y="102"/>
                  </a:cubicBezTo>
                  <a:cubicBezTo>
                    <a:pt x="3003" y="30"/>
                    <a:pt x="2901" y="1"/>
                    <a:pt x="2785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59"/>
            <p:cNvSpPr/>
            <p:nvPr/>
          </p:nvSpPr>
          <p:spPr>
            <a:xfrm>
              <a:off x="5356600" y="3374775"/>
              <a:ext cx="888450" cy="503725"/>
            </a:xfrm>
            <a:custGeom>
              <a:rect b="b" l="l" r="r" t="t"/>
              <a:pathLst>
                <a:path extrusionOk="0" h="20149" w="35538">
                  <a:moveTo>
                    <a:pt x="17769" y="0"/>
                  </a:moveTo>
                  <a:cubicBezTo>
                    <a:pt x="9559" y="15"/>
                    <a:pt x="0" y="15637"/>
                    <a:pt x="0" y="15637"/>
                  </a:cubicBezTo>
                  <a:lnTo>
                    <a:pt x="5657" y="20148"/>
                  </a:lnTo>
                  <a:cubicBezTo>
                    <a:pt x="5657" y="20148"/>
                    <a:pt x="14022" y="7814"/>
                    <a:pt x="17926" y="7814"/>
                  </a:cubicBezTo>
                  <a:cubicBezTo>
                    <a:pt x="17971" y="7814"/>
                    <a:pt x="18015" y="7815"/>
                    <a:pt x="18059" y="7819"/>
                  </a:cubicBezTo>
                  <a:cubicBezTo>
                    <a:pt x="21903" y="8138"/>
                    <a:pt x="31520" y="20148"/>
                    <a:pt x="31520" y="20148"/>
                  </a:cubicBezTo>
                  <a:lnTo>
                    <a:pt x="35538" y="15942"/>
                  </a:lnTo>
                  <a:cubicBezTo>
                    <a:pt x="35538" y="15942"/>
                    <a:pt x="25979" y="0"/>
                    <a:pt x="17769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59"/>
            <p:cNvSpPr/>
            <p:nvPr/>
          </p:nvSpPr>
          <p:spPr>
            <a:xfrm>
              <a:off x="6007150" y="3626450"/>
              <a:ext cx="237900" cy="252050"/>
            </a:xfrm>
            <a:custGeom>
              <a:rect b="b" l="l" r="r" t="t"/>
              <a:pathLst>
                <a:path extrusionOk="0" h="10082" w="9516">
                  <a:moveTo>
                    <a:pt x="9516" y="0"/>
                  </a:moveTo>
                  <a:lnTo>
                    <a:pt x="0" y="10081"/>
                  </a:lnTo>
                  <a:lnTo>
                    <a:pt x="9516" y="10081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59"/>
            <p:cNvSpPr/>
            <p:nvPr/>
          </p:nvSpPr>
          <p:spPr>
            <a:xfrm>
              <a:off x="4966400" y="4059425"/>
              <a:ext cx="689750" cy="772775"/>
            </a:xfrm>
            <a:custGeom>
              <a:rect b="b" l="l" r="r" t="t"/>
              <a:pathLst>
                <a:path extrusionOk="0" h="30911" w="27590">
                  <a:moveTo>
                    <a:pt x="9008" y="0"/>
                  </a:moveTo>
                  <a:cubicBezTo>
                    <a:pt x="9008" y="0"/>
                    <a:pt x="1" y="16246"/>
                    <a:pt x="4091" y="23353"/>
                  </a:cubicBezTo>
                  <a:cubicBezTo>
                    <a:pt x="8196" y="30461"/>
                    <a:pt x="26501" y="30910"/>
                    <a:pt x="26501" y="30910"/>
                  </a:cubicBezTo>
                  <a:lnTo>
                    <a:pt x="27589" y="23774"/>
                  </a:lnTo>
                  <a:cubicBezTo>
                    <a:pt x="27589" y="23774"/>
                    <a:pt x="12374" y="22671"/>
                    <a:pt x="10720" y="19205"/>
                  </a:cubicBezTo>
                  <a:cubicBezTo>
                    <a:pt x="9066" y="15724"/>
                    <a:pt x="14665" y="1378"/>
                    <a:pt x="14665" y="1378"/>
                  </a:cubicBezTo>
                  <a:lnTo>
                    <a:pt x="9008" y="0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59"/>
            <p:cNvSpPr/>
            <p:nvPr/>
          </p:nvSpPr>
          <p:spPr>
            <a:xfrm>
              <a:off x="5064675" y="4006825"/>
              <a:ext cx="336900" cy="206000"/>
            </a:xfrm>
            <a:custGeom>
              <a:rect b="b" l="l" r="r" t="t"/>
              <a:pathLst>
                <a:path extrusionOk="0" h="8240" w="13476">
                  <a:moveTo>
                    <a:pt x="8718" y="1"/>
                  </a:moveTo>
                  <a:lnTo>
                    <a:pt x="1" y="5049"/>
                  </a:lnTo>
                  <a:lnTo>
                    <a:pt x="13476" y="8240"/>
                  </a:lnTo>
                  <a:lnTo>
                    <a:pt x="871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59"/>
            <p:cNvSpPr/>
            <p:nvPr/>
          </p:nvSpPr>
          <p:spPr>
            <a:xfrm>
              <a:off x="5925200" y="4063050"/>
              <a:ext cx="710050" cy="765525"/>
            </a:xfrm>
            <a:custGeom>
              <a:rect b="b" l="l" r="r" t="t"/>
              <a:pathLst>
                <a:path extrusionOk="0" h="30621" w="28402">
                  <a:moveTo>
                    <a:pt x="19654" y="0"/>
                  </a:moveTo>
                  <a:lnTo>
                    <a:pt x="12924" y="2655"/>
                  </a:lnTo>
                  <a:cubicBezTo>
                    <a:pt x="12924" y="2655"/>
                    <a:pt x="19582" y="16376"/>
                    <a:pt x="17406" y="19553"/>
                  </a:cubicBezTo>
                  <a:cubicBezTo>
                    <a:pt x="15230" y="22715"/>
                    <a:pt x="0" y="25036"/>
                    <a:pt x="0" y="25036"/>
                  </a:cubicBezTo>
                  <a:lnTo>
                    <a:pt x="1625" y="30620"/>
                  </a:lnTo>
                  <a:cubicBezTo>
                    <a:pt x="1625" y="30620"/>
                    <a:pt x="20206" y="30316"/>
                    <a:pt x="24311" y="23208"/>
                  </a:cubicBezTo>
                  <a:cubicBezTo>
                    <a:pt x="28401" y="16101"/>
                    <a:pt x="19654" y="0"/>
                    <a:pt x="1965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59"/>
            <p:cNvSpPr/>
            <p:nvPr/>
          </p:nvSpPr>
          <p:spPr>
            <a:xfrm>
              <a:off x="5874775" y="4570350"/>
              <a:ext cx="217975" cy="331475"/>
            </a:xfrm>
            <a:custGeom>
              <a:rect b="b" l="l" r="r" t="t"/>
              <a:pathLst>
                <a:path extrusionOk="0" h="13259" w="8719">
                  <a:moveTo>
                    <a:pt x="4744" y="1"/>
                  </a:moveTo>
                  <a:lnTo>
                    <a:pt x="1" y="8225"/>
                  </a:lnTo>
                  <a:lnTo>
                    <a:pt x="8718" y="1325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59"/>
            <p:cNvSpPr/>
            <p:nvPr/>
          </p:nvSpPr>
          <p:spPr>
            <a:xfrm>
              <a:off x="6286725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12954" y="0"/>
                  </a:moveTo>
                  <a:lnTo>
                    <a:pt x="12954" y="0"/>
                  </a:lnTo>
                  <a:cubicBezTo>
                    <a:pt x="1" y="12852"/>
                    <a:pt x="6238" y="21062"/>
                    <a:pt x="6238" y="21062"/>
                  </a:cubicBezTo>
                  <a:cubicBezTo>
                    <a:pt x="6238" y="21062"/>
                    <a:pt x="16536" y="16493"/>
                    <a:pt x="12954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59"/>
            <p:cNvSpPr/>
            <p:nvPr/>
          </p:nvSpPr>
          <p:spPr>
            <a:xfrm>
              <a:off x="6406400" y="4159850"/>
              <a:ext cx="203450" cy="641525"/>
            </a:xfrm>
            <a:custGeom>
              <a:rect b="b" l="l" r="r" t="t"/>
              <a:pathLst>
                <a:path extrusionOk="0" h="25661" w="8138">
                  <a:moveTo>
                    <a:pt x="0" y="25660"/>
                  </a:moveTo>
                  <a:lnTo>
                    <a:pt x="8138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59"/>
            <p:cNvSpPr/>
            <p:nvPr/>
          </p:nvSpPr>
          <p:spPr>
            <a:xfrm>
              <a:off x="6307025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19583" y="1"/>
                  </a:moveTo>
                  <a:lnTo>
                    <a:pt x="19583" y="1"/>
                  </a:lnTo>
                  <a:cubicBezTo>
                    <a:pt x="1350" y="44"/>
                    <a:pt x="1" y="10271"/>
                    <a:pt x="1" y="10271"/>
                  </a:cubicBezTo>
                  <a:cubicBezTo>
                    <a:pt x="1" y="10271"/>
                    <a:pt x="1363" y="10788"/>
                    <a:pt x="3527" y="10788"/>
                  </a:cubicBezTo>
                  <a:cubicBezTo>
                    <a:pt x="7385" y="10788"/>
                    <a:pt x="13794" y="9145"/>
                    <a:pt x="19583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59"/>
            <p:cNvSpPr/>
            <p:nvPr/>
          </p:nvSpPr>
          <p:spPr>
            <a:xfrm>
              <a:off x="6200775" y="4587025"/>
              <a:ext cx="595825" cy="312250"/>
            </a:xfrm>
            <a:custGeom>
              <a:rect b="b" l="l" r="r" t="t"/>
              <a:pathLst>
                <a:path extrusionOk="0" h="12490" w="23833">
                  <a:moveTo>
                    <a:pt x="1" y="12490"/>
                  </a:moveTo>
                  <a:lnTo>
                    <a:pt x="23833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59"/>
            <p:cNvSpPr/>
            <p:nvPr/>
          </p:nvSpPr>
          <p:spPr>
            <a:xfrm>
              <a:off x="4901850" y="4160225"/>
              <a:ext cx="413425" cy="526550"/>
            </a:xfrm>
            <a:custGeom>
              <a:rect b="b" l="l" r="r" t="t"/>
              <a:pathLst>
                <a:path extrusionOk="0" h="21062" w="16537">
                  <a:moveTo>
                    <a:pt x="3598" y="0"/>
                  </a:moveTo>
                  <a:cubicBezTo>
                    <a:pt x="1" y="16493"/>
                    <a:pt x="10299" y="21062"/>
                    <a:pt x="10299" y="21062"/>
                  </a:cubicBezTo>
                  <a:cubicBezTo>
                    <a:pt x="10299" y="21062"/>
                    <a:pt x="16537" y="12852"/>
                    <a:pt x="3598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59"/>
            <p:cNvSpPr/>
            <p:nvPr/>
          </p:nvSpPr>
          <p:spPr>
            <a:xfrm>
              <a:off x="4992150" y="4159850"/>
              <a:ext cx="204175" cy="641525"/>
            </a:xfrm>
            <a:custGeom>
              <a:rect b="b" l="l" r="r" t="t"/>
              <a:pathLst>
                <a:path extrusionOk="0" h="25661" w="8167">
                  <a:moveTo>
                    <a:pt x="8167" y="25660"/>
                  </a:moveTo>
                  <a:lnTo>
                    <a:pt x="1" y="1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59"/>
            <p:cNvSpPr/>
            <p:nvPr/>
          </p:nvSpPr>
          <p:spPr>
            <a:xfrm>
              <a:off x="4805400" y="4587025"/>
              <a:ext cx="489575" cy="269700"/>
            </a:xfrm>
            <a:custGeom>
              <a:rect b="b" l="l" r="r" t="t"/>
              <a:pathLst>
                <a:path extrusionOk="0" h="10788" w="19583">
                  <a:moveTo>
                    <a:pt x="0" y="1"/>
                  </a:moveTo>
                  <a:lnTo>
                    <a:pt x="0" y="1"/>
                  </a:lnTo>
                  <a:cubicBezTo>
                    <a:pt x="5799" y="9145"/>
                    <a:pt x="12204" y="10788"/>
                    <a:pt x="16060" y="10788"/>
                  </a:cubicBezTo>
                  <a:cubicBezTo>
                    <a:pt x="18222" y="10788"/>
                    <a:pt x="19582" y="10271"/>
                    <a:pt x="19582" y="10271"/>
                  </a:cubicBezTo>
                  <a:cubicBezTo>
                    <a:pt x="19582" y="10271"/>
                    <a:pt x="18233" y="44"/>
                    <a:pt x="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59"/>
            <p:cNvSpPr/>
            <p:nvPr/>
          </p:nvSpPr>
          <p:spPr>
            <a:xfrm>
              <a:off x="4805400" y="4587025"/>
              <a:ext cx="596175" cy="312250"/>
            </a:xfrm>
            <a:custGeom>
              <a:rect b="b" l="l" r="r" t="t"/>
              <a:pathLst>
                <a:path extrusionOk="0" h="12490" w="23847">
                  <a:moveTo>
                    <a:pt x="23847" y="12490"/>
                  </a:moveTo>
                  <a:lnTo>
                    <a:pt x="0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59"/>
            <p:cNvSpPr/>
            <p:nvPr/>
          </p:nvSpPr>
          <p:spPr>
            <a:xfrm>
              <a:off x="5566550" y="3319225"/>
              <a:ext cx="526550" cy="224375"/>
            </a:xfrm>
            <a:custGeom>
              <a:rect b="b" l="l" r="r" t="t"/>
              <a:pathLst>
                <a:path extrusionOk="0" h="8975" w="21062">
                  <a:moveTo>
                    <a:pt x="14492" y="1"/>
                  </a:moveTo>
                  <a:cubicBezTo>
                    <a:pt x="3316" y="1"/>
                    <a:pt x="1" y="7473"/>
                    <a:pt x="1" y="7473"/>
                  </a:cubicBezTo>
                  <a:cubicBezTo>
                    <a:pt x="1" y="7473"/>
                    <a:pt x="1977" y="8974"/>
                    <a:pt x="5507" y="8974"/>
                  </a:cubicBezTo>
                  <a:cubicBezTo>
                    <a:pt x="9173" y="8974"/>
                    <a:pt x="14515" y="7356"/>
                    <a:pt x="21062" y="757"/>
                  </a:cubicBezTo>
                  <a:cubicBezTo>
                    <a:pt x="18618" y="227"/>
                    <a:pt x="16436" y="1"/>
                    <a:pt x="14492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59"/>
            <p:cNvSpPr/>
            <p:nvPr/>
          </p:nvSpPr>
          <p:spPr>
            <a:xfrm>
              <a:off x="5452325" y="3338500"/>
              <a:ext cx="640775" cy="204200"/>
            </a:xfrm>
            <a:custGeom>
              <a:rect b="b" l="l" r="r" t="t"/>
              <a:pathLst>
                <a:path extrusionOk="0" h="8168" w="25631">
                  <a:moveTo>
                    <a:pt x="0" y="8167"/>
                  </a:moveTo>
                  <a:lnTo>
                    <a:pt x="25631" y="1"/>
                  </a:lnTo>
                </a:path>
              </a:pathLst>
            </a:custGeom>
            <a:solidFill>
              <a:srgbClr val="A6D66B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59"/>
            <p:cNvSpPr/>
            <p:nvPr/>
          </p:nvSpPr>
          <p:spPr>
            <a:xfrm>
              <a:off x="5309825" y="3152125"/>
              <a:ext cx="356825" cy="489575"/>
            </a:xfrm>
            <a:custGeom>
              <a:rect b="b" l="l" r="r" t="t"/>
              <a:pathLst>
                <a:path extrusionOk="0" h="19583" w="14273">
                  <a:moveTo>
                    <a:pt x="14273" y="0"/>
                  </a:moveTo>
                  <a:lnTo>
                    <a:pt x="14273" y="0"/>
                  </a:lnTo>
                  <a:cubicBezTo>
                    <a:pt x="0" y="9037"/>
                    <a:pt x="4018" y="19582"/>
                    <a:pt x="4018" y="19582"/>
                  </a:cubicBezTo>
                  <a:cubicBezTo>
                    <a:pt x="4018" y="19582"/>
                    <a:pt x="14244" y="18233"/>
                    <a:pt x="14273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59"/>
            <p:cNvSpPr/>
            <p:nvPr/>
          </p:nvSpPr>
          <p:spPr>
            <a:xfrm>
              <a:off x="5354425" y="3152125"/>
              <a:ext cx="312225" cy="595825"/>
            </a:xfrm>
            <a:custGeom>
              <a:rect b="b" l="l" r="r" t="t"/>
              <a:pathLst>
                <a:path extrusionOk="0" h="23833" w="12489">
                  <a:moveTo>
                    <a:pt x="0" y="23832"/>
                  </a:moveTo>
                  <a:lnTo>
                    <a:pt x="12489" y="0"/>
                  </a:lnTo>
                </a:path>
              </a:pathLst>
            </a:custGeom>
            <a:solidFill>
              <a:srgbClr val="005A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59"/>
            <p:cNvSpPr/>
            <p:nvPr/>
          </p:nvSpPr>
          <p:spPr>
            <a:xfrm>
              <a:off x="5651100" y="3966375"/>
              <a:ext cx="249525" cy="218525"/>
            </a:xfrm>
            <a:custGeom>
              <a:rect b="b" l="l" r="r" t="t"/>
              <a:pathLst>
                <a:path extrusionOk="0" h="8741" w="9981">
                  <a:moveTo>
                    <a:pt x="2832" y="1"/>
                  </a:moveTo>
                  <a:cubicBezTo>
                    <a:pt x="1415" y="1"/>
                    <a:pt x="1" y="1205"/>
                    <a:pt x="404" y="2968"/>
                  </a:cubicBezTo>
                  <a:cubicBezTo>
                    <a:pt x="1318" y="6971"/>
                    <a:pt x="4988" y="8741"/>
                    <a:pt x="4988" y="8741"/>
                  </a:cubicBezTo>
                  <a:cubicBezTo>
                    <a:pt x="4988" y="8741"/>
                    <a:pt x="8658" y="6957"/>
                    <a:pt x="9586" y="2968"/>
                  </a:cubicBezTo>
                  <a:cubicBezTo>
                    <a:pt x="9981" y="1205"/>
                    <a:pt x="8569" y="1"/>
                    <a:pt x="7155" y="1"/>
                  </a:cubicBezTo>
                  <a:cubicBezTo>
                    <a:pt x="6335" y="1"/>
                    <a:pt x="5515" y="406"/>
                    <a:pt x="5046" y="1343"/>
                  </a:cubicBezTo>
                  <a:cubicBezTo>
                    <a:pt x="5017" y="1401"/>
                    <a:pt x="4988" y="2112"/>
                    <a:pt x="4988" y="2112"/>
                  </a:cubicBezTo>
                  <a:cubicBezTo>
                    <a:pt x="4988" y="2112"/>
                    <a:pt x="4974" y="1416"/>
                    <a:pt x="4945" y="1343"/>
                  </a:cubicBezTo>
                  <a:cubicBezTo>
                    <a:pt x="4476" y="406"/>
                    <a:pt x="3653" y="1"/>
                    <a:pt x="2832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3" name="Google Shape;2163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r>
              <a:rPr lang="en"/>
              <a:t>與市面二手交換(易)平台比較</a:t>
            </a:r>
            <a:endParaRPr>
              <a:solidFill>
                <a:schemeClr val="accent3"/>
              </a:solidFill>
            </a:endParaRPr>
          </a:p>
        </p:txBody>
      </p:sp>
      <p:graphicFrame>
        <p:nvGraphicFramePr>
          <p:cNvPr id="2169" name="Google Shape;2169;p60"/>
          <p:cNvGraphicFramePr/>
          <p:nvPr/>
        </p:nvGraphicFramePr>
        <p:xfrm>
          <a:off x="813850" y="231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{D6F39CEB-9F46-4767-A4F0-62042E4EE628}</a:tableStyleId>
              </a:tblPr>
              <a:tblGrid>
                <a:gridCol w="2268375"/>
                <a:gridCol w="1477475"/>
                <a:gridCol w="2019550"/>
                <a:gridCol w="2019550"/>
              </a:tblGrid>
              <a:tr h="60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使用時間</a:t>
                      </a:r>
                      <a:endParaRPr sz="1800">
                        <a:solidFill>
                          <a:schemeClr val="dk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一拍即辨識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迅速!</a:t>
                      </a:r>
                      <a:endParaRPr b="1">
                        <a:solidFill>
                          <a:schemeClr val="accent3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冗長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冗長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資訊難找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使用者體驗</a:t>
                      </a:r>
                      <a:endParaRPr sz="1800">
                        <a:solidFill>
                          <a:schemeClr val="dk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有趣直觀 </a:t>
                      </a:r>
                      <a:r>
                        <a:rPr b="1" lang="en">
                          <a:solidFill>
                            <a:schemeClr val="accent3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佳!</a:t>
                      </a:r>
                      <a:endParaRPr b="1">
                        <a:solidFill>
                          <a:schemeClr val="accent3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網頁延遲 陽春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繁瑣複雜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不利使用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用戶</a:t>
                      </a:r>
                      <a:endParaRPr sz="1800">
                        <a:solidFill>
                          <a:schemeClr val="dk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國際生 本地生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皆適用!</a:t>
                      </a:r>
                      <a:endParaRPr b="1">
                        <a:solidFill>
                          <a:schemeClr val="accent3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限縮中文用戶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限縮中文用戶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安全性</a:t>
                      </a:r>
                      <a:endParaRPr b="1" sz="1800">
                        <a:solidFill>
                          <a:schemeClr val="dk1"/>
                        </a:solidFill>
                        <a:latin typeface="Hammersmith One"/>
                        <a:ea typeface="Hammersmith One"/>
                        <a:cs typeface="Hammersmith One"/>
                        <a:sym typeface="Hammersmith On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帳號實名制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有保障!</a:t>
                      </a:r>
                      <a:endParaRPr b="1">
                        <a:solidFill>
                          <a:schemeClr val="accent3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匿名用戶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詐騙猖狂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人頭帳號多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Quicksand Medium"/>
                          <a:ea typeface="Quicksand Medium"/>
                          <a:cs typeface="Quicksand Medium"/>
                          <a:sym typeface="Quicksand Medium"/>
                        </a:rPr>
                        <a:t>詐騙猖狂</a:t>
                      </a:r>
                      <a:endParaRPr>
                        <a:solidFill>
                          <a:schemeClr val="dk1"/>
                        </a:solidFill>
                        <a:latin typeface="Quicksand Medium"/>
                        <a:ea typeface="Quicksand Medium"/>
                        <a:cs typeface="Quicksand Medium"/>
                        <a:sym typeface="Quicksan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70" name="Google Shape;2170;p60"/>
          <p:cNvPicPr preferRelativeResize="0"/>
          <p:nvPr/>
        </p:nvPicPr>
        <p:blipFill rotWithShape="1">
          <a:blip r:embed="rId3">
            <a:alphaModFix/>
          </a:blip>
          <a:srcRect b="19829" l="17481" r="22960" t="21695"/>
          <a:stretch/>
        </p:blipFill>
        <p:spPr>
          <a:xfrm>
            <a:off x="3506400" y="1385250"/>
            <a:ext cx="681900" cy="6489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171" name="Google Shape;2171;p60"/>
          <p:cNvSpPr txBox="1"/>
          <p:nvPr/>
        </p:nvSpPr>
        <p:spPr>
          <a:xfrm>
            <a:off x="3203425" y="1979200"/>
            <a:ext cx="1486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Swap一拍即合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72" name="Google Shape;2172;p60"/>
          <p:cNvSpPr txBox="1"/>
          <p:nvPr/>
        </p:nvSpPr>
        <p:spPr>
          <a:xfrm>
            <a:off x="4636000" y="1979200"/>
            <a:ext cx="1741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以物易物網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173" name="Google Shape;217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4025" y="1323600"/>
            <a:ext cx="1969800" cy="648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174" name="Google Shape;2174;p60"/>
          <p:cNvSpPr txBox="1"/>
          <p:nvPr/>
        </p:nvSpPr>
        <p:spPr>
          <a:xfrm>
            <a:off x="6693400" y="1979200"/>
            <a:ext cx="1741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臉書二手社團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175" name="Google Shape;2175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7800" y="1381513"/>
            <a:ext cx="572700" cy="57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176" name="Google Shape;2176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61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一拍辨識上架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2182" name="Google Shape;2182;p61"/>
          <p:cNvPicPr preferRelativeResize="0"/>
          <p:nvPr/>
        </p:nvPicPr>
        <p:blipFill rotWithShape="1">
          <a:blip r:embed="rId3">
            <a:alphaModFix/>
          </a:blip>
          <a:srcRect b="1322" l="0" r="2468" t="0"/>
          <a:stretch/>
        </p:blipFill>
        <p:spPr>
          <a:xfrm>
            <a:off x="1752600" y="1017725"/>
            <a:ext cx="6031049" cy="377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62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提出/</a:t>
            </a:r>
            <a:r>
              <a:rPr lang="en"/>
              <a:t>回覆</a:t>
            </a:r>
            <a:r>
              <a:rPr lang="en"/>
              <a:t>交換</a:t>
            </a:r>
            <a:r>
              <a:rPr lang="en"/>
              <a:t>申請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2189" name="Google Shape;2189;p62"/>
          <p:cNvPicPr preferRelativeResize="0"/>
          <p:nvPr/>
        </p:nvPicPr>
        <p:blipFill rotWithShape="1">
          <a:blip r:embed="rId3">
            <a:alphaModFix/>
          </a:blip>
          <a:srcRect b="0" l="0" r="951" t="0"/>
          <a:stretch/>
        </p:blipFill>
        <p:spPr>
          <a:xfrm>
            <a:off x="1398800" y="1170125"/>
            <a:ext cx="5935449" cy="37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0" name="Google Shape;2190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回覆交換申請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196" name="Google Shape;2196;p63"/>
          <p:cNvSpPr txBox="1"/>
          <p:nvPr/>
        </p:nvSpPr>
        <p:spPr>
          <a:xfrm>
            <a:off x="974438" y="4428500"/>
            <a:ext cx="8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Electrolize"/>
                <a:ea typeface="Electrolize"/>
                <a:cs typeface="Electrolize"/>
                <a:sym typeface="Electrolize"/>
              </a:rPr>
              <a:t>圖五</a:t>
            </a:r>
            <a:endParaRPr sz="150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197" name="Google Shape;2197;p63"/>
          <p:cNvSpPr txBox="1"/>
          <p:nvPr/>
        </p:nvSpPr>
        <p:spPr>
          <a:xfrm>
            <a:off x="3124113" y="4428525"/>
            <a:ext cx="8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Electrolize"/>
                <a:ea typeface="Electrolize"/>
                <a:cs typeface="Electrolize"/>
                <a:sym typeface="Electrolize"/>
              </a:rPr>
              <a:t>圖六</a:t>
            </a:r>
            <a:endParaRPr sz="150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198" name="Google Shape;2198;p63"/>
          <p:cNvSpPr txBox="1"/>
          <p:nvPr/>
        </p:nvSpPr>
        <p:spPr>
          <a:xfrm>
            <a:off x="7367813" y="4428500"/>
            <a:ext cx="8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Electrolize"/>
                <a:ea typeface="Electrolize"/>
                <a:cs typeface="Electrolize"/>
                <a:sym typeface="Electrolize"/>
              </a:rPr>
              <a:t>圖八</a:t>
            </a:r>
            <a:endParaRPr sz="150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199" name="Google Shape;2199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0" name="Google Shape;2200;p63"/>
          <p:cNvSpPr txBox="1"/>
          <p:nvPr/>
        </p:nvSpPr>
        <p:spPr>
          <a:xfrm>
            <a:off x="5217175" y="4428500"/>
            <a:ext cx="8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Electrolize"/>
                <a:ea typeface="Electrolize"/>
                <a:cs typeface="Electrolize"/>
                <a:sym typeface="Electrolize"/>
              </a:rPr>
              <a:t>圖七</a:t>
            </a:r>
            <a:endParaRPr sz="1500"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2201" name="Google Shape;2201;p63"/>
          <p:cNvPicPr preferRelativeResize="0"/>
          <p:nvPr/>
        </p:nvPicPr>
        <p:blipFill rotWithShape="1">
          <a:blip r:embed="rId3">
            <a:alphaModFix/>
          </a:blip>
          <a:srcRect b="19062" l="10147" r="10267" t="18788"/>
          <a:stretch/>
        </p:blipFill>
        <p:spPr>
          <a:xfrm>
            <a:off x="606638" y="1190600"/>
            <a:ext cx="7930716" cy="321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系統特色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207" name="Google Shape;2207;p64"/>
          <p:cNvSpPr/>
          <p:nvPr/>
        </p:nvSpPr>
        <p:spPr>
          <a:xfrm>
            <a:off x="5942482" y="3455101"/>
            <a:ext cx="1470300" cy="496500"/>
          </a:xfrm>
          <a:prstGeom prst="roundRect">
            <a:avLst>
              <a:gd fmla="val 16667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08" name="Google Shape;2208;p64"/>
          <p:cNvSpPr/>
          <p:nvPr/>
        </p:nvSpPr>
        <p:spPr>
          <a:xfrm>
            <a:off x="7139276" y="2400533"/>
            <a:ext cx="1636500" cy="464400"/>
          </a:xfrm>
          <a:prstGeom prst="roundRect">
            <a:avLst>
              <a:gd fmla="val 16667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09" name="Google Shape;2209;p64"/>
          <p:cNvSpPr/>
          <p:nvPr/>
        </p:nvSpPr>
        <p:spPr>
          <a:xfrm>
            <a:off x="5951809" y="1314691"/>
            <a:ext cx="1636500" cy="464400"/>
          </a:xfrm>
          <a:prstGeom prst="roundRect">
            <a:avLst>
              <a:gd fmla="val 16667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10" name="Google Shape;2210;p64"/>
          <p:cNvSpPr/>
          <p:nvPr/>
        </p:nvSpPr>
        <p:spPr>
          <a:xfrm>
            <a:off x="1545997" y="3410383"/>
            <a:ext cx="1539900" cy="496500"/>
          </a:xfrm>
          <a:prstGeom prst="roundRect">
            <a:avLst>
              <a:gd fmla="val 16667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11" name="Google Shape;2211;p64"/>
          <p:cNvSpPr/>
          <p:nvPr/>
        </p:nvSpPr>
        <p:spPr>
          <a:xfrm>
            <a:off x="185025" y="2440075"/>
            <a:ext cx="1622100" cy="496500"/>
          </a:xfrm>
          <a:prstGeom prst="roundRect">
            <a:avLst>
              <a:gd fmla="val 16667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12" name="Google Shape;2212;p64"/>
          <p:cNvSpPr/>
          <p:nvPr/>
        </p:nvSpPr>
        <p:spPr>
          <a:xfrm>
            <a:off x="1559134" y="1390709"/>
            <a:ext cx="1539900" cy="496500"/>
          </a:xfrm>
          <a:prstGeom prst="roundRect">
            <a:avLst>
              <a:gd fmla="val 16667" name="adj"/>
            </a:avLst>
          </a:prstGeom>
          <a:solidFill>
            <a:srgbClr val="DFE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13" name="Google Shape;2213;p64"/>
          <p:cNvSpPr txBox="1"/>
          <p:nvPr/>
        </p:nvSpPr>
        <p:spPr>
          <a:xfrm>
            <a:off x="1636768" y="1833148"/>
            <a:ext cx="1892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1.趣味性 </a:t>
            </a: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跳脫單純買賣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2.滿足SDGs 12.5項: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 減少廢棄物產生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214" name="Google Shape;2214;p64"/>
          <p:cNvSpPr txBox="1"/>
          <p:nvPr/>
        </p:nvSpPr>
        <p:spPr>
          <a:xfrm>
            <a:off x="5923333" y="1709039"/>
            <a:ext cx="1940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一鍵上架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-拍照後自動辨識商品名稱、顏色等資訊，可直接上架</a:t>
            </a:r>
            <a:endParaRPr sz="1100">
              <a:solidFill>
                <a:srgbClr val="302F2F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15" name="Google Shape;2215;p64"/>
          <p:cNvSpPr txBox="1"/>
          <p:nvPr/>
        </p:nvSpPr>
        <p:spPr>
          <a:xfrm>
            <a:off x="200552" y="2934150"/>
            <a:ext cx="18339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以滑動取代點擊 更直觀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2F2F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2F2F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2F2F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2216" name="Google Shape;2216;p64"/>
          <p:cNvSpPr txBox="1"/>
          <p:nvPr/>
        </p:nvSpPr>
        <p:spPr>
          <a:xfrm>
            <a:off x="5930399" y="3915650"/>
            <a:ext cx="2077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校園帳號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-避免假帳號濫創詐騙問題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217" name="Google Shape;2217;p64"/>
          <p:cNvSpPr txBox="1"/>
          <p:nvPr/>
        </p:nvSpPr>
        <p:spPr>
          <a:xfrm>
            <a:off x="5950992" y="3474860"/>
            <a:ext cx="14703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Hind"/>
                <a:ea typeface="Hind"/>
                <a:cs typeface="Hind"/>
                <a:sym typeface="Hind"/>
              </a:rPr>
              <a:t>學生族群</a:t>
            </a:r>
            <a:endParaRPr b="1" sz="2300">
              <a:solidFill>
                <a:srgbClr val="53622E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218" name="Google Shape;2218;p64"/>
          <p:cNvSpPr txBox="1"/>
          <p:nvPr/>
        </p:nvSpPr>
        <p:spPr>
          <a:xfrm>
            <a:off x="5931200" y="1310125"/>
            <a:ext cx="17121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AI圖像辨識</a:t>
            </a:r>
            <a:endParaRPr b="1" sz="23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219" name="Google Shape;2219;p64"/>
          <p:cNvSpPr txBox="1"/>
          <p:nvPr/>
        </p:nvSpPr>
        <p:spPr>
          <a:xfrm>
            <a:off x="1593424" y="1397253"/>
            <a:ext cx="14703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二手換物</a:t>
            </a:r>
            <a:endParaRPr b="1" sz="23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220" name="Google Shape;2220;p64"/>
          <p:cNvSpPr txBox="1"/>
          <p:nvPr/>
        </p:nvSpPr>
        <p:spPr>
          <a:xfrm>
            <a:off x="125124" y="2442275"/>
            <a:ext cx="17739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互動性界面</a:t>
            </a:r>
            <a:endParaRPr b="1" sz="23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2221" name="Google Shape;2221;p64"/>
          <p:cNvCxnSpPr>
            <a:endCxn id="2209" idx="1"/>
          </p:cNvCxnSpPr>
          <p:nvPr/>
        </p:nvCxnSpPr>
        <p:spPr>
          <a:xfrm flipH="1" rot="10800000">
            <a:off x="5166709" y="1546891"/>
            <a:ext cx="785100" cy="581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388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2" name="Google Shape;2222;p64"/>
          <p:cNvCxnSpPr>
            <a:endCxn id="2212" idx="3"/>
          </p:cNvCxnSpPr>
          <p:nvPr/>
        </p:nvCxnSpPr>
        <p:spPr>
          <a:xfrm rot="10800000">
            <a:off x="3099034" y="1638959"/>
            <a:ext cx="546600" cy="464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3880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3" name="Google Shape;2223;p64"/>
          <p:cNvSpPr txBox="1"/>
          <p:nvPr/>
        </p:nvSpPr>
        <p:spPr>
          <a:xfrm>
            <a:off x="7097125" y="2803300"/>
            <a:ext cx="20775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1.搭載</a:t>
            </a: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英文介面與英文tag降低外籍生使用成本-在台時間短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2.資源浪費為全球性問題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224" name="Google Shape;2224;p64"/>
          <p:cNvSpPr txBox="1"/>
          <p:nvPr/>
        </p:nvSpPr>
        <p:spPr>
          <a:xfrm>
            <a:off x="7097119" y="2413977"/>
            <a:ext cx="17121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外籍生友善</a:t>
            </a:r>
            <a:endParaRPr b="1" sz="23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225" name="Google Shape;2225;p64"/>
          <p:cNvSpPr txBox="1"/>
          <p:nvPr/>
        </p:nvSpPr>
        <p:spPr>
          <a:xfrm>
            <a:off x="1485161" y="3861750"/>
            <a:ext cx="25053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1.使用成本低-一台手機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02F2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2.市場需求大-每個人都有閒置物品</a:t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02F2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226" name="Google Shape;2226;p64"/>
          <p:cNvSpPr txBox="1"/>
          <p:nvPr/>
        </p:nvSpPr>
        <p:spPr>
          <a:xfrm>
            <a:off x="1557576" y="3436610"/>
            <a:ext cx="14703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53622E"/>
                </a:solidFill>
                <a:latin typeface="Teko"/>
                <a:ea typeface="Teko"/>
                <a:cs typeface="Teko"/>
                <a:sym typeface="Teko"/>
              </a:rPr>
              <a:t>實用性高</a:t>
            </a:r>
            <a:endParaRPr b="1" sz="2300">
              <a:solidFill>
                <a:srgbClr val="53622E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2227" name="Google Shape;2227;p64"/>
          <p:cNvCxnSpPr>
            <a:stCxn id="2210" idx="3"/>
          </p:cNvCxnSpPr>
          <p:nvPr/>
        </p:nvCxnSpPr>
        <p:spPr>
          <a:xfrm flipH="1" rot="10800000">
            <a:off x="3085897" y="3447733"/>
            <a:ext cx="504600" cy="210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388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64"/>
          <p:cNvCxnSpPr>
            <a:endCxn id="2217" idx="1"/>
          </p:cNvCxnSpPr>
          <p:nvPr/>
        </p:nvCxnSpPr>
        <p:spPr>
          <a:xfrm>
            <a:off x="5476692" y="3431960"/>
            <a:ext cx="474300" cy="28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388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64"/>
          <p:cNvCxnSpPr>
            <a:stCxn id="2230" idx="3"/>
            <a:endCxn id="2224" idx="1"/>
          </p:cNvCxnSpPr>
          <p:nvPr/>
        </p:nvCxnSpPr>
        <p:spPr>
          <a:xfrm flipH="1" rot="10800000">
            <a:off x="5475019" y="2646177"/>
            <a:ext cx="1622100" cy="27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388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64"/>
          <p:cNvCxnSpPr>
            <a:stCxn id="2211" idx="3"/>
            <a:endCxn id="2230" idx="1"/>
          </p:cNvCxnSpPr>
          <p:nvPr/>
        </p:nvCxnSpPr>
        <p:spPr>
          <a:xfrm>
            <a:off x="1807125" y="2688325"/>
            <a:ext cx="1775400" cy="234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3880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2" name="Google Shape;2232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3" name="Google Shape;223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325" y="116575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vironmental Activist CV by Slidesgo">
  <a:themeElements>
    <a:clrScheme name="Simple Light">
      <a:dk1>
        <a:srgbClr val="003D1B"/>
      </a:dk1>
      <a:lt1>
        <a:srgbClr val="005A2A"/>
      </a:lt1>
      <a:dk2>
        <a:srgbClr val="0F7437"/>
      </a:dk2>
      <a:lt2>
        <a:srgbClr val="89BB4A"/>
      </a:lt2>
      <a:accent1>
        <a:srgbClr val="D8F1C1"/>
      </a:accent1>
      <a:accent2>
        <a:srgbClr val="F5FAE9"/>
      </a:accent2>
      <a:accent3>
        <a:srgbClr val="EA9E00"/>
      </a:accent3>
      <a:accent4>
        <a:srgbClr val="FFFFFF"/>
      </a:accent4>
      <a:accent5>
        <a:srgbClr val="FFFFFF"/>
      </a:accent5>
      <a:accent6>
        <a:srgbClr val="FFFFFF"/>
      </a:accent6>
      <a:hlink>
        <a:srgbClr val="003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